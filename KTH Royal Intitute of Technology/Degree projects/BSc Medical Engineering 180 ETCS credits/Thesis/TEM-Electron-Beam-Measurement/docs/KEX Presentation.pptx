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8"/>
  </p:notesMasterIdLst>
  <p:handoutMasterIdLst>
    <p:handoutMasterId r:id="rId39"/>
  </p:handoutMasterIdLst>
  <p:sldIdLst>
    <p:sldId id="325" r:id="rId5"/>
    <p:sldId id="326" r:id="rId6"/>
    <p:sldId id="382" r:id="rId7"/>
    <p:sldId id="327" r:id="rId8"/>
    <p:sldId id="364" r:id="rId9"/>
    <p:sldId id="367" r:id="rId10"/>
    <p:sldId id="370" r:id="rId11"/>
    <p:sldId id="385" r:id="rId12"/>
    <p:sldId id="371" r:id="rId13"/>
    <p:sldId id="381" r:id="rId14"/>
    <p:sldId id="372" r:id="rId15"/>
    <p:sldId id="373" r:id="rId16"/>
    <p:sldId id="374" r:id="rId17"/>
    <p:sldId id="375" r:id="rId18"/>
    <p:sldId id="377" r:id="rId19"/>
    <p:sldId id="352" r:id="rId20"/>
    <p:sldId id="341" r:id="rId21"/>
    <p:sldId id="346" r:id="rId22"/>
    <p:sldId id="383" r:id="rId23"/>
    <p:sldId id="384" r:id="rId24"/>
    <p:sldId id="363" r:id="rId25"/>
    <p:sldId id="349" r:id="rId26"/>
    <p:sldId id="353" r:id="rId27"/>
    <p:sldId id="351" r:id="rId28"/>
    <p:sldId id="354" r:id="rId29"/>
    <p:sldId id="355" r:id="rId30"/>
    <p:sldId id="356" r:id="rId31"/>
    <p:sldId id="359" r:id="rId32"/>
    <p:sldId id="357" r:id="rId33"/>
    <p:sldId id="362" r:id="rId34"/>
    <p:sldId id="361" r:id="rId35"/>
    <p:sldId id="338" r:id="rId36"/>
    <p:sldId id="339" r:id="rId37"/>
  </p:sldIdLst>
  <p:sldSz cx="12192000" cy="6858000"/>
  <p:notesSz cx="6858000" cy="9144000"/>
  <p:defaultTextStyle>
    <a:defPPr rtl="0">
      <a:defRPr lang="sv-SE"/>
    </a:defPPr>
    <a:lvl1pPr marL="0" algn="l" defTabSz="914400" rtl="0" eaLnBrk="1" latinLnBrk="0" hangingPunct="1">
      <a:defRPr lang="sv-SE" sz="1800" kern="1200">
        <a:solidFill>
          <a:schemeClr val="tx1"/>
        </a:solidFill>
        <a:latin typeface="+mn-lt"/>
        <a:ea typeface="+mn-ea"/>
        <a:cs typeface="+mn-cs"/>
      </a:defRPr>
    </a:lvl1pPr>
    <a:lvl2pPr marL="457200" algn="l" defTabSz="914400" rtl="0" eaLnBrk="1" latinLnBrk="0" hangingPunct="1">
      <a:defRPr lang="sv-SE" sz="1800" kern="1200">
        <a:solidFill>
          <a:schemeClr val="tx1"/>
        </a:solidFill>
        <a:latin typeface="+mn-lt"/>
        <a:ea typeface="+mn-ea"/>
        <a:cs typeface="+mn-cs"/>
      </a:defRPr>
    </a:lvl2pPr>
    <a:lvl3pPr marL="914400" algn="l" defTabSz="914400" rtl="0" eaLnBrk="1" latinLnBrk="0" hangingPunct="1">
      <a:defRPr lang="sv-SE" sz="1800" kern="1200">
        <a:solidFill>
          <a:schemeClr val="tx1"/>
        </a:solidFill>
        <a:latin typeface="+mn-lt"/>
        <a:ea typeface="+mn-ea"/>
        <a:cs typeface="+mn-cs"/>
      </a:defRPr>
    </a:lvl3pPr>
    <a:lvl4pPr marL="1371600" algn="l" defTabSz="914400" rtl="0" eaLnBrk="1" latinLnBrk="0" hangingPunct="1">
      <a:defRPr lang="sv-SE" sz="1800" kern="1200">
        <a:solidFill>
          <a:schemeClr val="tx1"/>
        </a:solidFill>
        <a:latin typeface="+mn-lt"/>
        <a:ea typeface="+mn-ea"/>
        <a:cs typeface="+mn-cs"/>
      </a:defRPr>
    </a:lvl4pPr>
    <a:lvl5pPr marL="1828800" algn="l" defTabSz="914400" rtl="0" eaLnBrk="1" latinLnBrk="0" hangingPunct="1">
      <a:defRPr lang="sv-SE" sz="1800" kern="1200">
        <a:solidFill>
          <a:schemeClr val="tx1"/>
        </a:solidFill>
        <a:latin typeface="+mn-lt"/>
        <a:ea typeface="+mn-ea"/>
        <a:cs typeface="+mn-cs"/>
      </a:defRPr>
    </a:lvl5pPr>
    <a:lvl6pPr marL="2286000" algn="l" defTabSz="914400" rtl="0" eaLnBrk="1" latinLnBrk="0" hangingPunct="1">
      <a:defRPr lang="sv-SE" sz="1800" kern="1200">
        <a:solidFill>
          <a:schemeClr val="tx1"/>
        </a:solidFill>
        <a:latin typeface="+mn-lt"/>
        <a:ea typeface="+mn-ea"/>
        <a:cs typeface="+mn-cs"/>
      </a:defRPr>
    </a:lvl6pPr>
    <a:lvl7pPr marL="2743200" algn="l" defTabSz="914400" rtl="0" eaLnBrk="1" latinLnBrk="0" hangingPunct="1">
      <a:defRPr lang="sv-SE" sz="1800" kern="1200">
        <a:solidFill>
          <a:schemeClr val="tx1"/>
        </a:solidFill>
        <a:latin typeface="+mn-lt"/>
        <a:ea typeface="+mn-ea"/>
        <a:cs typeface="+mn-cs"/>
      </a:defRPr>
    </a:lvl7pPr>
    <a:lvl8pPr marL="3200400" algn="l" defTabSz="914400" rtl="0" eaLnBrk="1" latinLnBrk="0" hangingPunct="1">
      <a:defRPr lang="sv-SE" sz="1800" kern="1200">
        <a:solidFill>
          <a:schemeClr val="tx1"/>
        </a:solidFill>
        <a:latin typeface="+mn-lt"/>
        <a:ea typeface="+mn-ea"/>
        <a:cs typeface="+mn-cs"/>
      </a:defRPr>
    </a:lvl8pPr>
    <a:lvl9pPr marL="3657600" algn="l" defTabSz="914400" rtl="0" eaLnBrk="1" latinLnBrk="0" hangingPunct="1">
      <a:defRPr lang="sv-SE"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816" userDrawn="1">
          <p15:clr>
            <a:srgbClr val="A4A3A4"/>
          </p15:clr>
        </p15:guide>
        <p15:guide id="2" orient="horz" pos="38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Författare"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DBDEE7-4207-4515-B19E-891757BCC483}" v="4626" dt="2024-05-30T08:03:16.697"/>
    <p1510:client id="{6FA10DEE-FCB0-244B-957B-6AD449A971BB}" v="221" vWet="222" dt="2024-05-29T17:47:53.768"/>
    <p1510:client id="{7587321D-5312-9986-0242-FE8D29677461}" v="63" dt="2024-05-30T11:23:31.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816"/>
        <p:guide orient="horz" pos="384"/>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hias Olsson" userId="S::matholss@ug.kth.se::fec71c33-517b-442a-960e-bc86c9b67c9c" providerId="AD" clId="Web-{6FA10DEE-FCB0-244B-957B-6AD449A971BB}"/>
    <pc:docChg chg="delSld modSld">
      <pc:chgData name="Mathias Olsson" userId="S::matholss@ug.kth.se::fec71c33-517b-442a-960e-bc86c9b67c9c" providerId="AD" clId="Web-{6FA10DEE-FCB0-244B-957B-6AD449A971BB}" dt="2024-05-29T17:47:51.908" v="201" actId="20577"/>
      <pc:docMkLst>
        <pc:docMk/>
      </pc:docMkLst>
      <pc:sldChg chg="addSp modSp">
        <pc:chgData name="Mathias Olsson" userId="S::matholss@ug.kth.se::fec71c33-517b-442a-960e-bc86c9b67c9c" providerId="AD" clId="Web-{6FA10DEE-FCB0-244B-957B-6AD449A971BB}" dt="2024-05-29T10:41:27.518" v="22" actId="1076"/>
        <pc:sldMkLst>
          <pc:docMk/>
          <pc:sldMk cId="855215445" sldId="325"/>
        </pc:sldMkLst>
        <pc:picChg chg="add mod modCrop">
          <ac:chgData name="Mathias Olsson" userId="S::matholss@ug.kth.se::fec71c33-517b-442a-960e-bc86c9b67c9c" providerId="AD" clId="Web-{6FA10DEE-FCB0-244B-957B-6AD449A971BB}" dt="2024-05-29T10:41:27.518" v="22" actId="1076"/>
          <ac:picMkLst>
            <pc:docMk/>
            <pc:sldMk cId="855215445" sldId="325"/>
            <ac:picMk id="5" creationId="{8E044C5F-DF99-2897-2DCB-E4AE51440B7D}"/>
          </ac:picMkLst>
        </pc:picChg>
      </pc:sldChg>
      <pc:sldChg chg="modSp">
        <pc:chgData name="Mathias Olsson" userId="S::matholss@ug.kth.se::fec71c33-517b-442a-960e-bc86c9b67c9c" providerId="AD" clId="Web-{6FA10DEE-FCB0-244B-957B-6AD449A971BB}" dt="2024-05-29T10:45:14.221" v="49" actId="20577"/>
        <pc:sldMkLst>
          <pc:docMk/>
          <pc:sldMk cId="2810133685" sldId="327"/>
        </pc:sldMkLst>
        <pc:spChg chg="mod">
          <ac:chgData name="Mathias Olsson" userId="S::matholss@ug.kth.se::fec71c33-517b-442a-960e-bc86c9b67c9c" providerId="AD" clId="Web-{6FA10DEE-FCB0-244B-957B-6AD449A971BB}" dt="2024-05-29T10:45:14.221" v="49" actId="20577"/>
          <ac:spMkLst>
            <pc:docMk/>
            <pc:sldMk cId="2810133685" sldId="327"/>
            <ac:spMk id="3" creationId="{77C9C890-ADC6-0AA7-BBC0-05E856AA7C3C}"/>
          </ac:spMkLst>
        </pc:spChg>
      </pc:sldChg>
      <pc:sldChg chg="modSp">
        <pc:chgData name="Mathias Olsson" userId="S::matholss@ug.kth.se::fec71c33-517b-442a-960e-bc86c9b67c9c" providerId="AD" clId="Web-{6FA10DEE-FCB0-244B-957B-6AD449A971BB}" dt="2024-05-29T12:13:11.484" v="137" actId="20577"/>
        <pc:sldMkLst>
          <pc:docMk/>
          <pc:sldMk cId="409420417" sldId="338"/>
        </pc:sldMkLst>
        <pc:spChg chg="mod">
          <ac:chgData name="Mathias Olsson" userId="S::matholss@ug.kth.se::fec71c33-517b-442a-960e-bc86c9b67c9c" providerId="AD" clId="Web-{6FA10DEE-FCB0-244B-957B-6AD449A971BB}" dt="2024-05-29T12:13:11.484" v="137" actId="20577"/>
          <ac:spMkLst>
            <pc:docMk/>
            <pc:sldMk cId="409420417" sldId="338"/>
            <ac:spMk id="4" creationId="{68003147-27BE-7492-36B6-F405F1156F31}"/>
          </ac:spMkLst>
        </pc:spChg>
      </pc:sldChg>
      <pc:sldChg chg="modSp">
        <pc:chgData name="Mathias Olsson" userId="S::matholss@ug.kth.se::fec71c33-517b-442a-960e-bc86c9b67c9c" providerId="AD" clId="Web-{6FA10DEE-FCB0-244B-957B-6AD449A971BB}" dt="2024-05-29T17:09:13.820" v="154" actId="20577"/>
        <pc:sldMkLst>
          <pc:docMk/>
          <pc:sldMk cId="336157800" sldId="346"/>
        </pc:sldMkLst>
        <pc:spChg chg="mod">
          <ac:chgData name="Mathias Olsson" userId="S::matholss@ug.kth.se::fec71c33-517b-442a-960e-bc86c9b67c9c" providerId="AD" clId="Web-{6FA10DEE-FCB0-244B-957B-6AD449A971BB}" dt="2024-05-29T17:09:13.820" v="154" actId="20577"/>
          <ac:spMkLst>
            <pc:docMk/>
            <pc:sldMk cId="336157800" sldId="346"/>
            <ac:spMk id="2" creationId="{EB60FC2B-80D1-9BD7-02B5-B4AF76422E58}"/>
          </ac:spMkLst>
        </pc:spChg>
      </pc:sldChg>
      <pc:sldChg chg="del">
        <pc:chgData name="Mathias Olsson" userId="S::matholss@ug.kth.se::fec71c33-517b-442a-960e-bc86c9b67c9c" providerId="AD" clId="Web-{6FA10DEE-FCB0-244B-957B-6AD449A971BB}" dt="2024-05-29T16:18:22.228" v="153"/>
        <pc:sldMkLst>
          <pc:docMk/>
          <pc:sldMk cId="1401224196" sldId="358"/>
        </pc:sldMkLst>
      </pc:sldChg>
      <pc:sldChg chg="modSp">
        <pc:chgData name="Mathias Olsson" userId="S::matholss@ug.kth.se::fec71c33-517b-442a-960e-bc86c9b67c9c" providerId="AD" clId="Web-{6FA10DEE-FCB0-244B-957B-6AD449A971BB}" dt="2024-05-29T17:15:45.884" v="187" actId="20577"/>
        <pc:sldMkLst>
          <pc:docMk/>
          <pc:sldMk cId="3024862766" sldId="359"/>
        </pc:sldMkLst>
        <pc:spChg chg="mod">
          <ac:chgData name="Mathias Olsson" userId="S::matholss@ug.kth.se::fec71c33-517b-442a-960e-bc86c9b67c9c" providerId="AD" clId="Web-{6FA10DEE-FCB0-244B-957B-6AD449A971BB}" dt="2024-05-29T17:15:45.884" v="187" actId="20577"/>
          <ac:spMkLst>
            <pc:docMk/>
            <pc:sldMk cId="3024862766" sldId="359"/>
            <ac:spMk id="3" creationId="{46BACD32-EF6F-1235-1A79-A03FF3EF20FD}"/>
          </ac:spMkLst>
        </pc:spChg>
      </pc:sldChg>
      <pc:sldChg chg="addSp modSp">
        <pc:chgData name="Mathias Olsson" userId="S::matholss@ug.kth.se::fec71c33-517b-442a-960e-bc86c9b67c9c" providerId="AD" clId="Web-{6FA10DEE-FCB0-244B-957B-6AD449A971BB}" dt="2024-05-29T17:25:41.480" v="190" actId="1076"/>
        <pc:sldMkLst>
          <pc:docMk/>
          <pc:sldMk cId="2370012312" sldId="361"/>
        </pc:sldMkLst>
        <pc:spChg chg="mod">
          <ac:chgData name="Mathias Olsson" userId="S::matholss@ug.kth.se::fec71c33-517b-442a-960e-bc86c9b67c9c" providerId="AD" clId="Web-{6FA10DEE-FCB0-244B-957B-6AD449A971BB}" dt="2024-05-29T09:30:44.788" v="15" actId="1076"/>
          <ac:spMkLst>
            <pc:docMk/>
            <pc:sldMk cId="2370012312" sldId="361"/>
            <ac:spMk id="6" creationId="{7458B94B-FF49-6D73-A9BA-C803CE1A2381}"/>
          </ac:spMkLst>
        </pc:spChg>
        <pc:picChg chg="add mod">
          <ac:chgData name="Mathias Olsson" userId="S::matholss@ug.kth.se::fec71c33-517b-442a-960e-bc86c9b67c9c" providerId="AD" clId="Web-{6FA10DEE-FCB0-244B-957B-6AD449A971BB}" dt="2024-05-29T17:25:41.480" v="190" actId="1076"/>
          <ac:picMkLst>
            <pc:docMk/>
            <pc:sldMk cId="2370012312" sldId="361"/>
            <ac:picMk id="8" creationId="{87ADC70D-6F79-6D80-F42E-46F6EDBCD5FD}"/>
          </ac:picMkLst>
        </pc:picChg>
        <pc:picChg chg="mod">
          <ac:chgData name="Mathias Olsson" userId="S::matholss@ug.kth.se::fec71c33-517b-442a-960e-bc86c9b67c9c" providerId="AD" clId="Web-{6FA10DEE-FCB0-244B-957B-6AD449A971BB}" dt="2024-05-29T09:30:40.475" v="14" actId="1076"/>
          <ac:picMkLst>
            <pc:docMk/>
            <pc:sldMk cId="2370012312" sldId="361"/>
            <ac:picMk id="1026" creationId="{92818D10-E524-C965-5047-02FF8EBFC729}"/>
          </ac:picMkLst>
        </pc:picChg>
      </pc:sldChg>
      <pc:sldChg chg="modSp">
        <pc:chgData name="Mathias Olsson" userId="S::matholss@ug.kth.se::fec71c33-517b-442a-960e-bc86c9b67c9c" providerId="AD" clId="Web-{6FA10DEE-FCB0-244B-957B-6AD449A971BB}" dt="2024-05-29T17:10:06.648" v="180" actId="20577"/>
        <pc:sldMkLst>
          <pc:docMk/>
          <pc:sldMk cId="3947924307" sldId="363"/>
        </pc:sldMkLst>
        <pc:spChg chg="mod">
          <ac:chgData name="Mathias Olsson" userId="S::matholss@ug.kth.se::fec71c33-517b-442a-960e-bc86c9b67c9c" providerId="AD" clId="Web-{6FA10DEE-FCB0-244B-957B-6AD449A971BB}" dt="2024-05-29T17:10:06.648" v="180" actId="20577"/>
          <ac:spMkLst>
            <pc:docMk/>
            <pc:sldMk cId="3947924307" sldId="363"/>
            <ac:spMk id="2" creationId="{EA025243-933B-B84D-8ABD-C29A9E8F233E}"/>
          </ac:spMkLst>
        </pc:spChg>
      </pc:sldChg>
      <pc:sldChg chg="modSp">
        <pc:chgData name="Mathias Olsson" userId="S::matholss@ug.kth.se::fec71c33-517b-442a-960e-bc86c9b67c9c" providerId="AD" clId="Web-{6FA10DEE-FCB0-244B-957B-6AD449A971BB}" dt="2024-05-29T10:49:24.799" v="84" actId="20577"/>
        <pc:sldMkLst>
          <pc:docMk/>
          <pc:sldMk cId="2911158593" sldId="364"/>
        </pc:sldMkLst>
        <pc:spChg chg="mod">
          <ac:chgData name="Mathias Olsson" userId="S::matholss@ug.kth.se::fec71c33-517b-442a-960e-bc86c9b67c9c" providerId="AD" clId="Web-{6FA10DEE-FCB0-244B-957B-6AD449A971BB}" dt="2024-05-29T10:49:24.799" v="84" actId="20577"/>
          <ac:spMkLst>
            <pc:docMk/>
            <pc:sldMk cId="2911158593" sldId="364"/>
            <ac:spMk id="2" creationId="{28A6469A-F05B-365E-6FFD-2980946671AA}"/>
          </ac:spMkLst>
        </pc:spChg>
        <pc:picChg chg="mod">
          <ac:chgData name="Mathias Olsson" userId="S::matholss@ug.kth.se::fec71c33-517b-442a-960e-bc86c9b67c9c" providerId="AD" clId="Web-{6FA10DEE-FCB0-244B-957B-6AD449A971BB}" dt="2024-05-29T10:48:21.502" v="68" actId="1076"/>
          <ac:picMkLst>
            <pc:docMk/>
            <pc:sldMk cId="2911158593" sldId="364"/>
            <ac:picMk id="1026" creationId="{5762139B-8F46-839A-71D8-87D9FA59D407}"/>
          </ac:picMkLst>
        </pc:picChg>
      </pc:sldChg>
      <pc:sldChg chg="modSp">
        <pc:chgData name="Mathias Olsson" userId="S::matholss@ug.kth.se::fec71c33-517b-442a-960e-bc86c9b67c9c" providerId="AD" clId="Web-{6FA10DEE-FCB0-244B-957B-6AD449A971BB}" dt="2024-05-29T08:55:02.583" v="9" actId="1076"/>
        <pc:sldMkLst>
          <pc:docMk/>
          <pc:sldMk cId="3444379465" sldId="367"/>
        </pc:sldMkLst>
        <pc:spChg chg="mod">
          <ac:chgData name="Mathias Olsson" userId="S::matholss@ug.kth.se::fec71c33-517b-442a-960e-bc86c9b67c9c" providerId="AD" clId="Web-{6FA10DEE-FCB0-244B-957B-6AD449A971BB}" dt="2024-05-29T08:55:02.583" v="9" actId="1076"/>
          <ac:spMkLst>
            <pc:docMk/>
            <pc:sldMk cId="3444379465" sldId="367"/>
            <ac:spMk id="4" creationId="{7F603EB1-216A-5826-1519-890AF03AAAAD}"/>
          </ac:spMkLst>
        </pc:spChg>
        <pc:spChg chg="mod">
          <ac:chgData name="Mathias Olsson" userId="S::matholss@ug.kth.se::fec71c33-517b-442a-960e-bc86c9b67c9c" providerId="AD" clId="Web-{6FA10DEE-FCB0-244B-957B-6AD449A971BB}" dt="2024-05-29T08:53:55.847" v="7" actId="20577"/>
          <ac:spMkLst>
            <pc:docMk/>
            <pc:sldMk cId="3444379465" sldId="367"/>
            <ac:spMk id="5" creationId="{8A776D34-6C5E-4FB0-E26A-03011A965953}"/>
          </ac:spMkLst>
        </pc:spChg>
      </pc:sldChg>
      <pc:sldChg chg="modSp">
        <pc:chgData name="Mathias Olsson" userId="S::matholss@ug.kth.se::fec71c33-517b-442a-960e-bc86c9b67c9c" providerId="AD" clId="Web-{6FA10DEE-FCB0-244B-957B-6AD449A971BB}" dt="2024-05-29T11:04:12.142" v="86"/>
        <pc:sldMkLst>
          <pc:docMk/>
          <pc:sldMk cId="1766771484" sldId="370"/>
        </pc:sldMkLst>
        <pc:picChg chg="mod modCrop">
          <ac:chgData name="Mathias Olsson" userId="S::matholss@ug.kth.se::fec71c33-517b-442a-960e-bc86c9b67c9c" providerId="AD" clId="Web-{6FA10DEE-FCB0-244B-957B-6AD449A971BB}" dt="2024-05-29T11:04:12.142" v="86"/>
          <ac:picMkLst>
            <pc:docMk/>
            <pc:sldMk cId="1766771484" sldId="370"/>
            <ac:picMk id="11" creationId="{750F8986-CAA0-2109-175D-09D613397CFB}"/>
          </ac:picMkLst>
        </pc:picChg>
      </pc:sldChg>
      <pc:sldChg chg="addSp modSp">
        <pc:chgData name="Mathias Olsson" userId="S::matholss@ug.kth.se::fec71c33-517b-442a-960e-bc86c9b67c9c" providerId="AD" clId="Web-{6FA10DEE-FCB0-244B-957B-6AD449A971BB}" dt="2024-05-29T12:24:48.265" v="152" actId="20577"/>
        <pc:sldMkLst>
          <pc:docMk/>
          <pc:sldMk cId="361916138" sldId="372"/>
        </pc:sldMkLst>
        <pc:spChg chg="mod">
          <ac:chgData name="Mathias Olsson" userId="S::matholss@ug.kth.se::fec71c33-517b-442a-960e-bc86c9b67c9c" providerId="AD" clId="Web-{6FA10DEE-FCB0-244B-957B-6AD449A971BB}" dt="2024-05-29T12:24:48.265" v="152" actId="20577"/>
          <ac:spMkLst>
            <pc:docMk/>
            <pc:sldMk cId="361916138" sldId="372"/>
            <ac:spMk id="3" creationId="{77C9C890-ADC6-0AA7-BBC0-05E856AA7C3C}"/>
          </ac:spMkLst>
        </pc:spChg>
        <pc:spChg chg="add mod">
          <ac:chgData name="Mathias Olsson" userId="S::matholss@ug.kth.se::fec71c33-517b-442a-960e-bc86c9b67c9c" providerId="AD" clId="Web-{6FA10DEE-FCB0-244B-957B-6AD449A971BB}" dt="2024-05-29T10:48:03.158" v="67" actId="1076"/>
          <ac:spMkLst>
            <pc:docMk/>
            <pc:sldMk cId="361916138" sldId="372"/>
            <ac:spMk id="6" creationId="{F24F96E2-35A5-A545-0592-5EF63FBBEB16}"/>
          </ac:spMkLst>
        </pc:spChg>
      </pc:sldChg>
      <pc:sldChg chg="modSp">
        <pc:chgData name="Mathias Olsson" userId="S::matholss@ug.kth.se::fec71c33-517b-442a-960e-bc86c9b67c9c" providerId="AD" clId="Web-{6FA10DEE-FCB0-244B-957B-6AD449A971BB}" dt="2024-05-29T17:47:51.908" v="201" actId="20577"/>
        <pc:sldMkLst>
          <pc:docMk/>
          <pc:sldMk cId="323572504" sldId="375"/>
        </pc:sldMkLst>
        <pc:spChg chg="mod">
          <ac:chgData name="Mathias Olsson" userId="S::matholss@ug.kth.se::fec71c33-517b-442a-960e-bc86c9b67c9c" providerId="AD" clId="Web-{6FA10DEE-FCB0-244B-957B-6AD449A971BB}" dt="2024-05-29T17:47:51.908" v="201" actId="20577"/>
          <ac:spMkLst>
            <pc:docMk/>
            <pc:sldMk cId="323572504" sldId="375"/>
            <ac:spMk id="2" creationId="{41CF5CBE-22C2-7526-C4E6-289C00B7FCF5}"/>
          </ac:spMkLst>
        </pc:spChg>
      </pc:sldChg>
      <pc:sldChg chg="del">
        <pc:chgData name="Mathias Olsson" userId="S::matholss@ug.kth.se::fec71c33-517b-442a-960e-bc86c9b67c9c" providerId="AD" clId="Web-{6FA10DEE-FCB0-244B-957B-6AD449A971BB}" dt="2024-05-29T11:38:57.234" v="87"/>
        <pc:sldMkLst>
          <pc:docMk/>
          <pc:sldMk cId="3437589221" sldId="379"/>
        </pc:sldMkLst>
      </pc:sldChg>
      <pc:sldChg chg="del">
        <pc:chgData name="Mathias Olsson" userId="S::matholss@ug.kth.se::fec71c33-517b-442a-960e-bc86c9b67c9c" providerId="AD" clId="Web-{6FA10DEE-FCB0-244B-957B-6AD449A971BB}" dt="2024-05-29T11:39:00.063" v="88"/>
        <pc:sldMkLst>
          <pc:docMk/>
          <pc:sldMk cId="193930325" sldId="380"/>
        </pc:sldMkLst>
      </pc:sldChg>
    </pc:docChg>
  </pc:docChgLst>
  <pc:docChgLst>
    <pc:chgData name="Sahand Khodabandehloo" userId="92a4d15b-4eda-49bc-b91d-0101534f1052" providerId="ADAL" clId="{0CDBDEE7-4207-4515-B19E-891757BCC483}"/>
    <pc:docChg chg="undo redo custSel addSld delSld modSld sldOrd">
      <pc:chgData name="Sahand Khodabandehloo" userId="92a4d15b-4eda-49bc-b91d-0101534f1052" providerId="ADAL" clId="{0CDBDEE7-4207-4515-B19E-891757BCC483}" dt="2024-05-30T08:51:01.597" v="4921"/>
      <pc:docMkLst>
        <pc:docMk/>
      </pc:docMkLst>
      <pc:sldChg chg="modSp mod modTransition">
        <pc:chgData name="Sahand Khodabandehloo" userId="92a4d15b-4eda-49bc-b91d-0101534f1052" providerId="ADAL" clId="{0CDBDEE7-4207-4515-B19E-891757BCC483}" dt="2024-05-29T13:47:47.175" v="3792"/>
        <pc:sldMkLst>
          <pc:docMk/>
          <pc:sldMk cId="855215445" sldId="325"/>
        </pc:sldMkLst>
        <pc:picChg chg="ord">
          <ac:chgData name="Sahand Khodabandehloo" userId="92a4d15b-4eda-49bc-b91d-0101534f1052" providerId="ADAL" clId="{0CDBDEE7-4207-4515-B19E-891757BCC483}" dt="2024-05-28T15:26:17.379" v="3438" actId="167"/>
          <ac:picMkLst>
            <pc:docMk/>
            <pc:sldMk cId="855215445" sldId="325"/>
            <ac:picMk id="8" creationId="{40C315D9-5045-5491-D720-4E962EAF8880}"/>
          </ac:picMkLst>
        </pc:picChg>
      </pc:sldChg>
      <pc:sldChg chg="addSp delSp modSp mod modTransition">
        <pc:chgData name="Sahand Khodabandehloo" userId="92a4d15b-4eda-49bc-b91d-0101534f1052" providerId="ADAL" clId="{0CDBDEE7-4207-4515-B19E-891757BCC483}" dt="2024-05-29T13:49:43.845" v="3802"/>
        <pc:sldMkLst>
          <pc:docMk/>
          <pc:sldMk cId="2910866480" sldId="326"/>
        </pc:sldMkLst>
        <pc:spChg chg="mod">
          <ac:chgData name="Sahand Khodabandehloo" userId="92a4d15b-4eda-49bc-b91d-0101534f1052" providerId="ADAL" clId="{0CDBDEE7-4207-4515-B19E-891757BCC483}" dt="2024-05-26T09:14:12.822" v="163" actId="403"/>
          <ac:spMkLst>
            <pc:docMk/>
            <pc:sldMk cId="2910866480" sldId="326"/>
            <ac:spMk id="3" creationId="{4D038CD2-9585-7E51-5359-D52935A77DF0}"/>
          </ac:spMkLst>
        </pc:spChg>
        <pc:spChg chg="mod">
          <ac:chgData name="Sahand Khodabandehloo" userId="92a4d15b-4eda-49bc-b91d-0101534f1052" providerId="ADAL" clId="{0CDBDEE7-4207-4515-B19E-891757BCC483}" dt="2024-05-26T09:13:45.725" v="159" actId="20577"/>
          <ac:spMkLst>
            <pc:docMk/>
            <pc:sldMk cId="2910866480" sldId="326"/>
            <ac:spMk id="5" creationId="{DE9EDB55-C0CF-1610-24F0-07462C63BCEB}"/>
          </ac:spMkLst>
        </pc:spChg>
        <pc:spChg chg="add mod">
          <ac:chgData name="Sahand Khodabandehloo" userId="92a4d15b-4eda-49bc-b91d-0101534f1052" providerId="ADAL" clId="{0CDBDEE7-4207-4515-B19E-891757BCC483}" dt="2024-05-26T16:42:00.423" v="1575" actId="478"/>
          <ac:spMkLst>
            <pc:docMk/>
            <pc:sldMk cId="2910866480" sldId="326"/>
            <ac:spMk id="7" creationId="{851CBB4C-6E89-F2E2-44A5-C100AD534DA0}"/>
          </ac:spMkLst>
        </pc:spChg>
        <pc:picChg chg="del mod">
          <ac:chgData name="Sahand Khodabandehloo" userId="92a4d15b-4eda-49bc-b91d-0101534f1052" providerId="ADAL" clId="{0CDBDEE7-4207-4515-B19E-891757BCC483}" dt="2024-05-26T16:42:00.423" v="1575" actId="478"/>
          <ac:picMkLst>
            <pc:docMk/>
            <pc:sldMk cId="2910866480" sldId="326"/>
            <ac:picMk id="8" creationId="{9DA934D8-2609-4227-78DF-CF8F07A2F9C7}"/>
          </ac:picMkLst>
        </pc:picChg>
        <pc:picChg chg="add mod">
          <ac:chgData name="Sahand Khodabandehloo" userId="92a4d15b-4eda-49bc-b91d-0101534f1052" providerId="ADAL" clId="{0CDBDEE7-4207-4515-B19E-891757BCC483}" dt="2024-05-26T16:42:15.547" v="1578" actId="14100"/>
          <ac:picMkLst>
            <pc:docMk/>
            <pc:sldMk cId="2910866480" sldId="326"/>
            <ac:picMk id="1026" creationId="{BA1DC3BB-7465-54C3-C7C2-9E81626745CD}"/>
          </ac:picMkLst>
        </pc:picChg>
      </pc:sldChg>
      <pc:sldChg chg="modSp mod modTransition">
        <pc:chgData name="Sahand Khodabandehloo" userId="92a4d15b-4eda-49bc-b91d-0101534f1052" providerId="ADAL" clId="{0CDBDEE7-4207-4515-B19E-891757BCC483}" dt="2024-05-29T13:47:47.175" v="3792"/>
        <pc:sldMkLst>
          <pc:docMk/>
          <pc:sldMk cId="2810133685" sldId="327"/>
        </pc:sldMkLst>
        <pc:spChg chg="mod">
          <ac:chgData name="Sahand Khodabandehloo" userId="92a4d15b-4eda-49bc-b91d-0101534f1052" providerId="ADAL" clId="{0CDBDEE7-4207-4515-B19E-891757BCC483}" dt="2024-05-26T09:16:12.017" v="172" actId="20577"/>
          <ac:spMkLst>
            <pc:docMk/>
            <pc:sldMk cId="2810133685" sldId="327"/>
            <ac:spMk id="5" creationId="{241D8BC6-DD9D-7F06-3B9F-9F2B462E4984}"/>
          </ac:spMkLst>
        </pc:spChg>
      </pc:sldChg>
      <pc:sldChg chg="modSp mod">
        <pc:chgData name="Sahand Khodabandehloo" userId="92a4d15b-4eda-49bc-b91d-0101534f1052" providerId="ADAL" clId="{0CDBDEE7-4207-4515-B19E-891757BCC483}" dt="2024-05-26T15:53:09.662" v="798" actId="20577"/>
        <pc:sldMkLst>
          <pc:docMk/>
          <pc:sldMk cId="2924417010" sldId="328"/>
        </pc:sldMkLst>
        <pc:spChg chg="mod">
          <ac:chgData name="Sahand Khodabandehloo" userId="92a4d15b-4eda-49bc-b91d-0101534f1052" providerId="ADAL" clId="{0CDBDEE7-4207-4515-B19E-891757BCC483}" dt="2024-05-26T15:53:09.662" v="798" actId="20577"/>
          <ac:spMkLst>
            <pc:docMk/>
            <pc:sldMk cId="2924417010" sldId="328"/>
            <ac:spMk id="4" creationId="{78D3FE44-803A-0FCA-D29B-EB40225C360F}"/>
          </ac:spMkLst>
        </pc:spChg>
      </pc:sldChg>
      <pc:sldChg chg="del">
        <pc:chgData name="Sahand Khodabandehloo" userId="92a4d15b-4eda-49bc-b91d-0101534f1052" providerId="ADAL" clId="{0CDBDEE7-4207-4515-B19E-891757BCC483}" dt="2024-05-26T09:09:51.314" v="3" actId="47"/>
        <pc:sldMkLst>
          <pc:docMk/>
          <pc:sldMk cId="758882227" sldId="335"/>
        </pc:sldMkLst>
      </pc:sldChg>
      <pc:sldChg chg="del">
        <pc:chgData name="Sahand Khodabandehloo" userId="92a4d15b-4eda-49bc-b91d-0101534f1052" providerId="ADAL" clId="{0CDBDEE7-4207-4515-B19E-891757BCC483}" dt="2024-05-26T09:09:26.506" v="2" actId="47"/>
        <pc:sldMkLst>
          <pc:docMk/>
          <pc:sldMk cId="2499958832" sldId="336"/>
        </pc:sldMkLst>
      </pc:sldChg>
      <pc:sldChg chg="addSp delSp modSp del mod ord modTransition modNotesTx">
        <pc:chgData name="Sahand Khodabandehloo" userId="92a4d15b-4eda-49bc-b91d-0101534f1052" providerId="ADAL" clId="{0CDBDEE7-4207-4515-B19E-891757BCC483}" dt="2024-05-29T17:29:48.909" v="4186" actId="47"/>
        <pc:sldMkLst>
          <pc:docMk/>
          <pc:sldMk cId="394375464" sldId="337"/>
        </pc:sldMkLst>
        <pc:spChg chg="mod">
          <ac:chgData name="Sahand Khodabandehloo" userId="92a4d15b-4eda-49bc-b91d-0101534f1052" providerId="ADAL" clId="{0CDBDEE7-4207-4515-B19E-891757BCC483}" dt="2024-05-26T16:30:22.486" v="1548" actId="20577"/>
          <ac:spMkLst>
            <pc:docMk/>
            <pc:sldMk cId="394375464" sldId="337"/>
            <ac:spMk id="2" creationId="{FE92A9E4-3B33-8623-FB27-6D7248C372EA}"/>
          </ac:spMkLst>
        </pc:spChg>
        <pc:spChg chg="mod">
          <ac:chgData name="Sahand Khodabandehloo" userId="92a4d15b-4eda-49bc-b91d-0101534f1052" providerId="ADAL" clId="{0CDBDEE7-4207-4515-B19E-891757BCC483}" dt="2024-05-29T11:12:41.773" v="3568" actId="20577"/>
          <ac:spMkLst>
            <pc:docMk/>
            <pc:sldMk cId="394375464" sldId="337"/>
            <ac:spMk id="3" creationId="{18559EBB-1744-14F2-6EEA-D5BDC030F0C9}"/>
          </ac:spMkLst>
        </pc:spChg>
        <pc:spChg chg="del mod">
          <ac:chgData name="Sahand Khodabandehloo" userId="92a4d15b-4eda-49bc-b91d-0101534f1052" providerId="ADAL" clId="{0CDBDEE7-4207-4515-B19E-891757BCC483}" dt="2024-05-26T18:22:11.825" v="2068" actId="478"/>
          <ac:spMkLst>
            <pc:docMk/>
            <pc:sldMk cId="394375464" sldId="337"/>
            <ac:spMk id="4" creationId="{AAD9F940-BA56-74F7-87F0-7199A77BB8B8}"/>
          </ac:spMkLst>
        </pc:spChg>
        <pc:spChg chg="mod">
          <ac:chgData name="Sahand Khodabandehloo" userId="92a4d15b-4eda-49bc-b91d-0101534f1052" providerId="ADAL" clId="{0CDBDEE7-4207-4515-B19E-891757BCC483}" dt="2024-05-26T18:22:27.877" v="2071" actId="465"/>
          <ac:spMkLst>
            <pc:docMk/>
            <pc:sldMk cId="394375464" sldId="337"/>
            <ac:spMk id="5" creationId="{621A83F6-ADD2-533E-DD3D-2171EC6F7E11}"/>
          </ac:spMkLst>
        </pc:spChg>
        <pc:spChg chg="add mod">
          <ac:chgData name="Sahand Khodabandehloo" userId="92a4d15b-4eda-49bc-b91d-0101534f1052" providerId="ADAL" clId="{0CDBDEE7-4207-4515-B19E-891757BCC483}" dt="2024-05-29T15:05:29.442" v="3839" actId="6549"/>
          <ac:spMkLst>
            <pc:docMk/>
            <pc:sldMk cId="394375464" sldId="337"/>
            <ac:spMk id="6" creationId="{5F325FF0-C850-E120-5834-99BFC117121C}"/>
          </ac:spMkLst>
        </pc:spChg>
        <pc:spChg chg="add del mod">
          <ac:chgData name="Sahand Khodabandehloo" userId="92a4d15b-4eda-49bc-b91d-0101534f1052" providerId="ADAL" clId="{0CDBDEE7-4207-4515-B19E-891757BCC483}" dt="2024-05-26T18:22:07.821" v="2066" actId="478"/>
          <ac:spMkLst>
            <pc:docMk/>
            <pc:sldMk cId="394375464" sldId="337"/>
            <ac:spMk id="6" creationId="{D17DB5B2-8F12-4C2A-D018-C12FD16160B5}"/>
          </ac:spMkLst>
        </pc:spChg>
        <pc:spChg chg="mod">
          <ac:chgData name="Sahand Khodabandehloo" userId="92a4d15b-4eda-49bc-b91d-0101534f1052" providerId="ADAL" clId="{0CDBDEE7-4207-4515-B19E-891757BCC483}" dt="2024-05-26T09:26:36.645" v="197" actId="20577"/>
          <ac:spMkLst>
            <pc:docMk/>
            <pc:sldMk cId="394375464" sldId="337"/>
            <ac:spMk id="8" creationId="{8B1640E3-ACD2-7360-A022-281862D31457}"/>
          </ac:spMkLst>
        </pc:spChg>
        <pc:spChg chg="mod">
          <ac:chgData name="Sahand Khodabandehloo" userId="92a4d15b-4eda-49bc-b91d-0101534f1052" providerId="ADAL" clId="{0CDBDEE7-4207-4515-B19E-891757BCC483}" dt="2024-05-28T12:28:55.159" v="2979" actId="20577"/>
          <ac:spMkLst>
            <pc:docMk/>
            <pc:sldMk cId="394375464" sldId="337"/>
            <ac:spMk id="10" creationId="{A508684D-1AA5-491C-E832-1EB26568CC05}"/>
          </ac:spMkLst>
        </pc:spChg>
        <pc:spChg chg="add del mod">
          <ac:chgData name="Sahand Khodabandehloo" userId="92a4d15b-4eda-49bc-b91d-0101534f1052" providerId="ADAL" clId="{0CDBDEE7-4207-4515-B19E-891757BCC483}" dt="2024-05-26T18:22:04.353" v="2064" actId="478"/>
          <ac:spMkLst>
            <pc:docMk/>
            <pc:sldMk cId="394375464" sldId="337"/>
            <ac:spMk id="11" creationId="{3FE9FCFF-DB0B-28A0-AC61-CFCB265C5B31}"/>
          </ac:spMkLst>
        </pc:spChg>
        <pc:spChg chg="add del mod">
          <ac:chgData name="Sahand Khodabandehloo" userId="92a4d15b-4eda-49bc-b91d-0101534f1052" providerId="ADAL" clId="{0CDBDEE7-4207-4515-B19E-891757BCC483}" dt="2024-05-26T16:07:55.553" v="1030" actId="478"/>
          <ac:spMkLst>
            <pc:docMk/>
            <pc:sldMk cId="394375464" sldId="337"/>
            <ac:spMk id="12" creationId="{80DB1155-7936-8D71-FC58-4AAECDC6B560}"/>
          </ac:spMkLst>
        </pc:spChg>
        <pc:spChg chg="add del mod">
          <ac:chgData name="Sahand Khodabandehloo" userId="92a4d15b-4eda-49bc-b91d-0101534f1052" providerId="ADAL" clId="{0CDBDEE7-4207-4515-B19E-891757BCC483}" dt="2024-05-26T16:07:55.033" v="1029" actId="478"/>
          <ac:spMkLst>
            <pc:docMk/>
            <pc:sldMk cId="394375464" sldId="337"/>
            <ac:spMk id="14" creationId="{49BCF463-DDA3-566D-DABD-D4BF30B039D1}"/>
          </ac:spMkLst>
        </pc:spChg>
        <pc:spChg chg="add del mod">
          <ac:chgData name="Sahand Khodabandehloo" userId="92a4d15b-4eda-49bc-b91d-0101534f1052" providerId="ADAL" clId="{0CDBDEE7-4207-4515-B19E-891757BCC483}" dt="2024-05-26T18:22:05.720" v="2065" actId="478"/>
          <ac:spMkLst>
            <pc:docMk/>
            <pc:sldMk cId="394375464" sldId="337"/>
            <ac:spMk id="20" creationId="{5AD83651-5996-674E-4ADE-905C8AFDBD34}"/>
          </ac:spMkLst>
        </pc:spChg>
        <pc:spChg chg="add del mod">
          <ac:chgData name="Sahand Khodabandehloo" userId="92a4d15b-4eda-49bc-b91d-0101534f1052" providerId="ADAL" clId="{0CDBDEE7-4207-4515-B19E-891757BCC483}" dt="2024-05-26T18:22:09.883" v="2067" actId="478"/>
          <ac:spMkLst>
            <pc:docMk/>
            <pc:sldMk cId="394375464" sldId="337"/>
            <ac:spMk id="22" creationId="{5D78AF3C-971E-9CC3-0FB1-EB4D5FC7AF7A}"/>
          </ac:spMkLst>
        </pc:spChg>
        <pc:spChg chg="add del mod">
          <ac:chgData name="Sahand Khodabandehloo" userId="92a4d15b-4eda-49bc-b91d-0101534f1052" providerId="ADAL" clId="{0CDBDEE7-4207-4515-B19E-891757BCC483}" dt="2024-05-26T18:22:13.331" v="2069" actId="478"/>
          <ac:spMkLst>
            <pc:docMk/>
            <pc:sldMk cId="394375464" sldId="337"/>
            <ac:spMk id="24" creationId="{625433EB-D6C0-8793-E903-5E1BB9973713}"/>
          </ac:spMkLst>
        </pc:spChg>
        <pc:picChg chg="add mod">
          <ac:chgData name="Sahand Khodabandehloo" userId="92a4d15b-4eda-49bc-b91d-0101534f1052" providerId="ADAL" clId="{0CDBDEE7-4207-4515-B19E-891757BCC483}" dt="2024-05-26T09:36:50.117" v="327"/>
          <ac:picMkLst>
            <pc:docMk/>
            <pc:sldMk cId="394375464" sldId="337"/>
            <ac:picMk id="9" creationId="{0DE217DE-9801-0BF4-281B-DAE43471E870}"/>
          </ac:picMkLst>
        </pc:picChg>
        <pc:picChg chg="mod">
          <ac:chgData name="Sahand Khodabandehloo" userId="92a4d15b-4eda-49bc-b91d-0101534f1052" providerId="ADAL" clId="{0CDBDEE7-4207-4515-B19E-891757BCC483}" dt="2024-05-26T09:42:49.935" v="423" actId="14826"/>
          <ac:picMkLst>
            <pc:docMk/>
            <pc:sldMk cId="394375464" sldId="337"/>
            <ac:picMk id="15" creationId="{D6EBC2A8-A6B3-B04E-41A4-25A9A0676AD0}"/>
          </ac:picMkLst>
        </pc:picChg>
        <pc:picChg chg="mod">
          <ac:chgData name="Sahand Khodabandehloo" userId="92a4d15b-4eda-49bc-b91d-0101534f1052" providerId="ADAL" clId="{0CDBDEE7-4207-4515-B19E-891757BCC483}" dt="2024-05-26T18:22:22.095" v="2070" actId="465"/>
          <ac:picMkLst>
            <pc:docMk/>
            <pc:sldMk cId="394375464" sldId="337"/>
            <ac:picMk id="16" creationId="{5231DDDB-E29E-8882-E71C-20340171D8DC}"/>
          </ac:picMkLst>
        </pc:picChg>
        <pc:picChg chg="mod">
          <ac:chgData name="Sahand Khodabandehloo" userId="92a4d15b-4eda-49bc-b91d-0101534f1052" providerId="ADAL" clId="{0CDBDEE7-4207-4515-B19E-891757BCC483}" dt="2024-05-26T09:45:49.895" v="448" actId="14826"/>
          <ac:picMkLst>
            <pc:docMk/>
            <pc:sldMk cId="394375464" sldId="337"/>
            <ac:picMk id="17" creationId="{488A4C2A-F5B5-FAD1-D810-289B2092FF6C}"/>
          </ac:picMkLst>
        </pc:picChg>
        <pc:picChg chg="mod">
          <ac:chgData name="Sahand Khodabandehloo" userId="92a4d15b-4eda-49bc-b91d-0101534f1052" providerId="ADAL" clId="{0CDBDEE7-4207-4515-B19E-891757BCC483}" dt="2024-05-26T09:39:22.974" v="334" actId="14826"/>
          <ac:picMkLst>
            <pc:docMk/>
            <pc:sldMk cId="394375464" sldId="337"/>
            <ac:picMk id="18" creationId="{1FB107C6-83C2-4539-D841-857D29AC76A1}"/>
          </ac:picMkLst>
        </pc:picChg>
      </pc:sldChg>
      <pc:sldChg chg="modSp mod modTransition">
        <pc:chgData name="Sahand Khodabandehloo" userId="92a4d15b-4eda-49bc-b91d-0101534f1052" providerId="ADAL" clId="{0CDBDEE7-4207-4515-B19E-891757BCC483}" dt="2024-05-29T13:47:47.175" v="3792"/>
        <pc:sldMkLst>
          <pc:docMk/>
          <pc:sldMk cId="409420417" sldId="338"/>
        </pc:sldMkLst>
        <pc:spChg chg="mod">
          <ac:chgData name="Sahand Khodabandehloo" userId="92a4d15b-4eda-49bc-b91d-0101534f1052" providerId="ADAL" clId="{0CDBDEE7-4207-4515-B19E-891757BCC483}" dt="2024-05-26T15:52:37.574" v="794" actId="20577"/>
          <ac:spMkLst>
            <pc:docMk/>
            <pc:sldMk cId="409420417" sldId="338"/>
            <ac:spMk id="3" creationId="{AA5BCABC-85E9-BA68-F054-2D77592245F0}"/>
          </ac:spMkLst>
        </pc:spChg>
        <pc:spChg chg="mod">
          <ac:chgData name="Sahand Khodabandehloo" userId="92a4d15b-4eda-49bc-b91d-0101534f1052" providerId="ADAL" clId="{0CDBDEE7-4207-4515-B19E-891757BCC483}" dt="2024-05-26T15:52:21.810" v="778" actId="20577"/>
          <ac:spMkLst>
            <pc:docMk/>
            <pc:sldMk cId="409420417" sldId="338"/>
            <ac:spMk id="4" creationId="{68003147-27BE-7492-36B6-F405F1156F31}"/>
          </ac:spMkLst>
        </pc:spChg>
        <pc:spChg chg="mod">
          <ac:chgData name="Sahand Khodabandehloo" userId="92a4d15b-4eda-49bc-b91d-0101534f1052" providerId="ADAL" clId="{0CDBDEE7-4207-4515-B19E-891757BCC483}" dt="2024-05-26T09:21:19.579" v="184" actId="20577"/>
          <ac:spMkLst>
            <pc:docMk/>
            <pc:sldMk cId="409420417" sldId="338"/>
            <ac:spMk id="6" creationId="{BB7103A8-AEEA-50D3-BE61-CC85D24BDF23}"/>
          </ac:spMkLst>
        </pc:spChg>
        <pc:picChg chg="mod">
          <ac:chgData name="Sahand Khodabandehloo" userId="92a4d15b-4eda-49bc-b91d-0101534f1052" providerId="ADAL" clId="{0CDBDEE7-4207-4515-B19E-891757BCC483}" dt="2024-05-27T18:24:48.514" v="2853" actId="14100"/>
          <ac:picMkLst>
            <pc:docMk/>
            <pc:sldMk cId="409420417" sldId="338"/>
            <ac:picMk id="10" creationId="{FD09086D-1AEC-6326-A0C8-4B22D7674648}"/>
          </ac:picMkLst>
        </pc:picChg>
      </pc:sldChg>
      <pc:sldChg chg="modSp mod modTransition">
        <pc:chgData name="Sahand Khodabandehloo" userId="92a4d15b-4eda-49bc-b91d-0101534f1052" providerId="ADAL" clId="{0CDBDEE7-4207-4515-B19E-891757BCC483}" dt="2024-05-29T13:52:16.641" v="3830"/>
        <pc:sldMkLst>
          <pc:docMk/>
          <pc:sldMk cId="3334127647" sldId="339"/>
        </pc:sldMkLst>
        <pc:spChg chg="mod">
          <ac:chgData name="Sahand Khodabandehloo" userId="92a4d15b-4eda-49bc-b91d-0101534f1052" providerId="ADAL" clId="{0CDBDEE7-4207-4515-B19E-891757BCC483}" dt="2024-05-26T09:11:53.714" v="82" actId="20577"/>
          <ac:spMkLst>
            <pc:docMk/>
            <pc:sldMk cId="3334127647" sldId="339"/>
            <ac:spMk id="27" creationId="{BB8B6963-69FE-8A03-5E86-2BF855024B00}"/>
          </ac:spMkLst>
        </pc:spChg>
        <pc:picChg chg="mod">
          <ac:chgData name="Sahand Khodabandehloo" userId="92a4d15b-4eda-49bc-b91d-0101534f1052" providerId="ADAL" clId="{0CDBDEE7-4207-4515-B19E-891757BCC483}" dt="2024-05-26T16:36:55.409" v="1565" actId="14826"/>
          <ac:picMkLst>
            <pc:docMk/>
            <pc:sldMk cId="3334127647" sldId="339"/>
            <ac:picMk id="17" creationId="{6D8705D1-EA1F-3113-ABE0-EC474D1F18DA}"/>
          </ac:picMkLst>
        </pc:picChg>
        <pc:picChg chg="mod">
          <ac:chgData name="Sahand Khodabandehloo" userId="92a4d15b-4eda-49bc-b91d-0101534f1052" providerId="ADAL" clId="{0CDBDEE7-4207-4515-B19E-891757BCC483}" dt="2024-05-26T16:38:07.346" v="1573" actId="14826"/>
          <ac:picMkLst>
            <pc:docMk/>
            <pc:sldMk cId="3334127647" sldId="339"/>
            <ac:picMk id="22" creationId="{862BA3D8-52E1-692C-F244-F7882DAD2287}"/>
          </ac:picMkLst>
        </pc:picChg>
      </pc:sldChg>
      <pc:sldChg chg="addSp delSp modSp new del mod">
        <pc:chgData name="Sahand Khodabandehloo" userId="92a4d15b-4eda-49bc-b91d-0101534f1052" providerId="ADAL" clId="{0CDBDEE7-4207-4515-B19E-891757BCC483}" dt="2024-05-26T16:29:58.060" v="1526" actId="47"/>
        <pc:sldMkLst>
          <pc:docMk/>
          <pc:sldMk cId="122837600" sldId="340"/>
        </pc:sldMkLst>
        <pc:spChg chg="mod">
          <ac:chgData name="Sahand Khodabandehloo" userId="92a4d15b-4eda-49bc-b91d-0101534f1052" providerId="ADAL" clId="{0CDBDEE7-4207-4515-B19E-891757BCC483}" dt="2024-05-26T09:25:53.872" v="190" actId="20577"/>
          <ac:spMkLst>
            <pc:docMk/>
            <pc:sldMk cId="122837600" sldId="340"/>
            <ac:spMk id="2" creationId="{C06C9CB7-7D4A-8D9E-AADD-4B7DE7AC8EDC}"/>
          </ac:spMkLst>
        </pc:spChg>
        <pc:spChg chg="del">
          <ac:chgData name="Sahand Khodabandehloo" userId="92a4d15b-4eda-49bc-b91d-0101534f1052" providerId="ADAL" clId="{0CDBDEE7-4207-4515-B19E-891757BCC483}" dt="2024-05-26T09:28:13.374" v="198" actId="931"/>
          <ac:spMkLst>
            <pc:docMk/>
            <pc:sldMk cId="122837600" sldId="340"/>
            <ac:spMk id="6" creationId="{67B4F05B-4CB1-5A1D-863E-304DBA6FD0DE}"/>
          </ac:spMkLst>
        </pc:spChg>
        <pc:spChg chg="add mod">
          <ac:chgData name="Sahand Khodabandehloo" userId="92a4d15b-4eda-49bc-b91d-0101534f1052" providerId="ADAL" clId="{0CDBDEE7-4207-4515-B19E-891757BCC483}" dt="2024-05-26T09:36:09.069" v="325"/>
          <ac:spMkLst>
            <pc:docMk/>
            <pc:sldMk cId="122837600" sldId="340"/>
            <ac:spMk id="9" creationId="{A1A7EE2C-A5D1-C754-34B5-61F8E6F8A4BF}"/>
          </ac:spMkLst>
        </pc:spChg>
        <pc:picChg chg="add mod">
          <ac:chgData name="Sahand Khodabandehloo" userId="92a4d15b-4eda-49bc-b91d-0101534f1052" providerId="ADAL" clId="{0CDBDEE7-4207-4515-B19E-891757BCC483}" dt="2024-05-26T09:28:13.890" v="200" actId="962"/>
          <ac:picMkLst>
            <pc:docMk/>
            <pc:sldMk cId="122837600" sldId="340"/>
            <ac:picMk id="8" creationId="{2C96A848-BAA0-2F49-FC6D-0D2AF5DEBBA6}"/>
          </ac:picMkLst>
        </pc:picChg>
      </pc:sldChg>
      <pc:sldChg chg="del">
        <pc:chgData name="Sahand Khodabandehloo" userId="92a4d15b-4eda-49bc-b91d-0101534f1052" providerId="ADAL" clId="{0CDBDEE7-4207-4515-B19E-891757BCC483}" dt="2024-05-26T09:08:45.613" v="1" actId="47"/>
        <pc:sldMkLst>
          <pc:docMk/>
          <pc:sldMk cId="1532294508" sldId="340"/>
        </pc:sldMkLst>
      </pc:sldChg>
      <pc:sldChg chg="del">
        <pc:chgData name="Sahand Khodabandehloo" userId="92a4d15b-4eda-49bc-b91d-0101534f1052" providerId="ADAL" clId="{0CDBDEE7-4207-4515-B19E-891757BCC483}" dt="2024-05-26T09:08:43.924" v="0" actId="47"/>
        <pc:sldMkLst>
          <pc:docMk/>
          <pc:sldMk cId="2039901714" sldId="341"/>
        </pc:sldMkLst>
      </pc:sldChg>
      <pc:sldChg chg="addSp modSp new mod modTransition modNotesTx">
        <pc:chgData name="Sahand Khodabandehloo" userId="92a4d15b-4eda-49bc-b91d-0101534f1052" providerId="ADAL" clId="{0CDBDEE7-4207-4515-B19E-891757BCC483}" dt="2024-05-30T01:47:21.409" v="4862" actId="20577"/>
        <pc:sldMkLst>
          <pc:docMk/>
          <pc:sldMk cId="2735995946" sldId="341"/>
        </pc:sldMkLst>
        <pc:spChg chg="mod">
          <ac:chgData name="Sahand Khodabandehloo" userId="92a4d15b-4eda-49bc-b91d-0101534f1052" providerId="ADAL" clId="{0CDBDEE7-4207-4515-B19E-891757BCC483}" dt="2024-05-26T18:37:35.552" v="2440" actId="20577"/>
          <ac:spMkLst>
            <pc:docMk/>
            <pc:sldMk cId="2735995946" sldId="341"/>
            <ac:spMk id="2" creationId="{EB60FC2B-80D1-9BD7-02B5-B4AF76422E58}"/>
          </ac:spMkLst>
        </pc:spChg>
        <pc:spChg chg="mod">
          <ac:chgData name="Sahand Khodabandehloo" userId="92a4d15b-4eda-49bc-b91d-0101534f1052" providerId="ADAL" clId="{0CDBDEE7-4207-4515-B19E-891757BCC483}" dt="2024-05-26T16:17:14.432" v="1202" actId="20577"/>
          <ac:spMkLst>
            <pc:docMk/>
            <pc:sldMk cId="2735995946" sldId="341"/>
            <ac:spMk id="5" creationId="{738FAE1C-EA2F-1618-F658-785740454A31}"/>
          </ac:spMkLst>
        </pc:spChg>
        <pc:spChg chg="add mod">
          <ac:chgData name="Sahand Khodabandehloo" userId="92a4d15b-4eda-49bc-b91d-0101534f1052" providerId="ADAL" clId="{0CDBDEE7-4207-4515-B19E-891757BCC483}" dt="2024-05-29T11:35:40.193" v="3595" actId="1076"/>
          <ac:spMkLst>
            <pc:docMk/>
            <pc:sldMk cId="2735995946" sldId="341"/>
            <ac:spMk id="8" creationId="{CB974D9C-0161-9438-6F56-5CDA76EE08FF}"/>
          </ac:spMkLst>
        </pc:spChg>
        <pc:spChg chg="add mod">
          <ac:chgData name="Sahand Khodabandehloo" userId="92a4d15b-4eda-49bc-b91d-0101534f1052" providerId="ADAL" clId="{0CDBDEE7-4207-4515-B19E-891757BCC483}" dt="2024-05-29T11:37:09.088" v="3607" actId="20577"/>
          <ac:spMkLst>
            <pc:docMk/>
            <pc:sldMk cId="2735995946" sldId="341"/>
            <ac:spMk id="10" creationId="{027FAC5F-07BA-17F3-2D7C-BC52AB188153}"/>
          </ac:spMkLst>
        </pc:spChg>
        <pc:picChg chg="add mod">
          <ac:chgData name="Sahand Khodabandehloo" userId="92a4d15b-4eda-49bc-b91d-0101534f1052" providerId="ADAL" clId="{0CDBDEE7-4207-4515-B19E-891757BCC483}" dt="2024-05-26T16:29:04.133" v="1525" actId="408"/>
          <ac:picMkLst>
            <pc:docMk/>
            <pc:sldMk cId="2735995946" sldId="341"/>
            <ac:picMk id="7" creationId="{5857FA9D-473C-454F-C15A-7A0B87816659}"/>
          </ac:picMkLst>
        </pc:picChg>
        <pc:picChg chg="add mod">
          <ac:chgData name="Sahand Khodabandehloo" userId="92a4d15b-4eda-49bc-b91d-0101534f1052" providerId="ADAL" clId="{0CDBDEE7-4207-4515-B19E-891757BCC483}" dt="2024-05-29T11:37:01.657" v="3605" actId="1076"/>
          <ac:picMkLst>
            <pc:docMk/>
            <pc:sldMk cId="2735995946" sldId="341"/>
            <ac:picMk id="1026" creationId="{BF9BAAE3-4D2E-91C9-24B0-D8F35C7BC9CF}"/>
          </ac:picMkLst>
        </pc:picChg>
        <pc:picChg chg="add mod">
          <ac:chgData name="Sahand Khodabandehloo" userId="92a4d15b-4eda-49bc-b91d-0101534f1052" providerId="ADAL" clId="{0CDBDEE7-4207-4515-B19E-891757BCC483}" dt="2024-05-29T11:35:15.059" v="3586" actId="1076"/>
          <ac:picMkLst>
            <pc:docMk/>
            <pc:sldMk cId="2735995946" sldId="341"/>
            <ac:picMk id="1028" creationId="{9FE8B31C-04E9-E18A-6CAA-B99A17A6B811}"/>
          </ac:picMkLst>
        </pc:picChg>
      </pc:sldChg>
      <pc:sldChg chg="modSp add del mod ord">
        <pc:chgData name="Sahand Khodabandehloo" userId="92a4d15b-4eda-49bc-b91d-0101534f1052" providerId="ADAL" clId="{0CDBDEE7-4207-4515-B19E-891757BCC483}" dt="2024-05-26T16:21:15.152" v="1347" actId="47"/>
        <pc:sldMkLst>
          <pc:docMk/>
          <pc:sldMk cId="3349662645" sldId="342"/>
        </pc:sldMkLst>
        <pc:spChg chg="mod">
          <ac:chgData name="Sahand Khodabandehloo" userId="92a4d15b-4eda-49bc-b91d-0101534f1052" providerId="ADAL" clId="{0CDBDEE7-4207-4515-B19E-891757BCC483}" dt="2024-05-26T16:21:14.167" v="1346" actId="21"/>
          <ac:spMkLst>
            <pc:docMk/>
            <pc:sldMk cId="3349662645" sldId="342"/>
            <ac:spMk id="2" creationId="{EB60FC2B-80D1-9BD7-02B5-B4AF76422E58}"/>
          </ac:spMkLst>
        </pc:spChg>
      </pc:sldChg>
      <pc:sldChg chg="modSp add del mod">
        <pc:chgData name="Sahand Khodabandehloo" userId="92a4d15b-4eda-49bc-b91d-0101534f1052" providerId="ADAL" clId="{0CDBDEE7-4207-4515-B19E-891757BCC483}" dt="2024-05-26T16:20:12.770" v="1337" actId="47"/>
        <pc:sldMkLst>
          <pc:docMk/>
          <pc:sldMk cId="3137146366" sldId="343"/>
        </pc:sldMkLst>
        <pc:spChg chg="mod">
          <ac:chgData name="Sahand Khodabandehloo" userId="92a4d15b-4eda-49bc-b91d-0101534f1052" providerId="ADAL" clId="{0CDBDEE7-4207-4515-B19E-891757BCC483}" dt="2024-05-26T16:20:11.649" v="1336" actId="21"/>
          <ac:spMkLst>
            <pc:docMk/>
            <pc:sldMk cId="3137146366" sldId="343"/>
            <ac:spMk id="2" creationId="{EB60FC2B-80D1-9BD7-02B5-B4AF76422E58}"/>
          </ac:spMkLst>
        </pc:spChg>
      </pc:sldChg>
      <pc:sldChg chg="modSp add del mod">
        <pc:chgData name="Sahand Khodabandehloo" userId="92a4d15b-4eda-49bc-b91d-0101534f1052" providerId="ADAL" clId="{0CDBDEE7-4207-4515-B19E-891757BCC483}" dt="2024-05-26T16:20:23.787" v="1341" actId="47"/>
        <pc:sldMkLst>
          <pc:docMk/>
          <pc:sldMk cId="1688754689" sldId="344"/>
        </pc:sldMkLst>
        <pc:spChg chg="mod">
          <ac:chgData name="Sahand Khodabandehloo" userId="92a4d15b-4eda-49bc-b91d-0101534f1052" providerId="ADAL" clId="{0CDBDEE7-4207-4515-B19E-891757BCC483}" dt="2024-05-26T16:20:22.798" v="1340" actId="21"/>
          <ac:spMkLst>
            <pc:docMk/>
            <pc:sldMk cId="1688754689" sldId="344"/>
            <ac:spMk id="2" creationId="{EB60FC2B-80D1-9BD7-02B5-B4AF76422E58}"/>
          </ac:spMkLst>
        </pc:spChg>
      </pc:sldChg>
      <pc:sldChg chg="addSp delSp modSp add del mod ord">
        <pc:chgData name="Sahand Khodabandehloo" userId="92a4d15b-4eda-49bc-b91d-0101534f1052" providerId="ADAL" clId="{0CDBDEE7-4207-4515-B19E-891757BCC483}" dt="2024-05-27T15:27:30.054" v="2705" actId="47"/>
        <pc:sldMkLst>
          <pc:docMk/>
          <pc:sldMk cId="3506524810" sldId="345"/>
        </pc:sldMkLst>
        <pc:spChg chg="mod">
          <ac:chgData name="Sahand Khodabandehloo" userId="92a4d15b-4eda-49bc-b91d-0101534f1052" providerId="ADAL" clId="{0CDBDEE7-4207-4515-B19E-891757BCC483}" dt="2024-05-26T18:37:51.726" v="2444" actId="20577"/>
          <ac:spMkLst>
            <pc:docMk/>
            <pc:sldMk cId="3506524810" sldId="345"/>
            <ac:spMk id="2" creationId="{EB60FC2B-80D1-9BD7-02B5-B4AF76422E58}"/>
          </ac:spMkLst>
        </pc:spChg>
        <pc:spChg chg="add del">
          <ac:chgData name="Sahand Khodabandehloo" userId="92a4d15b-4eda-49bc-b91d-0101534f1052" providerId="ADAL" clId="{0CDBDEE7-4207-4515-B19E-891757BCC483}" dt="2024-05-26T16:19:25.766" v="1324" actId="478"/>
          <ac:spMkLst>
            <pc:docMk/>
            <pc:sldMk cId="3506524810" sldId="345"/>
            <ac:spMk id="3" creationId="{88A7FCAD-32D9-D2F8-F2DB-2D02A7901B27}"/>
          </ac:spMkLst>
        </pc:spChg>
        <pc:picChg chg="add mod">
          <ac:chgData name="Sahand Khodabandehloo" userId="92a4d15b-4eda-49bc-b91d-0101534f1052" providerId="ADAL" clId="{0CDBDEE7-4207-4515-B19E-891757BCC483}" dt="2024-05-26T16:18:51.500" v="1319"/>
          <ac:picMkLst>
            <pc:docMk/>
            <pc:sldMk cId="3506524810" sldId="345"/>
            <ac:picMk id="6" creationId="{6A134A44-3EB6-5D3E-51A3-38D9B1028353}"/>
          </ac:picMkLst>
        </pc:picChg>
        <pc:picChg chg="add mod">
          <ac:chgData name="Sahand Khodabandehloo" userId="92a4d15b-4eda-49bc-b91d-0101534f1052" providerId="ADAL" clId="{0CDBDEE7-4207-4515-B19E-891757BCC483}" dt="2024-05-26T16:19:19.135" v="1323" actId="1076"/>
          <ac:picMkLst>
            <pc:docMk/>
            <pc:sldMk cId="3506524810" sldId="345"/>
            <ac:picMk id="7" creationId="{558DD1FB-4C53-5FD4-9890-4D544BE048E9}"/>
          </ac:picMkLst>
        </pc:picChg>
      </pc:sldChg>
      <pc:sldChg chg="addSp delSp modSp add mod ord modTransition modNotesTx">
        <pc:chgData name="Sahand Khodabandehloo" userId="92a4d15b-4eda-49bc-b91d-0101534f1052" providerId="ADAL" clId="{0CDBDEE7-4207-4515-B19E-891757BCC483}" dt="2024-05-30T01:47:41.315" v="4870" actId="20577"/>
        <pc:sldMkLst>
          <pc:docMk/>
          <pc:sldMk cId="336157800" sldId="346"/>
        </pc:sldMkLst>
        <pc:spChg chg="mod">
          <ac:chgData name="Sahand Khodabandehloo" userId="92a4d15b-4eda-49bc-b91d-0101534f1052" providerId="ADAL" clId="{0CDBDEE7-4207-4515-B19E-891757BCC483}" dt="2024-05-29T17:08:25.490" v="3947" actId="20577"/>
          <ac:spMkLst>
            <pc:docMk/>
            <pc:sldMk cId="336157800" sldId="346"/>
            <ac:spMk id="2" creationId="{EB60FC2B-80D1-9BD7-02B5-B4AF76422E58}"/>
          </ac:spMkLst>
        </pc:spChg>
        <pc:spChg chg="add mod">
          <ac:chgData name="Sahand Khodabandehloo" userId="92a4d15b-4eda-49bc-b91d-0101534f1052" providerId="ADAL" clId="{0CDBDEE7-4207-4515-B19E-891757BCC483}" dt="2024-05-26T16:24:36.908" v="1448" actId="403"/>
          <ac:spMkLst>
            <pc:docMk/>
            <pc:sldMk cId="336157800" sldId="346"/>
            <ac:spMk id="6" creationId="{198606F5-C3B2-0550-3E02-431EBDDCB6FD}"/>
          </ac:spMkLst>
        </pc:spChg>
        <pc:spChg chg="add mod">
          <ac:chgData name="Sahand Khodabandehloo" userId="92a4d15b-4eda-49bc-b91d-0101534f1052" providerId="ADAL" clId="{0CDBDEE7-4207-4515-B19E-891757BCC483}" dt="2024-05-26T16:24:25.335" v="1444" actId="20577"/>
          <ac:spMkLst>
            <pc:docMk/>
            <pc:sldMk cId="336157800" sldId="346"/>
            <ac:spMk id="8" creationId="{0B6651D5-5CE4-3E25-12FF-018DBD38CFEC}"/>
          </ac:spMkLst>
        </pc:spChg>
        <pc:spChg chg="add del">
          <ac:chgData name="Sahand Khodabandehloo" userId="92a4d15b-4eda-49bc-b91d-0101534f1052" providerId="ADAL" clId="{0CDBDEE7-4207-4515-B19E-891757BCC483}" dt="2024-05-29T16:26:04.204" v="3853" actId="22"/>
          <ac:spMkLst>
            <pc:docMk/>
            <pc:sldMk cId="336157800" sldId="346"/>
            <ac:spMk id="10" creationId="{457CEC12-B067-ADD4-AC03-A07F12D712A4}"/>
          </ac:spMkLst>
        </pc:spChg>
        <pc:picChg chg="add mod">
          <ac:chgData name="Sahand Khodabandehloo" userId="92a4d15b-4eda-49bc-b91d-0101534f1052" providerId="ADAL" clId="{0CDBDEE7-4207-4515-B19E-891757BCC483}" dt="2024-05-26T16:22:53.556" v="1362" actId="14100"/>
          <ac:picMkLst>
            <pc:docMk/>
            <pc:sldMk cId="336157800" sldId="346"/>
            <ac:picMk id="3" creationId="{80CB69F8-9AB8-6417-1D58-B31D9B6472BB}"/>
          </ac:picMkLst>
        </pc:picChg>
        <pc:picChg chg="mod">
          <ac:chgData name="Sahand Khodabandehloo" userId="92a4d15b-4eda-49bc-b91d-0101534f1052" providerId="ADAL" clId="{0CDBDEE7-4207-4515-B19E-891757BCC483}" dt="2024-05-26T16:22:43.843" v="1360" actId="14100"/>
          <ac:picMkLst>
            <pc:docMk/>
            <pc:sldMk cId="336157800" sldId="346"/>
            <ac:picMk id="7" creationId="{558DD1FB-4C53-5FD4-9890-4D544BE048E9}"/>
          </ac:picMkLst>
        </pc:picChg>
      </pc:sldChg>
      <pc:sldChg chg="modSp add del mod">
        <pc:chgData name="Sahand Khodabandehloo" userId="92a4d15b-4eda-49bc-b91d-0101534f1052" providerId="ADAL" clId="{0CDBDEE7-4207-4515-B19E-891757BCC483}" dt="2024-05-27T15:29:48.986" v="2811" actId="47"/>
        <pc:sldMkLst>
          <pc:docMk/>
          <pc:sldMk cId="787201381" sldId="347"/>
        </pc:sldMkLst>
        <pc:spChg chg="mod">
          <ac:chgData name="Sahand Khodabandehloo" userId="92a4d15b-4eda-49bc-b91d-0101534f1052" providerId="ADAL" clId="{0CDBDEE7-4207-4515-B19E-891757BCC483}" dt="2024-05-26T18:38:03.411" v="2454" actId="20577"/>
          <ac:spMkLst>
            <pc:docMk/>
            <pc:sldMk cId="787201381" sldId="347"/>
            <ac:spMk id="2" creationId="{EB60FC2B-80D1-9BD7-02B5-B4AF76422E58}"/>
          </ac:spMkLst>
        </pc:spChg>
        <pc:picChg chg="mod">
          <ac:chgData name="Sahand Khodabandehloo" userId="92a4d15b-4eda-49bc-b91d-0101534f1052" providerId="ADAL" clId="{0CDBDEE7-4207-4515-B19E-891757BCC483}" dt="2024-05-26T16:20:49.619" v="1343" actId="14826"/>
          <ac:picMkLst>
            <pc:docMk/>
            <pc:sldMk cId="787201381" sldId="347"/>
            <ac:picMk id="7" creationId="{558DD1FB-4C53-5FD4-9890-4D544BE048E9}"/>
          </ac:picMkLst>
        </pc:picChg>
      </pc:sldChg>
      <pc:sldChg chg="modSp add del mod ord">
        <pc:chgData name="Sahand Khodabandehloo" userId="92a4d15b-4eda-49bc-b91d-0101534f1052" providerId="ADAL" clId="{0CDBDEE7-4207-4515-B19E-891757BCC483}" dt="2024-05-27T15:25:45.504" v="2628" actId="47"/>
        <pc:sldMkLst>
          <pc:docMk/>
          <pc:sldMk cId="2202034280" sldId="348"/>
        </pc:sldMkLst>
        <pc:spChg chg="mod">
          <ac:chgData name="Sahand Khodabandehloo" userId="92a4d15b-4eda-49bc-b91d-0101534f1052" providerId="ADAL" clId="{0CDBDEE7-4207-4515-B19E-891757BCC483}" dt="2024-05-26T18:36:23.495" v="2395" actId="20577"/>
          <ac:spMkLst>
            <pc:docMk/>
            <pc:sldMk cId="2202034280" sldId="348"/>
            <ac:spMk id="2" creationId="{EB60FC2B-80D1-9BD7-02B5-B4AF76422E58}"/>
          </ac:spMkLst>
        </pc:spChg>
        <pc:picChg chg="mod">
          <ac:chgData name="Sahand Khodabandehloo" userId="92a4d15b-4eda-49bc-b91d-0101534f1052" providerId="ADAL" clId="{0CDBDEE7-4207-4515-B19E-891757BCC483}" dt="2024-05-26T16:21:12.545" v="1345" actId="14826"/>
          <ac:picMkLst>
            <pc:docMk/>
            <pc:sldMk cId="2202034280" sldId="348"/>
            <ac:picMk id="7" creationId="{558DD1FB-4C53-5FD4-9890-4D544BE048E9}"/>
          </ac:picMkLst>
        </pc:picChg>
      </pc:sldChg>
      <pc:sldChg chg="modSp new mod modTransition">
        <pc:chgData name="Sahand Khodabandehloo" userId="92a4d15b-4eda-49bc-b91d-0101534f1052" providerId="ADAL" clId="{0CDBDEE7-4207-4515-B19E-891757BCC483}" dt="2024-05-29T13:47:47.175" v="3792"/>
        <pc:sldMkLst>
          <pc:docMk/>
          <pc:sldMk cId="2396674377" sldId="349"/>
        </pc:sldMkLst>
        <pc:spChg chg="mod">
          <ac:chgData name="Sahand Khodabandehloo" userId="92a4d15b-4eda-49bc-b91d-0101534f1052" providerId="ADAL" clId="{0CDBDEE7-4207-4515-B19E-891757BCC483}" dt="2024-05-26T16:25:24.283" v="1457" actId="20577"/>
          <ac:spMkLst>
            <pc:docMk/>
            <pc:sldMk cId="2396674377" sldId="349"/>
            <ac:spMk id="3" creationId="{1C09AC3A-2A82-4486-5F3A-94CEC1172D50}"/>
          </ac:spMkLst>
        </pc:spChg>
      </pc:sldChg>
      <pc:sldChg chg="addSp delSp modSp new del mod ord">
        <pc:chgData name="Sahand Khodabandehloo" userId="92a4d15b-4eda-49bc-b91d-0101534f1052" providerId="ADAL" clId="{0CDBDEE7-4207-4515-B19E-891757BCC483}" dt="2024-05-26T18:06:30.567" v="1645" actId="47"/>
        <pc:sldMkLst>
          <pc:docMk/>
          <pc:sldMk cId="2188316017" sldId="350"/>
        </pc:sldMkLst>
        <pc:spChg chg="mod">
          <ac:chgData name="Sahand Khodabandehloo" userId="92a4d15b-4eda-49bc-b91d-0101534f1052" providerId="ADAL" clId="{0CDBDEE7-4207-4515-B19E-891757BCC483}" dt="2024-05-26T16:26:24.133" v="1485" actId="20577"/>
          <ac:spMkLst>
            <pc:docMk/>
            <pc:sldMk cId="2188316017" sldId="350"/>
            <ac:spMk id="2" creationId="{9FCBAD12-D4DD-8FAF-89CA-FC6C7852EFBF}"/>
          </ac:spMkLst>
        </pc:spChg>
        <pc:spChg chg="add del">
          <ac:chgData name="Sahand Khodabandehloo" userId="92a4d15b-4eda-49bc-b91d-0101534f1052" providerId="ADAL" clId="{0CDBDEE7-4207-4515-B19E-891757BCC483}" dt="2024-05-26T16:26:54.004" v="1492" actId="478"/>
          <ac:spMkLst>
            <pc:docMk/>
            <pc:sldMk cId="2188316017" sldId="350"/>
            <ac:spMk id="3" creationId="{411D4BEC-7F1F-8AB4-D61D-FC491A220B8B}"/>
          </ac:spMkLst>
        </pc:spChg>
        <pc:spChg chg="mod">
          <ac:chgData name="Sahand Khodabandehloo" userId="92a4d15b-4eda-49bc-b91d-0101534f1052" providerId="ADAL" clId="{0CDBDEE7-4207-4515-B19E-891757BCC483}" dt="2024-05-26T16:33:28.938" v="1556" actId="20577"/>
          <ac:spMkLst>
            <pc:docMk/>
            <pc:sldMk cId="2188316017" sldId="350"/>
            <ac:spMk id="5" creationId="{2273CDBD-1EEF-707E-D8E5-4BAF9CA35ED0}"/>
          </ac:spMkLst>
        </pc:spChg>
        <pc:picChg chg="add mod">
          <ac:chgData name="Sahand Khodabandehloo" userId="92a4d15b-4eda-49bc-b91d-0101534f1052" providerId="ADAL" clId="{0CDBDEE7-4207-4515-B19E-891757BCC483}" dt="2024-05-26T16:26:36.107" v="1487"/>
          <ac:picMkLst>
            <pc:docMk/>
            <pc:sldMk cId="2188316017" sldId="350"/>
            <ac:picMk id="6" creationId="{9744DE62-9417-B235-606A-5237C8AA1C10}"/>
          </ac:picMkLst>
        </pc:picChg>
        <pc:picChg chg="add mod">
          <ac:chgData name="Sahand Khodabandehloo" userId="92a4d15b-4eda-49bc-b91d-0101534f1052" providerId="ADAL" clId="{0CDBDEE7-4207-4515-B19E-891757BCC483}" dt="2024-05-26T16:26:50.722" v="1491" actId="1076"/>
          <ac:picMkLst>
            <pc:docMk/>
            <pc:sldMk cId="2188316017" sldId="350"/>
            <ac:picMk id="7" creationId="{662EFC91-EEF1-DEA1-FF4B-78C547E9DBE5}"/>
          </ac:picMkLst>
        </pc:picChg>
        <pc:picChg chg="add del mod">
          <ac:chgData name="Sahand Khodabandehloo" userId="92a4d15b-4eda-49bc-b91d-0101534f1052" providerId="ADAL" clId="{0CDBDEE7-4207-4515-B19E-891757BCC483}" dt="2024-05-26T18:03:04.028" v="1625" actId="21"/>
          <ac:picMkLst>
            <pc:docMk/>
            <pc:sldMk cId="2188316017" sldId="350"/>
            <ac:picMk id="8" creationId="{17C09BF6-B446-B8C2-0FB9-5EC4CEE1264C}"/>
          </ac:picMkLst>
        </pc:picChg>
      </pc:sldChg>
      <pc:sldChg chg="new del">
        <pc:chgData name="Sahand Khodabandehloo" userId="92a4d15b-4eda-49bc-b91d-0101534f1052" providerId="ADAL" clId="{0CDBDEE7-4207-4515-B19E-891757BCC483}" dt="2024-05-26T16:25:35.460" v="1459" actId="680"/>
        <pc:sldMkLst>
          <pc:docMk/>
          <pc:sldMk cId="4229442615" sldId="350"/>
        </pc:sldMkLst>
      </pc:sldChg>
      <pc:sldChg chg="addSp delSp modSp add del mod">
        <pc:chgData name="Sahand Khodabandehloo" userId="92a4d15b-4eda-49bc-b91d-0101534f1052" providerId="ADAL" clId="{0CDBDEE7-4207-4515-B19E-891757BCC483}" dt="2024-05-26T16:27:29.638" v="1503" actId="47"/>
        <pc:sldMkLst>
          <pc:docMk/>
          <pc:sldMk cId="310219988" sldId="351"/>
        </pc:sldMkLst>
        <pc:picChg chg="add mod">
          <ac:chgData name="Sahand Khodabandehloo" userId="92a4d15b-4eda-49bc-b91d-0101534f1052" providerId="ADAL" clId="{0CDBDEE7-4207-4515-B19E-891757BCC483}" dt="2024-05-26T16:27:17.836" v="1497"/>
          <ac:picMkLst>
            <pc:docMk/>
            <pc:sldMk cId="310219988" sldId="351"/>
            <ac:picMk id="3" creationId="{CDB8D02C-E100-2917-E95E-BC3816CCD502}"/>
          </ac:picMkLst>
        </pc:picChg>
        <pc:picChg chg="add mod">
          <ac:chgData name="Sahand Khodabandehloo" userId="92a4d15b-4eda-49bc-b91d-0101534f1052" providerId="ADAL" clId="{0CDBDEE7-4207-4515-B19E-891757BCC483}" dt="2024-05-26T16:27:27.397" v="1501"/>
          <ac:picMkLst>
            <pc:docMk/>
            <pc:sldMk cId="310219988" sldId="351"/>
            <ac:picMk id="6" creationId="{0E6630E1-3C85-404B-309D-66B3A5486944}"/>
          </ac:picMkLst>
        </pc:picChg>
        <pc:picChg chg="add del mod">
          <ac:chgData name="Sahand Khodabandehloo" userId="92a4d15b-4eda-49bc-b91d-0101534f1052" providerId="ADAL" clId="{0CDBDEE7-4207-4515-B19E-891757BCC483}" dt="2024-05-26T16:27:28.508" v="1502" actId="478"/>
          <ac:picMkLst>
            <pc:docMk/>
            <pc:sldMk cId="310219988" sldId="351"/>
            <ac:picMk id="7" creationId="{662EFC91-EEF1-DEA1-FF4B-78C547E9DBE5}"/>
          </ac:picMkLst>
        </pc:picChg>
      </pc:sldChg>
      <pc:sldChg chg="new del">
        <pc:chgData name="Sahand Khodabandehloo" userId="92a4d15b-4eda-49bc-b91d-0101534f1052" providerId="ADAL" clId="{0CDBDEE7-4207-4515-B19E-891757BCC483}" dt="2024-05-26T16:26:14.587" v="1462" actId="47"/>
        <pc:sldMkLst>
          <pc:docMk/>
          <pc:sldMk cId="1350780115" sldId="351"/>
        </pc:sldMkLst>
      </pc:sldChg>
      <pc:sldChg chg="addSp delSp modSp new mod modTransition modNotesTx">
        <pc:chgData name="Sahand Khodabandehloo" userId="92a4d15b-4eda-49bc-b91d-0101534f1052" providerId="ADAL" clId="{0CDBDEE7-4207-4515-B19E-891757BCC483}" dt="2024-05-30T08:33:35.474" v="4914" actId="20577"/>
        <pc:sldMkLst>
          <pc:docMk/>
          <pc:sldMk cId="2385366656" sldId="351"/>
        </pc:sldMkLst>
        <pc:spChg chg="mod">
          <ac:chgData name="Sahand Khodabandehloo" userId="92a4d15b-4eda-49bc-b91d-0101534f1052" providerId="ADAL" clId="{0CDBDEE7-4207-4515-B19E-891757BCC483}" dt="2024-05-27T15:31:44.759" v="2851" actId="20577"/>
          <ac:spMkLst>
            <pc:docMk/>
            <pc:sldMk cId="2385366656" sldId="351"/>
            <ac:spMk id="2" creationId="{606D9930-F857-EA53-C59B-2F6767D605E0}"/>
          </ac:spMkLst>
        </pc:spChg>
        <pc:spChg chg="mod">
          <ac:chgData name="Sahand Khodabandehloo" userId="92a4d15b-4eda-49bc-b91d-0101534f1052" providerId="ADAL" clId="{0CDBDEE7-4207-4515-B19E-891757BCC483}" dt="2024-05-26T17:56:30.523" v="1579"/>
          <ac:spMkLst>
            <pc:docMk/>
            <pc:sldMk cId="2385366656" sldId="351"/>
            <ac:spMk id="5" creationId="{9FC9D4DD-301B-A1C1-A0EB-B3DA5821E9E8}"/>
          </ac:spMkLst>
        </pc:spChg>
        <pc:picChg chg="add mod">
          <ac:chgData name="Sahand Khodabandehloo" userId="92a4d15b-4eda-49bc-b91d-0101534f1052" providerId="ADAL" clId="{0CDBDEE7-4207-4515-B19E-891757BCC483}" dt="2024-05-26T16:34:13.705" v="1562" actId="408"/>
          <ac:picMkLst>
            <pc:docMk/>
            <pc:sldMk cId="2385366656" sldId="351"/>
            <ac:picMk id="6" creationId="{18373F45-24B9-C1AD-ADF1-05060AB8F6BE}"/>
          </ac:picMkLst>
        </pc:picChg>
        <pc:picChg chg="add del">
          <ac:chgData name="Sahand Khodabandehloo" userId="92a4d15b-4eda-49bc-b91d-0101534f1052" providerId="ADAL" clId="{0CDBDEE7-4207-4515-B19E-891757BCC483}" dt="2024-05-26T16:33:44.493" v="1558" actId="478"/>
          <ac:picMkLst>
            <pc:docMk/>
            <pc:sldMk cId="2385366656" sldId="351"/>
            <ac:picMk id="8" creationId="{543F0C27-CA75-A1C5-A2E1-508603C77B42}"/>
          </ac:picMkLst>
        </pc:picChg>
      </pc:sldChg>
      <pc:sldChg chg="modSp new mod modTransition modNotesTx">
        <pc:chgData name="Sahand Khodabandehloo" userId="92a4d15b-4eda-49bc-b91d-0101534f1052" providerId="ADAL" clId="{0CDBDEE7-4207-4515-B19E-891757BCC483}" dt="2024-05-29T13:47:47.175" v="3792"/>
        <pc:sldMkLst>
          <pc:docMk/>
          <pc:sldMk cId="808628628" sldId="352"/>
        </pc:sldMkLst>
        <pc:spChg chg="mod">
          <ac:chgData name="Sahand Khodabandehloo" userId="92a4d15b-4eda-49bc-b91d-0101534f1052" providerId="ADAL" clId="{0CDBDEE7-4207-4515-B19E-891757BCC483}" dt="2024-05-26T16:30:05.658" v="1532" actId="20577"/>
          <ac:spMkLst>
            <pc:docMk/>
            <pc:sldMk cId="808628628" sldId="352"/>
            <ac:spMk id="3" creationId="{84E888DF-4BBF-4BBC-2441-DD0983ED7B28}"/>
          </ac:spMkLst>
        </pc:spChg>
      </pc:sldChg>
      <pc:sldChg chg="addSp delSp modSp add mod ord modTransition modNotesTx">
        <pc:chgData name="Sahand Khodabandehloo" userId="92a4d15b-4eda-49bc-b91d-0101534f1052" providerId="ADAL" clId="{0CDBDEE7-4207-4515-B19E-891757BCC483}" dt="2024-05-30T08:31:43.590" v="4912" actId="20577"/>
        <pc:sldMkLst>
          <pc:docMk/>
          <pc:sldMk cId="1929046266" sldId="353"/>
        </pc:sldMkLst>
        <pc:spChg chg="mod">
          <ac:chgData name="Sahand Khodabandehloo" userId="92a4d15b-4eda-49bc-b91d-0101534f1052" providerId="ADAL" clId="{0CDBDEE7-4207-4515-B19E-891757BCC483}" dt="2024-05-27T15:31:41.647" v="2849" actId="20577"/>
          <ac:spMkLst>
            <pc:docMk/>
            <pc:sldMk cId="1929046266" sldId="353"/>
            <ac:spMk id="2" creationId="{606D9930-F857-EA53-C59B-2F6767D605E0}"/>
          </ac:spMkLst>
        </pc:spChg>
        <pc:picChg chg="del">
          <ac:chgData name="Sahand Khodabandehloo" userId="92a4d15b-4eda-49bc-b91d-0101534f1052" providerId="ADAL" clId="{0CDBDEE7-4207-4515-B19E-891757BCC483}" dt="2024-05-26T17:57:03.783" v="1582" actId="478"/>
          <ac:picMkLst>
            <pc:docMk/>
            <pc:sldMk cId="1929046266" sldId="353"/>
            <ac:picMk id="6" creationId="{18373F45-24B9-C1AD-ADF1-05060AB8F6BE}"/>
          </ac:picMkLst>
        </pc:picChg>
        <pc:picChg chg="add mod">
          <ac:chgData name="Sahand Khodabandehloo" userId="92a4d15b-4eda-49bc-b91d-0101534f1052" providerId="ADAL" clId="{0CDBDEE7-4207-4515-B19E-891757BCC483}" dt="2024-05-26T18:01:11.876" v="1610" actId="14100"/>
          <ac:picMkLst>
            <pc:docMk/>
            <pc:sldMk cId="1929046266" sldId="353"/>
            <ac:picMk id="7" creationId="{9FFA0FD4-06AA-E6BD-0EBF-707CF9A91BB0}"/>
          </ac:picMkLst>
        </pc:picChg>
        <pc:picChg chg="add mod modCrop">
          <ac:chgData name="Sahand Khodabandehloo" userId="92a4d15b-4eda-49bc-b91d-0101534f1052" providerId="ADAL" clId="{0CDBDEE7-4207-4515-B19E-891757BCC483}" dt="2024-05-26T18:01:30.036" v="1615" actId="732"/>
          <ac:picMkLst>
            <pc:docMk/>
            <pc:sldMk cId="1929046266" sldId="353"/>
            <ac:picMk id="8" creationId="{896F337E-1E60-AFA2-2CC4-A8DB1F0753CB}"/>
          </ac:picMkLst>
        </pc:picChg>
        <pc:picChg chg="add mod modCrop">
          <ac:chgData name="Sahand Khodabandehloo" userId="92a4d15b-4eda-49bc-b91d-0101534f1052" providerId="ADAL" clId="{0CDBDEE7-4207-4515-B19E-891757BCC483}" dt="2024-05-26T18:01:37.804" v="1616" actId="14100"/>
          <ac:picMkLst>
            <pc:docMk/>
            <pc:sldMk cId="1929046266" sldId="353"/>
            <ac:picMk id="9" creationId="{0A669DA8-95EB-D341-DC50-AA91C2510B70}"/>
          </ac:picMkLst>
        </pc:picChg>
      </pc:sldChg>
      <pc:sldChg chg="addSp delSp modSp add mod ord modTransition modNotesTx">
        <pc:chgData name="Sahand Khodabandehloo" userId="92a4d15b-4eda-49bc-b91d-0101534f1052" providerId="ADAL" clId="{0CDBDEE7-4207-4515-B19E-891757BCC483}" dt="2024-05-30T08:33:50.536" v="4918" actId="20577"/>
        <pc:sldMkLst>
          <pc:docMk/>
          <pc:sldMk cId="3053219561" sldId="354"/>
        </pc:sldMkLst>
        <pc:spChg chg="mod">
          <ac:chgData name="Sahand Khodabandehloo" userId="92a4d15b-4eda-49bc-b91d-0101534f1052" providerId="ADAL" clId="{0CDBDEE7-4207-4515-B19E-891757BCC483}" dt="2024-05-26T18:32:22.422" v="2351" actId="6549"/>
          <ac:spMkLst>
            <pc:docMk/>
            <pc:sldMk cId="3053219561" sldId="354"/>
            <ac:spMk id="2" creationId="{606D9930-F857-EA53-C59B-2F6767D605E0}"/>
          </ac:spMkLst>
        </pc:spChg>
        <pc:picChg chg="add mod ord">
          <ac:chgData name="Sahand Khodabandehloo" userId="92a4d15b-4eda-49bc-b91d-0101534f1052" providerId="ADAL" clId="{0CDBDEE7-4207-4515-B19E-891757BCC483}" dt="2024-05-29T16:47:49.541" v="3887" actId="14100"/>
          <ac:picMkLst>
            <pc:docMk/>
            <pc:sldMk cId="3053219561" sldId="354"/>
            <ac:picMk id="6" creationId="{0D184D75-D70B-98C7-BB7C-D49B07B448F4}"/>
          </ac:picMkLst>
        </pc:picChg>
        <pc:picChg chg="del">
          <ac:chgData name="Sahand Khodabandehloo" userId="92a4d15b-4eda-49bc-b91d-0101534f1052" providerId="ADAL" clId="{0CDBDEE7-4207-4515-B19E-891757BCC483}" dt="2024-05-26T18:02:52.717" v="1620" actId="478"/>
          <ac:picMkLst>
            <pc:docMk/>
            <pc:sldMk cId="3053219561" sldId="354"/>
            <ac:picMk id="7" creationId="{9FFA0FD4-06AA-E6BD-0EBF-707CF9A91BB0}"/>
          </ac:picMkLst>
        </pc:picChg>
        <pc:picChg chg="del">
          <ac:chgData name="Sahand Khodabandehloo" userId="92a4d15b-4eda-49bc-b91d-0101534f1052" providerId="ADAL" clId="{0CDBDEE7-4207-4515-B19E-891757BCC483}" dt="2024-05-26T18:02:53.777" v="1622" actId="478"/>
          <ac:picMkLst>
            <pc:docMk/>
            <pc:sldMk cId="3053219561" sldId="354"/>
            <ac:picMk id="8" creationId="{896F337E-1E60-AFA2-2CC4-A8DB1F0753CB}"/>
          </ac:picMkLst>
        </pc:picChg>
        <pc:picChg chg="del">
          <ac:chgData name="Sahand Khodabandehloo" userId="92a4d15b-4eda-49bc-b91d-0101534f1052" providerId="ADAL" clId="{0CDBDEE7-4207-4515-B19E-891757BCC483}" dt="2024-05-26T18:02:53.239" v="1621" actId="478"/>
          <ac:picMkLst>
            <pc:docMk/>
            <pc:sldMk cId="3053219561" sldId="354"/>
            <ac:picMk id="9" creationId="{0A669DA8-95EB-D341-DC50-AA91C2510B70}"/>
          </ac:picMkLst>
        </pc:picChg>
        <pc:picChg chg="add del mod modCrop">
          <ac:chgData name="Sahand Khodabandehloo" userId="92a4d15b-4eda-49bc-b91d-0101534f1052" providerId="ADAL" clId="{0CDBDEE7-4207-4515-B19E-891757BCC483}" dt="2024-05-29T16:47:32.910" v="3883" actId="478"/>
          <ac:picMkLst>
            <pc:docMk/>
            <pc:sldMk cId="3053219561" sldId="354"/>
            <ac:picMk id="10" creationId="{17C09BF6-B446-B8C2-0FB9-5EC4CEE1264C}"/>
          </ac:picMkLst>
        </pc:picChg>
      </pc:sldChg>
      <pc:sldChg chg="addSp delSp modSp add mod modTransition modNotesTx">
        <pc:chgData name="Sahand Khodabandehloo" userId="92a4d15b-4eda-49bc-b91d-0101534f1052" providerId="ADAL" clId="{0CDBDEE7-4207-4515-B19E-891757BCC483}" dt="2024-05-30T07:44:34.855" v="4876" actId="20577"/>
        <pc:sldMkLst>
          <pc:docMk/>
          <pc:sldMk cId="3682341177" sldId="355"/>
        </pc:sldMkLst>
        <pc:spChg chg="mod">
          <ac:chgData name="Sahand Khodabandehloo" userId="92a4d15b-4eda-49bc-b91d-0101534f1052" providerId="ADAL" clId="{0CDBDEE7-4207-4515-B19E-891757BCC483}" dt="2024-05-29T13:46:56.874" v="3790" actId="20577"/>
          <ac:spMkLst>
            <pc:docMk/>
            <pc:sldMk cId="3682341177" sldId="355"/>
            <ac:spMk id="2" creationId="{606D9930-F857-EA53-C59B-2F6767D605E0}"/>
          </ac:spMkLst>
        </pc:spChg>
        <pc:picChg chg="del">
          <ac:chgData name="Sahand Khodabandehloo" userId="92a4d15b-4eda-49bc-b91d-0101534f1052" providerId="ADAL" clId="{0CDBDEE7-4207-4515-B19E-891757BCC483}" dt="2024-05-26T18:07:19.018" v="1647" actId="478"/>
          <ac:picMkLst>
            <pc:docMk/>
            <pc:sldMk cId="3682341177" sldId="355"/>
            <ac:picMk id="6" creationId="{0D184D75-D70B-98C7-BB7C-D49B07B448F4}"/>
          </ac:picMkLst>
        </pc:picChg>
        <pc:picChg chg="add mod">
          <ac:chgData name="Sahand Khodabandehloo" userId="92a4d15b-4eda-49bc-b91d-0101534f1052" providerId="ADAL" clId="{0CDBDEE7-4207-4515-B19E-891757BCC483}" dt="2024-05-28T17:39:46.342" v="3562" actId="408"/>
          <ac:picMkLst>
            <pc:docMk/>
            <pc:sldMk cId="3682341177" sldId="355"/>
            <ac:picMk id="7" creationId="{77DE3153-B241-A326-6B1F-36337A3A57F4}"/>
          </ac:picMkLst>
        </pc:picChg>
        <pc:picChg chg="add mod">
          <ac:chgData name="Sahand Khodabandehloo" userId="92a4d15b-4eda-49bc-b91d-0101534f1052" providerId="ADAL" clId="{0CDBDEE7-4207-4515-B19E-891757BCC483}" dt="2024-05-28T17:39:30.927" v="3560" actId="1076"/>
          <ac:picMkLst>
            <pc:docMk/>
            <pc:sldMk cId="3682341177" sldId="355"/>
            <ac:picMk id="8" creationId="{BF8DA214-BDA4-CEF8-7B11-22ABB4D9AE43}"/>
          </ac:picMkLst>
        </pc:picChg>
        <pc:picChg chg="del">
          <ac:chgData name="Sahand Khodabandehloo" userId="92a4d15b-4eda-49bc-b91d-0101534f1052" providerId="ADAL" clId="{0CDBDEE7-4207-4515-B19E-891757BCC483}" dt="2024-05-26T18:07:19.474" v="1648" actId="478"/>
          <ac:picMkLst>
            <pc:docMk/>
            <pc:sldMk cId="3682341177" sldId="355"/>
            <ac:picMk id="10" creationId="{17C09BF6-B446-B8C2-0FB9-5EC4CEE1264C}"/>
          </ac:picMkLst>
        </pc:picChg>
      </pc:sldChg>
      <pc:sldChg chg="new del">
        <pc:chgData name="Sahand Khodabandehloo" userId="92a4d15b-4eda-49bc-b91d-0101534f1052" providerId="ADAL" clId="{0CDBDEE7-4207-4515-B19E-891757BCC483}" dt="2024-05-26T18:11:04.759" v="1679" actId="680"/>
        <pc:sldMkLst>
          <pc:docMk/>
          <pc:sldMk cId="1645632629" sldId="356"/>
        </pc:sldMkLst>
      </pc:sldChg>
      <pc:sldChg chg="modSp new mod modTransition">
        <pc:chgData name="Sahand Khodabandehloo" userId="92a4d15b-4eda-49bc-b91d-0101534f1052" providerId="ADAL" clId="{0CDBDEE7-4207-4515-B19E-891757BCC483}" dt="2024-05-29T13:47:47.175" v="3792"/>
        <pc:sldMkLst>
          <pc:docMk/>
          <pc:sldMk cId="1767394149" sldId="356"/>
        </pc:sldMkLst>
        <pc:spChg chg="mod">
          <ac:chgData name="Sahand Khodabandehloo" userId="92a4d15b-4eda-49bc-b91d-0101534f1052" providerId="ADAL" clId="{0CDBDEE7-4207-4515-B19E-891757BCC483}" dt="2024-05-26T18:14:24.970" v="1692" actId="20577"/>
          <ac:spMkLst>
            <pc:docMk/>
            <pc:sldMk cId="1767394149" sldId="356"/>
            <ac:spMk id="3" creationId="{5EB739A5-D9F2-7E62-BA1E-320D08F39994}"/>
          </ac:spMkLst>
        </pc:spChg>
      </pc:sldChg>
      <pc:sldChg chg="new del">
        <pc:chgData name="Sahand Khodabandehloo" userId="92a4d15b-4eda-49bc-b91d-0101534f1052" providerId="ADAL" clId="{0CDBDEE7-4207-4515-B19E-891757BCC483}" dt="2024-05-26T18:11:45.589" v="1681" actId="47"/>
        <pc:sldMkLst>
          <pc:docMk/>
          <pc:sldMk cId="2572328807" sldId="356"/>
        </pc:sldMkLst>
      </pc:sldChg>
      <pc:sldChg chg="addSp delSp modSp new mod ord modTransition modNotesTx">
        <pc:chgData name="Sahand Khodabandehloo" userId="92a4d15b-4eda-49bc-b91d-0101534f1052" providerId="ADAL" clId="{0CDBDEE7-4207-4515-B19E-891757BCC483}" dt="2024-05-30T08:51:01.597" v="4921"/>
        <pc:sldMkLst>
          <pc:docMk/>
          <pc:sldMk cId="876123863" sldId="357"/>
        </pc:sldMkLst>
        <pc:spChg chg="mod">
          <ac:chgData name="Sahand Khodabandehloo" userId="92a4d15b-4eda-49bc-b91d-0101534f1052" providerId="ADAL" clId="{0CDBDEE7-4207-4515-B19E-891757BCC483}" dt="2024-05-26T18:17:07.309" v="1864" actId="20577"/>
          <ac:spMkLst>
            <pc:docMk/>
            <pc:sldMk cId="876123863" sldId="357"/>
            <ac:spMk id="2" creationId="{48F88482-1F31-6CD7-4806-08405248C8B6}"/>
          </ac:spMkLst>
        </pc:spChg>
        <pc:spChg chg="mod">
          <ac:chgData name="Sahand Khodabandehloo" userId="92a4d15b-4eda-49bc-b91d-0101534f1052" providerId="ADAL" clId="{0CDBDEE7-4207-4515-B19E-891757BCC483}" dt="2024-05-30T00:10:21.337" v="4775" actId="20577"/>
          <ac:spMkLst>
            <pc:docMk/>
            <pc:sldMk cId="876123863" sldId="357"/>
            <ac:spMk id="3" creationId="{46BACD32-EF6F-1235-1A79-A03FF3EF20FD}"/>
          </ac:spMkLst>
        </pc:spChg>
        <pc:spChg chg="mod">
          <ac:chgData name="Sahand Khodabandehloo" userId="92a4d15b-4eda-49bc-b91d-0101534f1052" providerId="ADAL" clId="{0CDBDEE7-4207-4515-B19E-891757BCC483}" dt="2024-05-26T18:20:04.801" v="2018" actId="20577"/>
          <ac:spMkLst>
            <pc:docMk/>
            <pc:sldMk cId="876123863" sldId="357"/>
            <ac:spMk id="5" creationId="{D006D761-05D7-5846-F1B1-36702A14403D}"/>
          </ac:spMkLst>
        </pc:spChg>
        <pc:spChg chg="del mod">
          <ac:chgData name="Sahand Khodabandehloo" userId="92a4d15b-4eda-49bc-b91d-0101534f1052" providerId="ADAL" clId="{0CDBDEE7-4207-4515-B19E-891757BCC483}" dt="2024-05-29T20:23:36.218" v="4364" actId="478"/>
          <ac:spMkLst>
            <pc:docMk/>
            <pc:sldMk cId="876123863" sldId="357"/>
            <ac:spMk id="7" creationId="{FF98CF1E-1CAB-B456-1464-2FCC07F8B3E7}"/>
          </ac:spMkLst>
        </pc:spChg>
        <pc:spChg chg="add del">
          <ac:chgData name="Sahand Khodabandehloo" userId="92a4d15b-4eda-49bc-b91d-0101534f1052" providerId="ADAL" clId="{0CDBDEE7-4207-4515-B19E-891757BCC483}" dt="2024-05-30T08:51:01.025" v="4920" actId="22"/>
          <ac:spMkLst>
            <pc:docMk/>
            <pc:sldMk cId="876123863" sldId="357"/>
            <ac:spMk id="9" creationId="{4A811663-8416-B30A-3A83-95E512F1C137}"/>
          </ac:spMkLst>
        </pc:spChg>
        <pc:picChg chg="mod">
          <ac:chgData name="Sahand Khodabandehloo" userId="92a4d15b-4eda-49bc-b91d-0101534f1052" providerId="ADAL" clId="{0CDBDEE7-4207-4515-B19E-891757BCC483}" dt="2024-05-29T21:11:47.575" v="4494" actId="1076"/>
          <ac:picMkLst>
            <pc:docMk/>
            <pc:sldMk cId="876123863" sldId="357"/>
            <ac:picMk id="6" creationId="{A66A07D9-1E9D-6707-6BAB-E25DF89D43C4}"/>
          </ac:picMkLst>
        </pc:picChg>
        <pc:picChg chg="del">
          <ac:chgData name="Sahand Khodabandehloo" userId="92a4d15b-4eda-49bc-b91d-0101534f1052" providerId="ADAL" clId="{0CDBDEE7-4207-4515-B19E-891757BCC483}" dt="2024-05-29T20:23:35.031" v="4363" actId="478"/>
          <ac:picMkLst>
            <pc:docMk/>
            <pc:sldMk cId="876123863" sldId="357"/>
            <ac:picMk id="2050" creationId="{D53430B8-DBD2-05A1-5633-95C39263A10F}"/>
          </ac:picMkLst>
        </pc:picChg>
      </pc:sldChg>
      <pc:sldChg chg="modSp add mod modTransition">
        <pc:chgData name="Sahand Khodabandehloo" userId="92a4d15b-4eda-49bc-b91d-0101534f1052" providerId="ADAL" clId="{0CDBDEE7-4207-4515-B19E-891757BCC483}" dt="2024-05-29T13:51:39.816" v="3820"/>
        <pc:sldMkLst>
          <pc:docMk/>
          <pc:sldMk cId="1401224196" sldId="358"/>
        </pc:sldMkLst>
        <pc:spChg chg="mod">
          <ac:chgData name="Sahand Khodabandehloo" userId="92a4d15b-4eda-49bc-b91d-0101534f1052" providerId="ADAL" clId="{0CDBDEE7-4207-4515-B19E-891757BCC483}" dt="2024-05-26T18:19:50.206" v="2008" actId="404"/>
          <ac:spMkLst>
            <pc:docMk/>
            <pc:sldMk cId="1401224196" sldId="358"/>
            <ac:spMk id="2" creationId="{48F88482-1F31-6CD7-4806-08405248C8B6}"/>
          </ac:spMkLst>
        </pc:spChg>
        <pc:spChg chg="mod">
          <ac:chgData name="Sahand Khodabandehloo" userId="92a4d15b-4eda-49bc-b91d-0101534f1052" providerId="ADAL" clId="{0CDBDEE7-4207-4515-B19E-891757BCC483}" dt="2024-05-26T18:20:15.899" v="2023" actId="20577"/>
          <ac:spMkLst>
            <pc:docMk/>
            <pc:sldMk cId="1401224196" sldId="358"/>
            <ac:spMk id="3" creationId="{46BACD32-EF6F-1235-1A79-A03FF3EF20FD}"/>
          </ac:spMkLst>
        </pc:spChg>
        <pc:spChg chg="mod">
          <ac:chgData name="Sahand Khodabandehloo" userId="92a4d15b-4eda-49bc-b91d-0101534f1052" providerId="ADAL" clId="{0CDBDEE7-4207-4515-B19E-891757BCC483}" dt="2024-05-26T18:20:13.897" v="2022"/>
          <ac:spMkLst>
            <pc:docMk/>
            <pc:sldMk cId="1401224196" sldId="358"/>
            <ac:spMk id="5" creationId="{D006D761-05D7-5846-F1B1-36702A14403D}"/>
          </ac:spMkLst>
        </pc:spChg>
      </pc:sldChg>
      <pc:sldChg chg="addSp delSp modSp add mod ord modTransition modNotesTx">
        <pc:chgData name="Sahand Khodabandehloo" userId="92a4d15b-4eda-49bc-b91d-0101534f1052" providerId="ADAL" clId="{0CDBDEE7-4207-4515-B19E-891757BCC483}" dt="2024-05-30T08:03:16.697" v="4907" actId="20577"/>
        <pc:sldMkLst>
          <pc:docMk/>
          <pc:sldMk cId="3024862766" sldId="359"/>
        </pc:sldMkLst>
        <pc:spChg chg="mod">
          <ac:chgData name="Sahand Khodabandehloo" userId="92a4d15b-4eda-49bc-b91d-0101534f1052" providerId="ADAL" clId="{0CDBDEE7-4207-4515-B19E-891757BCC483}" dt="2024-05-30T07:59:46.135" v="4894" actId="20577"/>
          <ac:spMkLst>
            <pc:docMk/>
            <pc:sldMk cId="3024862766" sldId="359"/>
            <ac:spMk id="3" creationId="{46BACD32-EF6F-1235-1A79-A03FF3EF20FD}"/>
          </ac:spMkLst>
        </pc:spChg>
        <pc:spChg chg="mod">
          <ac:chgData name="Sahand Khodabandehloo" userId="92a4d15b-4eda-49bc-b91d-0101534f1052" providerId="ADAL" clId="{0CDBDEE7-4207-4515-B19E-891757BCC483}" dt="2024-05-26T18:20:07.617" v="2019"/>
          <ac:spMkLst>
            <pc:docMk/>
            <pc:sldMk cId="3024862766" sldId="359"/>
            <ac:spMk id="5" creationId="{D006D761-05D7-5846-F1B1-36702A14403D}"/>
          </ac:spMkLst>
        </pc:spChg>
        <pc:picChg chg="add del mod">
          <ac:chgData name="Sahand Khodabandehloo" userId="92a4d15b-4eda-49bc-b91d-0101534f1052" providerId="ADAL" clId="{0CDBDEE7-4207-4515-B19E-891757BCC483}" dt="2024-05-30T07:52:28.779" v="4877" actId="478"/>
          <ac:picMkLst>
            <pc:docMk/>
            <pc:sldMk cId="3024862766" sldId="359"/>
            <ac:picMk id="6" creationId="{882E5E52-B8DD-785D-23FD-CDDF5F8958C4}"/>
          </ac:picMkLst>
        </pc:picChg>
        <pc:picChg chg="add mod">
          <ac:chgData name="Sahand Khodabandehloo" userId="92a4d15b-4eda-49bc-b91d-0101534f1052" providerId="ADAL" clId="{0CDBDEE7-4207-4515-B19E-891757BCC483}" dt="2024-05-29T13:40:32.734" v="3681" actId="14100"/>
          <ac:picMkLst>
            <pc:docMk/>
            <pc:sldMk cId="3024862766" sldId="359"/>
            <ac:picMk id="7" creationId="{48B797FB-261D-B819-50F2-96BC90711DBD}"/>
          </ac:picMkLst>
        </pc:picChg>
        <pc:picChg chg="add mod">
          <ac:chgData name="Sahand Khodabandehloo" userId="92a4d15b-4eda-49bc-b91d-0101534f1052" providerId="ADAL" clId="{0CDBDEE7-4207-4515-B19E-891757BCC483}" dt="2024-05-30T07:52:51.643" v="4883" actId="1076"/>
          <ac:picMkLst>
            <pc:docMk/>
            <pc:sldMk cId="3024862766" sldId="359"/>
            <ac:picMk id="8" creationId="{28D94187-487D-9344-49BB-BAB313C20218}"/>
          </ac:picMkLst>
        </pc:picChg>
      </pc:sldChg>
      <pc:sldChg chg="modSp add del mod">
        <pc:chgData name="Sahand Khodabandehloo" userId="92a4d15b-4eda-49bc-b91d-0101534f1052" providerId="ADAL" clId="{0CDBDEE7-4207-4515-B19E-891757BCC483}" dt="2024-05-26T18:18:57.044" v="1956" actId="47"/>
        <pc:sldMkLst>
          <pc:docMk/>
          <pc:sldMk cId="453048676" sldId="360"/>
        </pc:sldMkLst>
        <pc:spChg chg="mod">
          <ac:chgData name="Sahand Khodabandehloo" userId="92a4d15b-4eda-49bc-b91d-0101534f1052" providerId="ADAL" clId="{0CDBDEE7-4207-4515-B19E-891757BCC483}" dt="2024-05-26T18:18:52.908" v="1955" actId="20577"/>
          <ac:spMkLst>
            <pc:docMk/>
            <pc:sldMk cId="453048676" sldId="360"/>
            <ac:spMk id="2" creationId="{48F88482-1F31-6CD7-4806-08405248C8B6}"/>
          </ac:spMkLst>
        </pc:spChg>
        <pc:spChg chg="mod">
          <ac:chgData name="Sahand Khodabandehloo" userId="92a4d15b-4eda-49bc-b91d-0101534f1052" providerId="ADAL" clId="{0CDBDEE7-4207-4515-B19E-891757BCC483}" dt="2024-05-26T18:18:06.049" v="1894" actId="20577"/>
          <ac:spMkLst>
            <pc:docMk/>
            <pc:sldMk cId="453048676" sldId="360"/>
            <ac:spMk id="3" creationId="{46BACD32-EF6F-1235-1A79-A03FF3EF20FD}"/>
          </ac:spMkLst>
        </pc:spChg>
      </pc:sldChg>
      <pc:sldChg chg="add del ord">
        <pc:chgData name="Sahand Khodabandehloo" userId="92a4d15b-4eda-49bc-b91d-0101534f1052" providerId="ADAL" clId="{0CDBDEE7-4207-4515-B19E-891757BCC483}" dt="2024-05-26T18:17:59.335" v="1891" actId="47"/>
        <pc:sldMkLst>
          <pc:docMk/>
          <pc:sldMk cId="149264570" sldId="361"/>
        </pc:sldMkLst>
      </pc:sldChg>
      <pc:sldChg chg="modSp add mod ord modTransition">
        <pc:chgData name="Sahand Khodabandehloo" userId="92a4d15b-4eda-49bc-b91d-0101534f1052" providerId="ADAL" clId="{0CDBDEE7-4207-4515-B19E-891757BCC483}" dt="2024-05-29T13:51:37.384" v="3819"/>
        <pc:sldMkLst>
          <pc:docMk/>
          <pc:sldMk cId="2370012312" sldId="361"/>
        </pc:sldMkLst>
        <pc:spChg chg="mod">
          <ac:chgData name="Sahand Khodabandehloo" userId="92a4d15b-4eda-49bc-b91d-0101534f1052" providerId="ADAL" clId="{0CDBDEE7-4207-4515-B19E-891757BCC483}" dt="2024-05-26T18:18:31.806" v="1946" actId="20577"/>
          <ac:spMkLst>
            <pc:docMk/>
            <pc:sldMk cId="2370012312" sldId="361"/>
            <ac:spMk id="2" creationId="{48F88482-1F31-6CD7-4806-08405248C8B6}"/>
          </ac:spMkLst>
        </pc:spChg>
        <pc:spChg chg="mod">
          <ac:chgData name="Sahand Khodabandehloo" userId="92a4d15b-4eda-49bc-b91d-0101534f1052" providerId="ADAL" clId="{0CDBDEE7-4207-4515-B19E-891757BCC483}" dt="2024-05-26T18:18:34.628" v="1947" actId="20577"/>
          <ac:spMkLst>
            <pc:docMk/>
            <pc:sldMk cId="2370012312" sldId="361"/>
            <ac:spMk id="3" creationId="{46BACD32-EF6F-1235-1A79-A03FF3EF20FD}"/>
          </ac:spMkLst>
        </pc:spChg>
        <pc:spChg chg="mod">
          <ac:chgData name="Sahand Khodabandehloo" userId="92a4d15b-4eda-49bc-b91d-0101534f1052" providerId="ADAL" clId="{0CDBDEE7-4207-4515-B19E-891757BCC483}" dt="2024-05-26T18:20:11.773" v="2021"/>
          <ac:spMkLst>
            <pc:docMk/>
            <pc:sldMk cId="2370012312" sldId="361"/>
            <ac:spMk id="5" creationId="{D006D761-05D7-5846-F1B1-36702A14403D}"/>
          </ac:spMkLst>
        </pc:spChg>
      </pc:sldChg>
      <pc:sldChg chg="modSp add del mod">
        <pc:chgData name="Sahand Khodabandehloo" userId="92a4d15b-4eda-49bc-b91d-0101534f1052" providerId="ADAL" clId="{0CDBDEE7-4207-4515-B19E-891757BCC483}" dt="2024-05-26T18:18:16.561" v="1901" actId="47"/>
        <pc:sldMkLst>
          <pc:docMk/>
          <pc:sldMk cId="2691974579" sldId="361"/>
        </pc:sldMkLst>
        <pc:spChg chg="mod">
          <ac:chgData name="Sahand Khodabandehloo" userId="92a4d15b-4eda-49bc-b91d-0101534f1052" providerId="ADAL" clId="{0CDBDEE7-4207-4515-B19E-891757BCC483}" dt="2024-05-26T18:18:11.135" v="1900" actId="20577"/>
          <ac:spMkLst>
            <pc:docMk/>
            <pc:sldMk cId="2691974579" sldId="361"/>
            <ac:spMk id="2" creationId="{48F88482-1F31-6CD7-4806-08405248C8B6}"/>
          </ac:spMkLst>
        </pc:spChg>
        <pc:spChg chg="mod">
          <ac:chgData name="Sahand Khodabandehloo" userId="92a4d15b-4eda-49bc-b91d-0101534f1052" providerId="ADAL" clId="{0CDBDEE7-4207-4515-B19E-891757BCC483}" dt="2024-05-26T18:18:03.017" v="1893" actId="20577"/>
          <ac:spMkLst>
            <pc:docMk/>
            <pc:sldMk cId="2691974579" sldId="361"/>
            <ac:spMk id="3" creationId="{46BACD32-EF6F-1235-1A79-A03FF3EF20FD}"/>
          </ac:spMkLst>
        </pc:spChg>
      </pc:sldChg>
      <pc:sldChg chg="modSp add mod modTransition">
        <pc:chgData name="Sahand Khodabandehloo" userId="92a4d15b-4eda-49bc-b91d-0101534f1052" providerId="ADAL" clId="{0CDBDEE7-4207-4515-B19E-891757BCC483}" dt="2024-05-29T13:51:35.922" v="3818"/>
        <pc:sldMkLst>
          <pc:docMk/>
          <pc:sldMk cId="248278459" sldId="362"/>
        </pc:sldMkLst>
        <pc:spChg chg="mod">
          <ac:chgData name="Sahand Khodabandehloo" userId="92a4d15b-4eda-49bc-b91d-0101534f1052" providerId="ADAL" clId="{0CDBDEE7-4207-4515-B19E-891757BCC483}" dt="2024-05-26T18:19:21.683" v="2007" actId="20577"/>
          <ac:spMkLst>
            <pc:docMk/>
            <pc:sldMk cId="248278459" sldId="362"/>
            <ac:spMk id="2" creationId="{48F88482-1F31-6CD7-4806-08405248C8B6}"/>
          </ac:spMkLst>
        </pc:spChg>
        <pc:spChg chg="mod">
          <ac:chgData name="Sahand Khodabandehloo" userId="92a4d15b-4eda-49bc-b91d-0101534f1052" providerId="ADAL" clId="{0CDBDEE7-4207-4515-B19E-891757BCC483}" dt="2024-05-26T18:20:09.538" v="2020"/>
          <ac:spMkLst>
            <pc:docMk/>
            <pc:sldMk cId="248278459" sldId="362"/>
            <ac:spMk id="5" creationId="{D006D761-05D7-5846-F1B1-36702A14403D}"/>
          </ac:spMkLst>
        </pc:spChg>
      </pc:sldChg>
      <pc:sldChg chg="addSp modSp new mod ord modTransition modNotesTx">
        <pc:chgData name="Sahand Khodabandehloo" userId="92a4d15b-4eda-49bc-b91d-0101534f1052" providerId="ADAL" clId="{0CDBDEE7-4207-4515-B19E-891757BCC483}" dt="2024-05-30T08:27:54.352" v="4908"/>
        <pc:sldMkLst>
          <pc:docMk/>
          <pc:sldMk cId="3947924307" sldId="363"/>
        </pc:sldMkLst>
        <pc:spChg chg="mod">
          <ac:chgData name="Sahand Khodabandehloo" userId="92a4d15b-4eda-49bc-b91d-0101534f1052" providerId="ADAL" clId="{0CDBDEE7-4207-4515-B19E-891757BCC483}" dt="2024-05-29T17:09:38.774" v="3974" actId="20577"/>
          <ac:spMkLst>
            <pc:docMk/>
            <pc:sldMk cId="3947924307" sldId="363"/>
            <ac:spMk id="2" creationId="{EA025243-933B-B84D-8ABD-C29A9E8F233E}"/>
          </ac:spMkLst>
        </pc:spChg>
        <pc:spChg chg="mod">
          <ac:chgData name="Sahand Khodabandehloo" userId="92a4d15b-4eda-49bc-b91d-0101534f1052" providerId="ADAL" clId="{0CDBDEE7-4207-4515-B19E-891757BCC483}" dt="2024-05-29T17:03:57.091" v="3928" actId="20577"/>
          <ac:spMkLst>
            <pc:docMk/>
            <pc:sldMk cId="3947924307" sldId="363"/>
            <ac:spMk id="3" creationId="{059E3018-F82E-C9EC-B969-38430BD5E11D}"/>
          </ac:spMkLst>
        </pc:spChg>
        <pc:picChg chg="add mod">
          <ac:chgData name="Sahand Khodabandehloo" userId="92a4d15b-4eda-49bc-b91d-0101534f1052" providerId="ADAL" clId="{0CDBDEE7-4207-4515-B19E-891757BCC483}" dt="2024-05-26T18:39:21.504" v="2510" actId="14100"/>
          <ac:picMkLst>
            <pc:docMk/>
            <pc:sldMk cId="3947924307" sldId="363"/>
            <ac:picMk id="6" creationId="{AAEE28AD-CBE6-2C0C-6274-E8CE3D864EDB}"/>
          </ac:picMkLst>
        </pc:picChg>
      </pc:sldChg>
      <pc:sldChg chg="modTransition">
        <pc:chgData name="Sahand Khodabandehloo" userId="92a4d15b-4eda-49bc-b91d-0101534f1052" providerId="ADAL" clId="{0CDBDEE7-4207-4515-B19E-891757BCC483}" dt="2024-05-29T13:47:47.175" v="3792"/>
        <pc:sldMkLst>
          <pc:docMk/>
          <pc:sldMk cId="2911158593" sldId="364"/>
        </pc:sldMkLst>
      </pc:sldChg>
      <pc:sldChg chg="modTransition">
        <pc:chgData name="Sahand Khodabandehloo" userId="92a4d15b-4eda-49bc-b91d-0101534f1052" providerId="ADAL" clId="{0CDBDEE7-4207-4515-B19E-891757BCC483}" dt="2024-05-29T13:50:06.640" v="3803"/>
        <pc:sldMkLst>
          <pc:docMk/>
          <pc:sldMk cId="3444379465" sldId="367"/>
        </pc:sldMkLst>
      </pc:sldChg>
      <pc:sldChg chg="modTransition">
        <pc:chgData name="Sahand Khodabandehloo" userId="92a4d15b-4eda-49bc-b91d-0101534f1052" providerId="ADAL" clId="{0CDBDEE7-4207-4515-B19E-891757BCC483}" dt="2024-05-29T13:50:09.659" v="3804"/>
        <pc:sldMkLst>
          <pc:docMk/>
          <pc:sldMk cId="1766771484" sldId="370"/>
        </pc:sldMkLst>
      </pc:sldChg>
      <pc:sldChg chg="modTransition">
        <pc:chgData name="Sahand Khodabandehloo" userId="92a4d15b-4eda-49bc-b91d-0101534f1052" providerId="ADAL" clId="{0CDBDEE7-4207-4515-B19E-891757BCC483}" dt="2024-05-29T13:50:15.672" v="3806"/>
        <pc:sldMkLst>
          <pc:docMk/>
          <pc:sldMk cId="2340637231" sldId="371"/>
        </pc:sldMkLst>
      </pc:sldChg>
      <pc:sldChg chg="modTransition">
        <pc:chgData name="Sahand Khodabandehloo" userId="92a4d15b-4eda-49bc-b91d-0101534f1052" providerId="ADAL" clId="{0CDBDEE7-4207-4515-B19E-891757BCC483}" dt="2024-05-29T13:47:47.175" v="3792"/>
        <pc:sldMkLst>
          <pc:docMk/>
          <pc:sldMk cId="361916138" sldId="372"/>
        </pc:sldMkLst>
      </pc:sldChg>
      <pc:sldChg chg="modTransition">
        <pc:chgData name="Sahand Khodabandehloo" userId="92a4d15b-4eda-49bc-b91d-0101534f1052" providerId="ADAL" clId="{0CDBDEE7-4207-4515-B19E-891757BCC483}" dt="2024-05-29T13:47:47.175" v="3792"/>
        <pc:sldMkLst>
          <pc:docMk/>
          <pc:sldMk cId="3004255442" sldId="373"/>
        </pc:sldMkLst>
      </pc:sldChg>
      <pc:sldChg chg="modTransition">
        <pc:chgData name="Sahand Khodabandehloo" userId="92a4d15b-4eda-49bc-b91d-0101534f1052" providerId="ADAL" clId="{0CDBDEE7-4207-4515-B19E-891757BCC483}" dt="2024-05-29T13:50:31.803" v="3807"/>
        <pc:sldMkLst>
          <pc:docMk/>
          <pc:sldMk cId="3522601410" sldId="374"/>
        </pc:sldMkLst>
      </pc:sldChg>
      <pc:sldChg chg="modTransition">
        <pc:chgData name="Sahand Khodabandehloo" userId="92a4d15b-4eda-49bc-b91d-0101534f1052" providerId="ADAL" clId="{0CDBDEE7-4207-4515-B19E-891757BCC483}" dt="2024-05-29T13:50:33.856" v="3808"/>
        <pc:sldMkLst>
          <pc:docMk/>
          <pc:sldMk cId="323572504" sldId="375"/>
        </pc:sldMkLst>
      </pc:sldChg>
      <pc:sldChg chg="modTransition">
        <pc:chgData name="Sahand Khodabandehloo" userId="92a4d15b-4eda-49bc-b91d-0101534f1052" providerId="ADAL" clId="{0CDBDEE7-4207-4515-B19E-891757BCC483}" dt="2024-05-29T13:50:36.128" v="3809"/>
        <pc:sldMkLst>
          <pc:docMk/>
          <pc:sldMk cId="3817393827" sldId="377"/>
        </pc:sldMkLst>
      </pc:sldChg>
      <pc:sldChg chg="modTransition">
        <pc:chgData name="Sahand Khodabandehloo" userId="92a4d15b-4eda-49bc-b91d-0101534f1052" providerId="ADAL" clId="{0CDBDEE7-4207-4515-B19E-891757BCC483}" dt="2024-05-29T13:47:47.175" v="3792"/>
        <pc:sldMkLst>
          <pc:docMk/>
          <pc:sldMk cId="496189384" sldId="381"/>
        </pc:sldMkLst>
      </pc:sldChg>
      <pc:sldChg chg="modTransition">
        <pc:chgData name="Sahand Khodabandehloo" userId="92a4d15b-4eda-49bc-b91d-0101534f1052" providerId="ADAL" clId="{0CDBDEE7-4207-4515-B19E-891757BCC483}" dt="2024-05-29T13:47:47.175" v="3792"/>
        <pc:sldMkLst>
          <pc:docMk/>
          <pc:sldMk cId="2518655404" sldId="382"/>
        </pc:sldMkLst>
      </pc:sldChg>
      <pc:sldChg chg="addSp delSp modSp add mod modTransition modNotesTx">
        <pc:chgData name="Sahand Khodabandehloo" userId="92a4d15b-4eda-49bc-b91d-0101534f1052" providerId="ADAL" clId="{0CDBDEE7-4207-4515-B19E-891757BCC483}" dt="2024-05-30T01:47:55.851" v="4871"/>
        <pc:sldMkLst>
          <pc:docMk/>
          <pc:sldMk cId="2240021500" sldId="383"/>
        </pc:sldMkLst>
        <pc:spChg chg="mod">
          <ac:chgData name="Sahand Khodabandehloo" userId="92a4d15b-4eda-49bc-b91d-0101534f1052" providerId="ADAL" clId="{0CDBDEE7-4207-4515-B19E-891757BCC483}" dt="2024-05-29T17:09:28.485" v="3961" actId="20577"/>
          <ac:spMkLst>
            <pc:docMk/>
            <pc:sldMk cId="2240021500" sldId="383"/>
            <ac:spMk id="2" creationId="{EA025243-933B-B84D-8ABD-C29A9E8F233E}"/>
          </ac:spMkLst>
        </pc:spChg>
        <pc:spChg chg="mod">
          <ac:chgData name="Sahand Khodabandehloo" userId="92a4d15b-4eda-49bc-b91d-0101534f1052" providerId="ADAL" clId="{0CDBDEE7-4207-4515-B19E-891757BCC483}" dt="2024-05-29T11:55:53.263" v="3654" actId="20577"/>
          <ac:spMkLst>
            <pc:docMk/>
            <pc:sldMk cId="2240021500" sldId="383"/>
            <ac:spMk id="3" creationId="{059E3018-F82E-C9EC-B969-38430BD5E11D}"/>
          </ac:spMkLst>
        </pc:spChg>
        <pc:picChg chg="del">
          <ac:chgData name="Sahand Khodabandehloo" userId="92a4d15b-4eda-49bc-b91d-0101534f1052" providerId="ADAL" clId="{0CDBDEE7-4207-4515-B19E-891757BCC483}" dt="2024-05-27T15:26:17.313" v="2630" actId="478"/>
          <ac:picMkLst>
            <pc:docMk/>
            <pc:sldMk cId="2240021500" sldId="383"/>
            <ac:picMk id="6" creationId="{AAEE28AD-CBE6-2C0C-6274-E8CE3D864EDB}"/>
          </ac:picMkLst>
        </pc:picChg>
        <pc:picChg chg="add mod">
          <ac:chgData name="Sahand Khodabandehloo" userId="92a4d15b-4eda-49bc-b91d-0101534f1052" providerId="ADAL" clId="{0CDBDEE7-4207-4515-B19E-891757BCC483}" dt="2024-05-27T15:26:29.940" v="2634" actId="1076"/>
          <ac:picMkLst>
            <pc:docMk/>
            <pc:sldMk cId="2240021500" sldId="383"/>
            <ac:picMk id="7" creationId="{3321728B-5094-293E-6035-BB68745B2A4C}"/>
          </ac:picMkLst>
        </pc:picChg>
      </pc:sldChg>
      <pc:sldChg chg="addSp delSp modSp add mod ord modTransition modNotesTx">
        <pc:chgData name="Sahand Khodabandehloo" userId="92a4d15b-4eda-49bc-b91d-0101534f1052" providerId="ADAL" clId="{0CDBDEE7-4207-4515-B19E-891757BCC483}" dt="2024-05-30T01:48:04.141" v="4872"/>
        <pc:sldMkLst>
          <pc:docMk/>
          <pc:sldMk cId="1263425679" sldId="384"/>
        </pc:sldMkLst>
        <pc:spChg chg="mod">
          <ac:chgData name="Sahand Khodabandehloo" userId="92a4d15b-4eda-49bc-b91d-0101534f1052" providerId="ADAL" clId="{0CDBDEE7-4207-4515-B19E-891757BCC483}" dt="2024-05-29T17:09:31.660" v="3962" actId="20577"/>
          <ac:spMkLst>
            <pc:docMk/>
            <pc:sldMk cId="1263425679" sldId="384"/>
            <ac:spMk id="2" creationId="{EA025243-933B-B84D-8ABD-C29A9E8F233E}"/>
          </ac:spMkLst>
        </pc:spChg>
        <pc:spChg chg="mod">
          <ac:chgData name="Sahand Khodabandehloo" userId="92a4d15b-4eda-49bc-b91d-0101534f1052" providerId="ADAL" clId="{0CDBDEE7-4207-4515-B19E-891757BCC483}" dt="2024-05-27T15:29:30.397" v="2810" actId="20577"/>
          <ac:spMkLst>
            <pc:docMk/>
            <pc:sldMk cId="1263425679" sldId="384"/>
            <ac:spMk id="3" creationId="{059E3018-F82E-C9EC-B969-38430BD5E11D}"/>
          </ac:spMkLst>
        </pc:spChg>
        <pc:spChg chg="add del">
          <ac:chgData name="Sahand Khodabandehloo" userId="92a4d15b-4eda-49bc-b91d-0101534f1052" providerId="ADAL" clId="{0CDBDEE7-4207-4515-B19E-891757BCC483}" dt="2024-05-29T16:26:37.082" v="3872" actId="22"/>
          <ac:spMkLst>
            <pc:docMk/>
            <pc:sldMk cId="1263425679" sldId="384"/>
            <ac:spMk id="8" creationId="{2A0B69C0-8F20-04B0-AF88-97CFE6EBFEB2}"/>
          </ac:spMkLst>
        </pc:spChg>
        <pc:picChg chg="add mod">
          <ac:chgData name="Sahand Khodabandehloo" userId="92a4d15b-4eda-49bc-b91d-0101534f1052" providerId="ADAL" clId="{0CDBDEE7-4207-4515-B19E-891757BCC483}" dt="2024-05-27T15:28:12.485" v="2715" actId="1076"/>
          <ac:picMkLst>
            <pc:docMk/>
            <pc:sldMk cId="1263425679" sldId="384"/>
            <ac:picMk id="6" creationId="{ED91F6B3-0CA8-8841-67F4-E7FF3AE16736}"/>
          </ac:picMkLst>
        </pc:picChg>
        <pc:picChg chg="del">
          <ac:chgData name="Sahand Khodabandehloo" userId="92a4d15b-4eda-49bc-b91d-0101534f1052" providerId="ADAL" clId="{0CDBDEE7-4207-4515-B19E-891757BCC483}" dt="2024-05-27T15:28:02.193" v="2712" actId="478"/>
          <ac:picMkLst>
            <pc:docMk/>
            <pc:sldMk cId="1263425679" sldId="384"/>
            <ac:picMk id="7" creationId="{3321728B-5094-293E-6035-BB68745B2A4C}"/>
          </ac:picMkLst>
        </pc:picChg>
      </pc:sldChg>
      <pc:sldChg chg="modTransition">
        <pc:chgData name="Sahand Khodabandehloo" userId="92a4d15b-4eda-49bc-b91d-0101534f1052" providerId="ADAL" clId="{0CDBDEE7-4207-4515-B19E-891757BCC483}" dt="2024-05-29T13:50:13.723" v="3805"/>
        <pc:sldMkLst>
          <pc:docMk/>
          <pc:sldMk cId="3253148961" sldId="385"/>
        </pc:sldMkLst>
      </pc:sldChg>
    </pc:docChg>
  </pc:docChgLst>
  <pc:docChgLst>
    <pc:chgData name="Mathias Olsson" userId="fec71c33-517b-442a-960e-bc86c9b67c9c" providerId="ADAL" clId="{5A577A09-EC1E-5C43-BE16-ED30CF966DE3}"/>
    <pc:docChg chg="undo redo custSel addSld delSld modSld sldOrd">
      <pc:chgData name="Mathias Olsson" userId="fec71c33-517b-442a-960e-bc86c9b67c9c" providerId="ADAL" clId="{5A577A09-EC1E-5C43-BE16-ED30CF966DE3}" dt="2024-05-28T12:58:59.783" v="5716" actId="14100"/>
      <pc:docMkLst>
        <pc:docMk/>
      </pc:docMkLst>
      <pc:sldChg chg="addSp delSp modSp mod setBg modAnim modNotesTx">
        <pc:chgData name="Mathias Olsson" userId="fec71c33-517b-442a-960e-bc86c9b67c9c" providerId="ADAL" clId="{5A577A09-EC1E-5C43-BE16-ED30CF966DE3}" dt="2024-05-27T11:04:02.742" v="5334" actId="20577"/>
        <pc:sldMkLst>
          <pc:docMk/>
          <pc:sldMk cId="855215445" sldId="325"/>
        </pc:sldMkLst>
        <pc:spChg chg="mod">
          <ac:chgData name="Mathias Olsson" userId="fec71c33-517b-442a-960e-bc86c9b67c9c" providerId="ADAL" clId="{5A577A09-EC1E-5C43-BE16-ED30CF966DE3}" dt="2024-05-26T09:09:48.994" v="54" actId="20577"/>
          <ac:spMkLst>
            <pc:docMk/>
            <pc:sldMk cId="855215445" sldId="325"/>
            <ac:spMk id="2" creationId="{A1307D8B-2864-21B6-1CE1-B605F29281C5}"/>
          </ac:spMkLst>
        </pc:spChg>
        <pc:spChg chg="add mod">
          <ac:chgData name="Mathias Olsson" userId="fec71c33-517b-442a-960e-bc86c9b67c9c" providerId="ADAL" clId="{5A577A09-EC1E-5C43-BE16-ED30CF966DE3}" dt="2024-05-27T11:04:02.742" v="5334" actId="20577"/>
          <ac:spMkLst>
            <pc:docMk/>
            <pc:sldMk cId="855215445" sldId="325"/>
            <ac:spMk id="3" creationId="{76FE9E72-569D-E20F-47B3-5EC93518CD75}"/>
          </ac:spMkLst>
        </pc:spChg>
        <pc:spChg chg="mod">
          <ac:chgData name="Mathias Olsson" userId="fec71c33-517b-442a-960e-bc86c9b67c9c" providerId="ADAL" clId="{5A577A09-EC1E-5C43-BE16-ED30CF966DE3}" dt="2024-05-26T09:09:23.027" v="8" actId="404"/>
          <ac:spMkLst>
            <pc:docMk/>
            <pc:sldMk cId="855215445" sldId="325"/>
            <ac:spMk id="4" creationId="{305E10E9-9AB7-0642-D4C4-DDFDAB7B5B2C}"/>
          </ac:spMkLst>
        </pc:spChg>
        <pc:spChg chg="add del mod">
          <ac:chgData name="Mathias Olsson" userId="fec71c33-517b-442a-960e-bc86c9b67c9c" providerId="ADAL" clId="{5A577A09-EC1E-5C43-BE16-ED30CF966DE3}" dt="2024-05-26T20:07:54.385" v="2175" actId="931"/>
          <ac:spMkLst>
            <pc:docMk/>
            <pc:sldMk cId="855215445" sldId="325"/>
            <ac:spMk id="6" creationId="{C906160A-B9F6-BCF5-ABE1-5B746B870D56}"/>
          </ac:spMkLst>
        </pc:spChg>
        <pc:spChg chg="add mod">
          <ac:chgData name="Mathias Olsson" userId="fec71c33-517b-442a-960e-bc86c9b67c9c" providerId="ADAL" clId="{5A577A09-EC1E-5C43-BE16-ED30CF966DE3}" dt="2024-05-26T20:08:28.391" v="2178"/>
          <ac:spMkLst>
            <pc:docMk/>
            <pc:sldMk cId="855215445" sldId="325"/>
            <ac:spMk id="9" creationId="{DA49A05D-95CA-8670-550E-476F2A538106}"/>
          </ac:spMkLst>
        </pc:spChg>
        <pc:picChg chg="del">
          <ac:chgData name="Mathias Olsson" userId="fec71c33-517b-442a-960e-bc86c9b67c9c" providerId="ADAL" clId="{5A577A09-EC1E-5C43-BE16-ED30CF966DE3}" dt="2024-05-26T19:16:52.219" v="403" actId="478"/>
          <ac:picMkLst>
            <pc:docMk/>
            <pc:sldMk cId="855215445" sldId="325"/>
            <ac:picMk id="5" creationId="{F8B829FC-0ACD-46C3-5D7E-74FB2C721D7D}"/>
          </ac:picMkLst>
        </pc:picChg>
        <pc:picChg chg="add mod">
          <ac:chgData name="Mathias Olsson" userId="fec71c33-517b-442a-960e-bc86c9b67c9c" providerId="ADAL" clId="{5A577A09-EC1E-5C43-BE16-ED30CF966DE3}" dt="2024-05-26T20:09:50.184" v="2193" actId="1076"/>
          <ac:picMkLst>
            <pc:docMk/>
            <pc:sldMk cId="855215445" sldId="325"/>
            <ac:picMk id="8" creationId="{40C315D9-5045-5491-D720-4E962EAF8880}"/>
          </ac:picMkLst>
        </pc:picChg>
      </pc:sldChg>
      <pc:sldChg chg="addSp delSp modSp mod">
        <pc:chgData name="Mathias Olsson" userId="fec71c33-517b-442a-960e-bc86c9b67c9c" providerId="ADAL" clId="{5A577A09-EC1E-5C43-BE16-ED30CF966DE3}" dt="2024-05-27T16:50:01.470" v="5613" actId="14100"/>
        <pc:sldMkLst>
          <pc:docMk/>
          <pc:sldMk cId="2910866480" sldId="326"/>
        </pc:sldMkLst>
        <pc:spChg chg="mod">
          <ac:chgData name="Mathias Olsson" userId="fec71c33-517b-442a-960e-bc86c9b67c9c" providerId="ADAL" clId="{5A577A09-EC1E-5C43-BE16-ED30CF966DE3}" dt="2024-05-27T11:05:42.035" v="5342" actId="20577"/>
          <ac:spMkLst>
            <pc:docMk/>
            <pc:sldMk cId="2910866480" sldId="326"/>
            <ac:spMk id="3" creationId="{4D038CD2-9585-7E51-5359-D52935A77DF0}"/>
          </ac:spMkLst>
        </pc:spChg>
        <pc:spChg chg="add del mod">
          <ac:chgData name="Mathias Olsson" userId="fec71c33-517b-442a-960e-bc86c9b67c9c" providerId="ADAL" clId="{5A577A09-EC1E-5C43-BE16-ED30CF966DE3}" dt="2024-05-27T16:48:42.641" v="5597"/>
          <ac:spMkLst>
            <pc:docMk/>
            <pc:sldMk cId="2910866480" sldId="326"/>
            <ac:spMk id="7" creationId="{39F07033-520D-ABFE-282A-E92EDF9A5676}"/>
          </ac:spMkLst>
        </pc:spChg>
        <pc:spChg chg="del">
          <ac:chgData name="Mathias Olsson" userId="fec71c33-517b-442a-960e-bc86c9b67c9c" providerId="ADAL" clId="{5A577A09-EC1E-5C43-BE16-ED30CF966DE3}" dt="2024-05-27T09:51:14.418" v="5222" actId="931"/>
          <ac:spMkLst>
            <pc:docMk/>
            <pc:sldMk cId="2910866480" sldId="326"/>
            <ac:spMk id="7" creationId="{851CBB4C-6E89-F2E2-44A5-C100AD534DA0}"/>
          </ac:spMkLst>
        </pc:spChg>
        <pc:spChg chg="add mod">
          <ac:chgData name="Mathias Olsson" userId="fec71c33-517b-442a-960e-bc86c9b67c9c" providerId="ADAL" clId="{5A577A09-EC1E-5C43-BE16-ED30CF966DE3}" dt="2024-05-27T16:49:41.126" v="5611" actId="1076"/>
          <ac:spMkLst>
            <pc:docMk/>
            <pc:sldMk cId="2910866480" sldId="326"/>
            <ac:spMk id="9" creationId="{D7646B3C-9911-16EB-D9E7-E1DF8DC0E2E5}"/>
          </ac:spMkLst>
        </pc:spChg>
        <pc:picChg chg="add del mod">
          <ac:chgData name="Mathias Olsson" userId="fec71c33-517b-442a-960e-bc86c9b67c9c" providerId="ADAL" clId="{5A577A09-EC1E-5C43-BE16-ED30CF966DE3}" dt="2024-05-27T16:48:40.164" v="5596" actId="478"/>
          <ac:picMkLst>
            <pc:docMk/>
            <pc:sldMk cId="2910866480" sldId="326"/>
            <ac:picMk id="8" creationId="{16805EA2-807B-FF67-6DA3-A9FFA9E3E45C}"/>
          </ac:picMkLst>
        </pc:picChg>
        <pc:picChg chg="add mod">
          <ac:chgData name="Mathias Olsson" userId="fec71c33-517b-442a-960e-bc86c9b67c9c" providerId="ADAL" clId="{5A577A09-EC1E-5C43-BE16-ED30CF966DE3}" dt="2024-05-27T16:50:01.470" v="5613" actId="14100"/>
          <ac:picMkLst>
            <pc:docMk/>
            <pc:sldMk cId="2910866480" sldId="326"/>
            <ac:picMk id="1026" creationId="{8329A8D5-806C-3CC3-F21A-F285E1E85B41}"/>
          </ac:picMkLst>
        </pc:picChg>
        <pc:picChg chg="add del">
          <ac:chgData name="Mathias Olsson" userId="fec71c33-517b-442a-960e-bc86c9b67c9c" providerId="ADAL" clId="{5A577A09-EC1E-5C43-BE16-ED30CF966DE3}" dt="2024-05-27T09:51:09.009" v="5221" actId="478"/>
          <ac:picMkLst>
            <pc:docMk/>
            <pc:sldMk cId="2910866480" sldId="326"/>
            <ac:picMk id="1026" creationId="{BA1DC3BB-7465-54C3-C7C2-9E81626745CD}"/>
          </ac:picMkLst>
        </pc:picChg>
      </pc:sldChg>
      <pc:sldChg chg="addSp delSp modSp mod">
        <pc:chgData name="Mathias Olsson" userId="fec71c33-517b-442a-960e-bc86c9b67c9c" providerId="ADAL" clId="{5A577A09-EC1E-5C43-BE16-ED30CF966DE3}" dt="2024-05-27T15:20:08.995" v="5395" actId="404"/>
        <pc:sldMkLst>
          <pc:docMk/>
          <pc:sldMk cId="2810133685" sldId="327"/>
        </pc:sldMkLst>
        <pc:spChg chg="mod">
          <ac:chgData name="Mathias Olsson" userId="fec71c33-517b-442a-960e-bc86c9b67c9c" providerId="ADAL" clId="{5A577A09-EC1E-5C43-BE16-ED30CF966DE3}" dt="2024-05-26T20:00:05.302" v="1816" actId="20577"/>
          <ac:spMkLst>
            <pc:docMk/>
            <pc:sldMk cId="2810133685" sldId="327"/>
            <ac:spMk id="3" creationId="{77C9C890-ADC6-0AA7-BBC0-05E856AA7C3C}"/>
          </ac:spMkLst>
        </pc:spChg>
        <pc:spChg chg="add mod">
          <ac:chgData name="Mathias Olsson" userId="fec71c33-517b-442a-960e-bc86c9b67c9c" providerId="ADAL" clId="{5A577A09-EC1E-5C43-BE16-ED30CF966DE3}" dt="2024-05-27T15:20:08.995" v="5395" actId="404"/>
          <ac:spMkLst>
            <pc:docMk/>
            <pc:sldMk cId="2810133685" sldId="327"/>
            <ac:spMk id="6" creationId="{271CD8F3-F684-A992-FC1A-A3A78A3B18C7}"/>
          </ac:spMkLst>
        </pc:spChg>
        <pc:spChg chg="add del mod">
          <ac:chgData name="Mathias Olsson" userId="fec71c33-517b-442a-960e-bc86c9b67c9c" providerId="ADAL" clId="{5A577A09-EC1E-5C43-BE16-ED30CF966DE3}" dt="2024-05-26T19:42:17.830" v="977" actId="931"/>
          <ac:spMkLst>
            <pc:docMk/>
            <pc:sldMk cId="2810133685" sldId="327"/>
            <ac:spMk id="8" creationId="{4C9EF1FF-8C47-72CE-6DAC-BF6633718304}"/>
          </ac:spMkLst>
        </pc:spChg>
        <pc:picChg chg="del">
          <ac:chgData name="Mathias Olsson" userId="fec71c33-517b-442a-960e-bc86c9b67c9c" providerId="ADAL" clId="{5A577A09-EC1E-5C43-BE16-ED30CF966DE3}" dt="2024-05-26T19:33:08.738" v="622" actId="478"/>
          <ac:picMkLst>
            <pc:docMk/>
            <pc:sldMk cId="2810133685" sldId="327"/>
            <ac:picMk id="7" creationId="{7FFC92DA-E590-4A49-8738-10A5D4DBBE6E}"/>
          </ac:picMkLst>
        </pc:picChg>
        <pc:picChg chg="add mod">
          <ac:chgData name="Mathias Olsson" userId="fec71c33-517b-442a-960e-bc86c9b67c9c" providerId="ADAL" clId="{5A577A09-EC1E-5C43-BE16-ED30CF966DE3}" dt="2024-05-26T19:41:05.126" v="976"/>
          <ac:picMkLst>
            <pc:docMk/>
            <pc:sldMk cId="2810133685" sldId="327"/>
            <ac:picMk id="9" creationId="{8D9D4E98-BC7E-BFD0-9014-58043127CBC2}"/>
          </ac:picMkLst>
        </pc:picChg>
        <pc:picChg chg="add mod">
          <ac:chgData name="Mathias Olsson" userId="fec71c33-517b-442a-960e-bc86c9b67c9c" providerId="ADAL" clId="{5A577A09-EC1E-5C43-BE16-ED30CF966DE3}" dt="2024-05-27T15:15:01.008" v="5344"/>
          <ac:picMkLst>
            <pc:docMk/>
            <pc:sldMk cId="2810133685" sldId="327"/>
            <ac:picMk id="11" creationId="{ECEA3E4B-EA55-C7A9-27A7-47154B2B29E3}"/>
          </ac:picMkLst>
        </pc:picChg>
      </pc:sldChg>
      <pc:sldChg chg="del">
        <pc:chgData name="Mathias Olsson" userId="fec71c33-517b-442a-960e-bc86c9b67c9c" providerId="ADAL" clId="{5A577A09-EC1E-5C43-BE16-ED30CF966DE3}" dt="2024-05-26T20:06:50.403" v="2174" actId="2696"/>
        <pc:sldMkLst>
          <pc:docMk/>
          <pc:sldMk cId="2924417010" sldId="328"/>
        </pc:sldMkLst>
      </pc:sldChg>
      <pc:sldChg chg="addSp delSp modSp mod">
        <pc:chgData name="Mathias Olsson" userId="fec71c33-517b-442a-960e-bc86c9b67c9c" providerId="ADAL" clId="{5A577A09-EC1E-5C43-BE16-ED30CF966DE3}" dt="2024-05-27T15:36:25.604" v="5535" actId="1076"/>
        <pc:sldMkLst>
          <pc:docMk/>
          <pc:sldMk cId="409420417" sldId="338"/>
        </pc:sldMkLst>
        <pc:spChg chg="mod">
          <ac:chgData name="Mathias Olsson" userId="fec71c33-517b-442a-960e-bc86c9b67c9c" providerId="ADAL" clId="{5A577A09-EC1E-5C43-BE16-ED30CF966DE3}" dt="2024-05-27T09:52:54.512" v="5267" actId="790"/>
          <ac:spMkLst>
            <pc:docMk/>
            <pc:sldMk cId="409420417" sldId="338"/>
            <ac:spMk id="3" creationId="{AA5BCABC-85E9-BA68-F054-2D77592245F0}"/>
          </ac:spMkLst>
        </pc:spChg>
        <pc:spChg chg="mod">
          <ac:chgData name="Mathias Olsson" userId="fec71c33-517b-442a-960e-bc86c9b67c9c" providerId="ADAL" clId="{5A577A09-EC1E-5C43-BE16-ED30CF966DE3}" dt="2024-05-27T09:53:18.386" v="5268" actId="790"/>
          <ac:spMkLst>
            <pc:docMk/>
            <pc:sldMk cId="409420417" sldId="338"/>
            <ac:spMk id="4" creationId="{68003147-27BE-7492-36B6-F405F1156F31}"/>
          </ac:spMkLst>
        </pc:spChg>
        <pc:spChg chg="add mod">
          <ac:chgData name="Mathias Olsson" userId="fec71c33-517b-442a-960e-bc86c9b67c9c" providerId="ADAL" clId="{5A577A09-EC1E-5C43-BE16-ED30CF966DE3}" dt="2024-05-27T15:36:25.604" v="5535" actId="1076"/>
          <ac:spMkLst>
            <pc:docMk/>
            <pc:sldMk cId="409420417" sldId="338"/>
            <ac:spMk id="5" creationId="{1BC21A7D-4B02-7201-DD17-8EFDA01069DD}"/>
          </ac:spMkLst>
        </pc:spChg>
        <pc:spChg chg="add del mod">
          <ac:chgData name="Mathias Olsson" userId="fec71c33-517b-442a-960e-bc86c9b67c9c" providerId="ADAL" clId="{5A577A09-EC1E-5C43-BE16-ED30CF966DE3}" dt="2024-05-27T09:54:20.928" v="5270" actId="931"/>
          <ac:spMkLst>
            <pc:docMk/>
            <pc:sldMk cId="409420417" sldId="338"/>
            <ac:spMk id="8" creationId="{F7E64E28-F2E7-695D-0E96-43EE122447F8}"/>
          </ac:spMkLst>
        </pc:spChg>
        <pc:picChg chg="del">
          <ac:chgData name="Mathias Olsson" userId="fec71c33-517b-442a-960e-bc86c9b67c9c" providerId="ADAL" clId="{5A577A09-EC1E-5C43-BE16-ED30CF966DE3}" dt="2024-05-27T09:53:23.441" v="5269" actId="478"/>
          <ac:picMkLst>
            <pc:docMk/>
            <pc:sldMk cId="409420417" sldId="338"/>
            <ac:picMk id="7" creationId="{70A9CAB5-92AE-2C08-1CA8-8B55D552EEF8}"/>
          </ac:picMkLst>
        </pc:picChg>
        <pc:picChg chg="add mod modCrop">
          <ac:chgData name="Mathias Olsson" userId="fec71c33-517b-442a-960e-bc86c9b67c9c" providerId="ADAL" clId="{5A577A09-EC1E-5C43-BE16-ED30CF966DE3}" dt="2024-05-27T09:55:03.583" v="5281" actId="732"/>
          <ac:picMkLst>
            <pc:docMk/>
            <pc:sldMk cId="409420417" sldId="338"/>
            <ac:picMk id="10" creationId="{FD09086D-1AEC-6326-A0C8-4B22D7674648}"/>
          </ac:picMkLst>
        </pc:picChg>
      </pc:sldChg>
      <pc:sldChg chg="delSp mod">
        <pc:chgData name="Mathias Olsson" userId="fec71c33-517b-442a-960e-bc86c9b67c9c" providerId="ADAL" clId="{5A577A09-EC1E-5C43-BE16-ED30CF966DE3}" dt="2024-05-27T09:51:57.859" v="5249" actId="478"/>
        <pc:sldMkLst>
          <pc:docMk/>
          <pc:sldMk cId="2396674377" sldId="349"/>
        </pc:sldMkLst>
        <pc:spChg chg="del">
          <ac:chgData name="Mathias Olsson" userId="fec71c33-517b-442a-960e-bc86c9b67c9c" providerId="ADAL" clId="{5A577A09-EC1E-5C43-BE16-ED30CF966DE3}" dt="2024-05-27T09:51:56.151" v="5248" actId="478"/>
          <ac:spMkLst>
            <pc:docMk/>
            <pc:sldMk cId="2396674377" sldId="349"/>
            <ac:spMk id="2" creationId="{074A56F6-F1DC-7CC2-02E0-BE9851985D8D}"/>
          </ac:spMkLst>
        </pc:spChg>
        <pc:spChg chg="del">
          <ac:chgData name="Mathias Olsson" userId="fec71c33-517b-442a-960e-bc86c9b67c9c" providerId="ADAL" clId="{5A577A09-EC1E-5C43-BE16-ED30CF966DE3}" dt="2024-05-27T09:51:57.859" v="5249" actId="478"/>
          <ac:spMkLst>
            <pc:docMk/>
            <pc:sldMk cId="2396674377" sldId="349"/>
            <ac:spMk id="4" creationId="{F1513ECB-8FAE-D968-EB80-749AA22362FD}"/>
          </ac:spMkLst>
        </pc:spChg>
      </pc:sldChg>
      <pc:sldChg chg="delSp mod">
        <pc:chgData name="Mathias Olsson" userId="fec71c33-517b-442a-960e-bc86c9b67c9c" providerId="ADAL" clId="{5A577A09-EC1E-5C43-BE16-ED30CF966DE3}" dt="2024-05-27T09:10:54.427" v="4100" actId="478"/>
        <pc:sldMkLst>
          <pc:docMk/>
          <pc:sldMk cId="808628628" sldId="352"/>
        </pc:sldMkLst>
        <pc:spChg chg="del">
          <ac:chgData name="Mathias Olsson" userId="fec71c33-517b-442a-960e-bc86c9b67c9c" providerId="ADAL" clId="{5A577A09-EC1E-5C43-BE16-ED30CF966DE3}" dt="2024-05-27T09:10:54.427" v="4100" actId="478"/>
          <ac:spMkLst>
            <pc:docMk/>
            <pc:sldMk cId="808628628" sldId="352"/>
            <ac:spMk id="2" creationId="{F0A44BB4-66FA-4C5A-E0F3-39DDF7A13F92}"/>
          </ac:spMkLst>
        </pc:spChg>
        <pc:spChg chg="del">
          <ac:chgData name="Mathias Olsson" userId="fec71c33-517b-442a-960e-bc86c9b67c9c" providerId="ADAL" clId="{5A577A09-EC1E-5C43-BE16-ED30CF966DE3}" dt="2024-05-27T09:10:52.212" v="4099" actId="478"/>
          <ac:spMkLst>
            <pc:docMk/>
            <pc:sldMk cId="808628628" sldId="352"/>
            <ac:spMk id="4" creationId="{5EF27ECF-D2AE-81AC-AD64-049B0A80B511}"/>
          </ac:spMkLst>
        </pc:spChg>
      </pc:sldChg>
      <pc:sldChg chg="delSp modSp mod">
        <pc:chgData name="Mathias Olsson" userId="fec71c33-517b-442a-960e-bc86c9b67c9c" providerId="ADAL" clId="{5A577A09-EC1E-5C43-BE16-ED30CF966DE3}" dt="2024-05-27T09:55:47.606" v="5282" actId="790"/>
        <pc:sldMkLst>
          <pc:docMk/>
          <pc:sldMk cId="1767394149" sldId="356"/>
        </pc:sldMkLst>
        <pc:spChg chg="del">
          <ac:chgData name="Mathias Olsson" userId="fec71c33-517b-442a-960e-bc86c9b67c9c" providerId="ADAL" clId="{5A577A09-EC1E-5C43-BE16-ED30CF966DE3}" dt="2024-05-27T09:12:04.989" v="4102" actId="478"/>
          <ac:spMkLst>
            <pc:docMk/>
            <pc:sldMk cId="1767394149" sldId="356"/>
            <ac:spMk id="2" creationId="{5F6EDB21-FE39-BD26-7E98-00B881A5F140}"/>
          </ac:spMkLst>
        </pc:spChg>
        <pc:spChg chg="mod">
          <ac:chgData name="Mathias Olsson" userId="fec71c33-517b-442a-960e-bc86c9b67c9c" providerId="ADAL" clId="{5A577A09-EC1E-5C43-BE16-ED30CF966DE3}" dt="2024-05-27T09:55:47.606" v="5282" actId="790"/>
          <ac:spMkLst>
            <pc:docMk/>
            <pc:sldMk cId="1767394149" sldId="356"/>
            <ac:spMk id="3" creationId="{5EB739A5-D9F2-7E62-BA1E-320D08F39994}"/>
          </ac:spMkLst>
        </pc:spChg>
        <pc:spChg chg="del">
          <ac:chgData name="Mathias Olsson" userId="fec71c33-517b-442a-960e-bc86c9b67c9c" providerId="ADAL" clId="{5A577A09-EC1E-5C43-BE16-ED30CF966DE3}" dt="2024-05-27T09:12:01.861" v="4101" actId="478"/>
          <ac:spMkLst>
            <pc:docMk/>
            <pc:sldMk cId="1767394149" sldId="356"/>
            <ac:spMk id="4" creationId="{BC7175BF-354B-7309-03A7-2DC8B8C29D5F}"/>
          </ac:spMkLst>
        </pc:spChg>
      </pc:sldChg>
      <pc:sldChg chg="addSp modSp mod">
        <pc:chgData name="Mathias Olsson" userId="fec71c33-517b-442a-960e-bc86c9b67c9c" providerId="ADAL" clId="{5A577A09-EC1E-5C43-BE16-ED30CF966DE3}" dt="2024-05-28T12:58:59.783" v="5716" actId="14100"/>
        <pc:sldMkLst>
          <pc:docMk/>
          <pc:sldMk cId="876123863" sldId="357"/>
        </pc:sldMkLst>
        <pc:spChg chg="mod">
          <ac:chgData name="Mathias Olsson" userId="fec71c33-517b-442a-960e-bc86c9b67c9c" providerId="ADAL" clId="{5A577A09-EC1E-5C43-BE16-ED30CF966DE3}" dt="2024-05-27T09:30:39.866" v="4370" actId="790"/>
          <ac:spMkLst>
            <pc:docMk/>
            <pc:sldMk cId="876123863" sldId="357"/>
            <ac:spMk id="2" creationId="{48F88482-1F31-6CD7-4806-08405248C8B6}"/>
          </ac:spMkLst>
        </pc:spChg>
        <pc:spChg chg="mod">
          <ac:chgData name="Mathias Olsson" userId="fec71c33-517b-442a-960e-bc86c9b67c9c" providerId="ADAL" clId="{5A577A09-EC1E-5C43-BE16-ED30CF966DE3}" dt="2024-05-28T12:58:36.105" v="5715" actId="20577"/>
          <ac:spMkLst>
            <pc:docMk/>
            <pc:sldMk cId="876123863" sldId="357"/>
            <ac:spMk id="3" creationId="{46BACD32-EF6F-1235-1A79-A03FF3EF20FD}"/>
          </ac:spMkLst>
        </pc:spChg>
        <pc:spChg chg="add mod">
          <ac:chgData name="Mathias Olsson" userId="fec71c33-517b-442a-960e-bc86c9b67c9c" providerId="ADAL" clId="{5A577A09-EC1E-5C43-BE16-ED30CF966DE3}" dt="2024-05-27T15:37:48.709" v="5550" actId="1076"/>
          <ac:spMkLst>
            <pc:docMk/>
            <pc:sldMk cId="876123863" sldId="357"/>
            <ac:spMk id="7" creationId="{FF98CF1E-1CAB-B456-1464-2FCC07F8B3E7}"/>
          </ac:spMkLst>
        </pc:spChg>
        <pc:picChg chg="mod">
          <ac:chgData name="Mathias Olsson" userId="fec71c33-517b-442a-960e-bc86c9b67c9c" providerId="ADAL" clId="{5A577A09-EC1E-5C43-BE16-ED30CF966DE3}" dt="2024-05-28T12:58:59.783" v="5716" actId="14100"/>
          <ac:picMkLst>
            <pc:docMk/>
            <pc:sldMk cId="876123863" sldId="357"/>
            <ac:picMk id="6" creationId="{A66A07D9-1E9D-6707-6BAB-E25DF89D43C4}"/>
          </ac:picMkLst>
        </pc:picChg>
        <pc:picChg chg="add mod">
          <ac:chgData name="Mathias Olsson" userId="fec71c33-517b-442a-960e-bc86c9b67c9c" providerId="ADAL" clId="{5A577A09-EC1E-5C43-BE16-ED30CF966DE3}" dt="2024-05-27T15:37:43.395" v="5549" actId="1076"/>
          <ac:picMkLst>
            <pc:docMk/>
            <pc:sldMk cId="876123863" sldId="357"/>
            <ac:picMk id="2050" creationId="{D53430B8-DBD2-05A1-5633-95C39263A10F}"/>
          </ac:picMkLst>
        </pc:picChg>
      </pc:sldChg>
      <pc:sldChg chg="addSp modSp mod">
        <pc:chgData name="Mathias Olsson" userId="fec71c33-517b-442a-960e-bc86c9b67c9c" providerId="ADAL" clId="{5A577A09-EC1E-5C43-BE16-ED30CF966DE3}" dt="2024-05-27T15:35:21.255" v="5524" actId="20577"/>
        <pc:sldMkLst>
          <pc:docMk/>
          <pc:sldMk cId="1401224196" sldId="358"/>
        </pc:sldMkLst>
        <pc:spChg chg="mod">
          <ac:chgData name="Mathias Olsson" userId="fec71c33-517b-442a-960e-bc86c9b67c9c" providerId="ADAL" clId="{5A577A09-EC1E-5C43-BE16-ED30CF966DE3}" dt="2024-05-27T09:49:10.242" v="5209" actId="790"/>
          <ac:spMkLst>
            <pc:docMk/>
            <pc:sldMk cId="1401224196" sldId="358"/>
            <ac:spMk id="2" creationId="{48F88482-1F31-6CD7-4806-08405248C8B6}"/>
          </ac:spMkLst>
        </pc:spChg>
        <pc:spChg chg="mod">
          <ac:chgData name="Mathias Olsson" userId="fec71c33-517b-442a-960e-bc86c9b67c9c" providerId="ADAL" clId="{5A577A09-EC1E-5C43-BE16-ED30CF966DE3}" dt="2024-05-27T09:49:00.758" v="5208" actId="20577"/>
          <ac:spMkLst>
            <pc:docMk/>
            <pc:sldMk cId="1401224196" sldId="358"/>
            <ac:spMk id="3" creationId="{46BACD32-EF6F-1235-1A79-A03FF3EF20FD}"/>
          </ac:spMkLst>
        </pc:spChg>
        <pc:spChg chg="add mod">
          <ac:chgData name="Mathias Olsson" userId="fec71c33-517b-442a-960e-bc86c9b67c9c" providerId="ADAL" clId="{5A577A09-EC1E-5C43-BE16-ED30CF966DE3}" dt="2024-05-27T15:35:21.255" v="5524" actId="20577"/>
          <ac:spMkLst>
            <pc:docMk/>
            <pc:sldMk cId="1401224196" sldId="358"/>
            <ac:spMk id="6" creationId="{02C7A3CA-FDD9-A0A3-0B76-FBAC1CA5A6FF}"/>
          </ac:spMkLst>
        </pc:spChg>
        <pc:picChg chg="add mod">
          <ac:chgData name="Mathias Olsson" userId="fec71c33-517b-442a-960e-bc86c9b67c9c" providerId="ADAL" clId="{5A577A09-EC1E-5C43-BE16-ED30CF966DE3}" dt="2024-05-27T09:50:20.493" v="5218" actId="732"/>
          <ac:picMkLst>
            <pc:docMk/>
            <pc:sldMk cId="1401224196" sldId="358"/>
            <ac:picMk id="4098" creationId="{8EF3FFCE-184C-FFEA-A41C-C4480290FDD7}"/>
          </ac:picMkLst>
        </pc:picChg>
      </pc:sldChg>
      <pc:sldChg chg="addSp delSp modSp mod">
        <pc:chgData name="Mathias Olsson" userId="fec71c33-517b-442a-960e-bc86c9b67c9c" providerId="ADAL" clId="{5A577A09-EC1E-5C43-BE16-ED30CF966DE3}" dt="2024-05-27T15:33:56.518" v="5506" actId="1076"/>
        <pc:sldMkLst>
          <pc:docMk/>
          <pc:sldMk cId="2370012312" sldId="361"/>
        </pc:sldMkLst>
        <pc:spChg chg="mod">
          <ac:chgData name="Mathias Olsson" userId="fec71c33-517b-442a-960e-bc86c9b67c9c" providerId="ADAL" clId="{5A577A09-EC1E-5C43-BE16-ED30CF966DE3}" dt="2024-05-27T09:46:06.809" v="4954" actId="790"/>
          <ac:spMkLst>
            <pc:docMk/>
            <pc:sldMk cId="2370012312" sldId="361"/>
            <ac:spMk id="2" creationId="{48F88482-1F31-6CD7-4806-08405248C8B6}"/>
          </ac:spMkLst>
        </pc:spChg>
        <pc:spChg chg="mod">
          <ac:chgData name="Mathias Olsson" userId="fec71c33-517b-442a-960e-bc86c9b67c9c" providerId="ADAL" clId="{5A577A09-EC1E-5C43-BE16-ED30CF966DE3}" dt="2024-05-27T09:45:52.608" v="4953" actId="20577"/>
          <ac:spMkLst>
            <pc:docMk/>
            <pc:sldMk cId="2370012312" sldId="361"/>
            <ac:spMk id="3" creationId="{46BACD32-EF6F-1235-1A79-A03FF3EF20FD}"/>
          </ac:spMkLst>
        </pc:spChg>
        <pc:spChg chg="add mod">
          <ac:chgData name="Mathias Olsson" userId="fec71c33-517b-442a-960e-bc86c9b67c9c" providerId="ADAL" clId="{5A577A09-EC1E-5C43-BE16-ED30CF966DE3}" dt="2024-05-27T15:33:56.518" v="5506" actId="1076"/>
          <ac:spMkLst>
            <pc:docMk/>
            <pc:sldMk cId="2370012312" sldId="361"/>
            <ac:spMk id="6" creationId="{7458B94B-FF49-6D73-A9BA-C803CE1A2381}"/>
          </ac:spMkLst>
        </pc:spChg>
        <pc:picChg chg="add mod">
          <ac:chgData name="Mathias Olsson" userId="fec71c33-517b-442a-960e-bc86c9b67c9c" providerId="ADAL" clId="{5A577A09-EC1E-5C43-BE16-ED30CF966DE3}" dt="2024-05-27T15:33:12.163" v="5495" actId="1076"/>
          <ac:picMkLst>
            <pc:docMk/>
            <pc:sldMk cId="2370012312" sldId="361"/>
            <ac:picMk id="1026" creationId="{92818D10-E524-C965-5047-02FF8EBFC729}"/>
          </ac:picMkLst>
        </pc:picChg>
        <pc:picChg chg="add del mod">
          <ac:chgData name="Mathias Olsson" userId="fec71c33-517b-442a-960e-bc86c9b67c9c" providerId="ADAL" clId="{5A577A09-EC1E-5C43-BE16-ED30CF966DE3}" dt="2024-05-27T15:32:59.052" v="5491" actId="478"/>
          <ac:picMkLst>
            <pc:docMk/>
            <pc:sldMk cId="2370012312" sldId="361"/>
            <ac:picMk id="3074" creationId="{5D59BB15-8B4E-1D35-50AC-CEE4F89E5165}"/>
          </ac:picMkLst>
        </pc:picChg>
      </pc:sldChg>
      <pc:sldChg chg="addSp modSp mod">
        <pc:chgData name="Mathias Olsson" userId="fec71c33-517b-442a-960e-bc86c9b67c9c" providerId="ADAL" clId="{5A577A09-EC1E-5C43-BE16-ED30CF966DE3}" dt="2024-05-27T15:31:46.456" v="5490" actId="1076"/>
        <pc:sldMkLst>
          <pc:docMk/>
          <pc:sldMk cId="248278459" sldId="362"/>
        </pc:sldMkLst>
        <pc:spChg chg="mod">
          <ac:chgData name="Mathias Olsson" userId="fec71c33-517b-442a-960e-bc86c9b67c9c" providerId="ADAL" clId="{5A577A09-EC1E-5C43-BE16-ED30CF966DE3}" dt="2024-05-27T09:52:20.544" v="5250" actId="20577"/>
          <ac:spMkLst>
            <pc:docMk/>
            <pc:sldMk cId="248278459" sldId="362"/>
            <ac:spMk id="2" creationId="{48F88482-1F31-6CD7-4806-08405248C8B6}"/>
          </ac:spMkLst>
        </pc:spChg>
        <pc:spChg chg="mod">
          <ac:chgData name="Mathias Olsson" userId="fec71c33-517b-442a-960e-bc86c9b67c9c" providerId="ADAL" clId="{5A577A09-EC1E-5C43-BE16-ED30CF966DE3}" dt="2024-05-27T09:34:32.076" v="4688" actId="20577"/>
          <ac:spMkLst>
            <pc:docMk/>
            <pc:sldMk cId="248278459" sldId="362"/>
            <ac:spMk id="3" creationId="{46BACD32-EF6F-1235-1A79-A03FF3EF20FD}"/>
          </ac:spMkLst>
        </pc:spChg>
        <pc:spChg chg="add mod">
          <ac:chgData name="Mathias Olsson" userId="fec71c33-517b-442a-960e-bc86c9b67c9c" providerId="ADAL" clId="{5A577A09-EC1E-5C43-BE16-ED30CF966DE3}" dt="2024-05-27T15:31:19.906" v="5479" actId="1076"/>
          <ac:spMkLst>
            <pc:docMk/>
            <pc:sldMk cId="248278459" sldId="362"/>
            <ac:spMk id="7" creationId="{5D1DAD46-0473-ED0C-90EF-92749B925D62}"/>
          </ac:spMkLst>
        </pc:spChg>
        <pc:spChg chg="add mod">
          <ac:chgData name="Mathias Olsson" userId="fec71c33-517b-442a-960e-bc86c9b67c9c" providerId="ADAL" clId="{5A577A09-EC1E-5C43-BE16-ED30CF966DE3}" dt="2024-05-27T15:31:46.456" v="5490" actId="1076"/>
          <ac:spMkLst>
            <pc:docMk/>
            <pc:sldMk cId="248278459" sldId="362"/>
            <ac:spMk id="8" creationId="{1EA55F7B-574A-B688-9893-35372D0DD28D}"/>
          </ac:spMkLst>
        </pc:spChg>
        <pc:picChg chg="add mod">
          <ac:chgData name="Mathias Olsson" userId="fec71c33-517b-442a-960e-bc86c9b67c9c" providerId="ADAL" clId="{5A577A09-EC1E-5C43-BE16-ED30CF966DE3}" dt="2024-05-27T15:30:38.457" v="5468" actId="1076"/>
          <ac:picMkLst>
            <pc:docMk/>
            <pc:sldMk cId="248278459" sldId="362"/>
            <ac:picMk id="6" creationId="{D1601BFC-C773-7CB5-CBCB-5E35C7F03BB8}"/>
          </ac:picMkLst>
        </pc:picChg>
        <pc:picChg chg="add mod">
          <ac:chgData name="Mathias Olsson" userId="fec71c33-517b-442a-960e-bc86c9b67c9c" providerId="ADAL" clId="{5A577A09-EC1E-5C43-BE16-ED30CF966DE3}" dt="2024-05-27T09:36:49.540" v="4694" actId="1076"/>
          <ac:picMkLst>
            <pc:docMk/>
            <pc:sldMk cId="248278459" sldId="362"/>
            <ac:picMk id="1026" creationId="{F91BF8DE-45C1-E306-35BB-0239CBDE80A7}"/>
          </ac:picMkLst>
        </pc:picChg>
      </pc:sldChg>
      <pc:sldChg chg="modSp mod">
        <pc:chgData name="Mathias Olsson" userId="fec71c33-517b-442a-960e-bc86c9b67c9c" providerId="ADAL" clId="{5A577A09-EC1E-5C43-BE16-ED30CF966DE3}" dt="2024-05-27T09:51:47.245" v="5247" actId="20577"/>
        <pc:sldMkLst>
          <pc:docMk/>
          <pc:sldMk cId="3947924307" sldId="363"/>
        </pc:sldMkLst>
        <pc:spChg chg="mod">
          <ac:chgData name="Mathias Olsson" userId="fec71c33-517b-442a-960e-bc86c9b67c9c" providerId="ADAL" clId="{5A577A09-EC1E-5C43-BE16-ED30CF966DE3}" dt="2024-05-27T09:51:47.245" v="5247" actId="20577"/>
          <ac:spMkLst>
            <pc:docMk/>
            <pc:sldMk cId="3947924307" sldId="363"/>
            <ac:spMk id="5" creationId="{81A15742-B5C1-5059-E050-0B95D52D1188}"/>
          </ac:spMkLst>
        </pc:spChg>
      </pc:sldChg>
      <pc:sldChg chg="new del">
        <pc:chgData name="Mathias Olsson" userId="fec71c33-517b-442a-960e-bc86c9b67c9c" providerId="ADAL" clId="{5A577A09-EC1E-5C43-BE16-ED30CF966DE3}" dt="2024-05-26T19:22:26.504" v="405" actId="2696"/>
        <pc:sldMkLst>
          <pc:docMk/>
          <pc:sldMk cId="2301538026" sldId="364"/>
        </pc:sldMkLst>
      </pc:sldChg>
      <pc:sldChg chg="addSp delSp modSp new mod">
        <pc:chgData name="Mathias Olsson" userId="fec71c33-517b-442a-960e-bc86c9b67c9c" providerId="ADAL" clId="{5A577A09-EC1E-5C43-BE16-ED30CF966DE3}" dt="2024-05-27T15:19:57.227" v="5393" actId="404"/>
        <pc:sldMkLst>
          <pc:docMk/>
          <pc:sldMk cId="2911158593" sldId="364"/>
        </pc:sldMkLst>
        <pc:spChg chg="mod">
          <ac:chgData name="Mathias Olsson" userId="fec71c33-517b-442a-960e-bc86c9b67c9c" providerId="ADAL" clId="{5A577A09-EC1E-5C43-BE16-ED30CF966DE3}" dt="2024-05-26T19:23:41.569" v="451" actId="20577"/>
          <ac:spMkLst>
            <pc:docMk/>
            <pc:sldMk cId="2911158593" sldId="364"/>
            <ac:spMk id="2" creationId="{28A6469A-F05B-365E-6FFD-2980946671AA}"/>
          </ac:spMkLst>
        </pc:spChg>
        <pc:spChg chg="del">
          <ac:chgData name="Mathias Olsson" userId="fec71c33-517b-442a-960e-bc86c9b67c9c" providerId="ADAL" clId="{5A577A09-EC1E-5C43-BE16-ED30CF966DE3}" dt="2024-05-26T19:23:57.553" v="452"/>
          <ac:spMkLst>
            <pc:docMk/>
            <pc:sldMk cId="2911158593" sldId="364"/>
            <ac:spMk id="3" creationId="{3F26C326-CA24-D0ED-77AA-D8BE3676C02B}"/>
          </ac:spMkLst>
        </pc:spChg>
        <pc:spChg chg="add mod">
          <ac:chgData name="Mathias Olsson" userId="fec71c33-517b-442a-960e-bc86c9b67c9c" providerId="ADAL" clId="{5A577A09-EC1E-5C43-BE16-ED30CF966DE3}" dt="2024-05-27T15:19:57.227" v="5393" actId="404"/>
          <ac:spMkLst>
            <pc:docMk/>
            <pc:sldMk cId="2911158593" sldId="364"/>
            <ac:spMk id="3" creationId="{7982DB6F-7973-5E55-9B63-97FBBC80C7F3}"/>
          </ac:spMkLst>
        </pc:spChg>
        <pc:spChg chg="mod">
          <ac:chgData name="Mathias Olsson" userId="fec71c33-517b-442a-960e-bc86c9b67c9c" providerId="ADAL" clId="{5A577A09-EC1E-5C43-BE16-ED30CF966DE3}" dt="2024-05-26T19:27:15.381" v="507" actId="20577"/>
          <ac:spMkLst>
            <pc:docMk/>
            <pc:sldMk cId="2911158593" sldId="364"/>
            <ac:spMk id="5" creationId="{2876B2DA-B142-0867-79F7-D0E879550C9E}"/>
          </ac:spMkLst>
        </pc:spChg>
        <pc:spChg chg="add mod">
          <ac:chgData name="Mathias Olsson" userId="fec71c33-517b-442a-960e-bc86c9b67c9c" providerId="ADAL" clId="{5A577A09-EC1E-5C43-BE16-ED30CF966DE3}" dt="2024-05-27T15:19:51.267" v="5391" actId="404"/>
          <ac:spMkLst>
            <pc:docMk/>
            <pc:sldMk cId="2911158593" sldId="364"/>
            <ac:spMk id="6" creationId="{0D968C2A-A471-B608-6AD8-94A253592A78}"/>
          </ac:spMkLst>
        </pc:spChg>
        <pc:spChg chg="add mod">
          <ac:chgData name="Mathias Olsson" userId="fec71c33-517b-442a-960e-bc86c9b67c9c" providerId="ADAL" clId="{5A577A09-EC1E-5C43-BE16-ED30CF966DE3}" dt="2024-05-27T15:19:45.500" v="5389" actId="404"/>
          <ac:spMkLst>
            <pc:docMk/>
            <pc:sldMk cId="2911158593" sldId="364"/>
            <ac:spMk id="7" creationId="{6D4B23D0-129F-5CB6-73DD-2C9290D3E9EE}"/>
          </ac:spMkLst>
        </pc:spChg>
        <pc:picChg chg="add mod">
          <ac:chgData name="Mathias Olsson" userId="fec71c33-517b-442a-960e-bc86c9b67c9c" providerId="ADAL" clId="{5A577A09-EC1E-5C43-BE16-ED30CF966DE3}" dt="2024-05-27T15:16:55.898" v="5358" actId="1076"/>
          <ac:picMkLst>
            <pc:docMk/>
            <pc:sldMk cId="2911158593" sldId="364"/>
            <ac:picMk id="1026" creationId="{5762139B-8F46-839A-71D8-87D9FA59D407}"/>
          </ac:picMkLst>
        </pc:picChg>
        <pc:picChg chg="add mod">
          <ac:chgData name="Mathias Olsson" userId="fec71c33-517b-442a-960e-bc86c9b67c9c" providerId="ADAL" clId="{5A577A09-EC1E-5C43-BE16-ED30CF966DE3}" dt="2024-05-26T19:27:01.129" v="479" actId="1076"/>
          <ac:picMkLst>
            <pc:docMk/>
            <pc:sldMk cId="2911158593" sldId="364"/>
            <ac:picMk id="1028" creationId="{17865976-892B-76C7-6892-FD4631E72995}"/>
          </ac:picMkLst>
        </pc:picChg>
        <pc:picChg chg="add mod">
          <ac:chgData name="Mathias Olsson" userId="fec71c33-517b-442a-960e-bc86c9b67c9c" providerId="ADAL" clId="{5A577A09-EC1E-5C43-BE16-ED30CF966DE3}" dt="2024-05-27T15:16:48.585" v="5357" actId="732"/>
          <ac:picMkLst>
            <pc:docMk/>
            <pc:sldMk cId="2911158593" sldId="364"/>
            <ac:picMk id="1030" creationId="{5EB2146E-5863-E1CE-218A-FB5C91278535}"/>
          </ac:picMkLst>
        </pc:picChg>
      </pc:sldChg>
      <pc:sldChg chg="addSp modSp new del mod">
        <pc:chgData name="Mathias Olsson" userId="fec71c33-517b-442a-960e-bc86c9b67c9c" providerId="ADAL" clId="{5A577A09-EC1E-5C43-BE16-ED30CF966DE3}" dt="2024-05-26T20:12:45.714" v="2238" actId="2696"/>
        <pc:sldMkLst>
          <pc:docMk/>
          <pc:sldMk cId="4165086702" sldId="365"/>
        </pc:sldMkLst>
        <pc:spChg chg="mod">
          <ac:chgData name="Mathias Olsson" userId="fec71c33-517b-442a-960e-bc86c9b67c9c" providerId="ADAL" clId="{5A577A09-EC1E-5C43-BE16-ED30CF966DE3}" dt="2024-05-26T19:28:46.818" v="534" actId="5793"/>
          <ac:spMkLst>
            <pc:docMk/>
            <pc:sldMk cId="4165086702" sldId="365"/>
            <ac:spMk id="2" creationId="{DE7DE7DB-D9C9-EDCA-F987-9220FC2470AA}"/>
          </ac:spMkLst>
        </pc:spChg>
        <pc:spChg chg="mod">
          <ac:chgData name="Mathias Olsson" userId="fec71c33-517b-442a-960e-bc86c9b67c9c" providerId="ADAL" clId="{5A577A09-EC1E-5C43-BE16-ED30CF966DE3}" dt="2024-05-26T19:36:41.501" v="789" actId="20577"/>
          <ac:spMkLst>
            <pc:docMk/>
            <pc:sldMk cId="4165086702" sldId="365"/>
            <ac:spMk id="3" creationId="{77E0097C-0D13-315D-D41D-BE3C6E0F427E}"/>
          </ac:spMkLst>
        </pc:spChg>
        <pc:spChg chg="mod">
          <ac:chgData name="Mathias Olsson" userId="fec71c33-517b-442a-960e-bc86c9b67c9c" providerId="ADAL" clId="{5A577A09-EC1E-5C43-BE16-ED30CF966DE3}" dt="2024-05-26T19:33:23.403" v="650" actId="20577"/>
          <ac:spMkLst>
            <pc:docMk/>
            <pc:sldMk cId="4165086702" sldId="365"/>
            <ac:spMk id="5" creationId="{929B2F96-4EDD-E3A0-8F8F-C360C68524DE}"/>
          </ac:spMkLst>
        </pc:spChg>
        <pc:picChg chg="add mod">
          <ac:chgData name="Mathias Olsson" userId="fec71c33-517b-442a-960e-bc86c9b67c9c" providerId="ADAL" clId="{5A577A09-EC1E-5C43-BE16-ED30CF966DE3}" dt="2024-05-26T19:31:55.609" v="619" actId="1076"/>
          <ac:picMkLst>
            <pc:docMk/>
            <pc:sldMk cId="4165086702" sldId="365"/>
            <ac:picMk id="2050" creationId="{165C7DFC-8422-2522-7A89-A64D57028CE1}"/>
          </ac:picMkLst>
        </pc:picChg>
      </pc:sldChg>
      <pc:sldChg chg="modSp new del mod">
        <pc:chgData name="Mathias Olsson" userId="fec71c33-517b-442a-960e-bc86c9b67c9c" providerId="ADAL" clId="{5A577A09-EC1E-5C43-BE16-ED30CF966DE3}" dt="2024-05-26T19:40:32.840" v="974" actId="2696"/>
        <pc:sldMkLst>
          <pc:docMk/>
          <pc:sldMk cId="1831196981" sldId="366"/>
        </pc:sldMkLst>
        <pc:spChg chg="mod">
          <ac:chgData name="Mathias Olsson" userId="fec71c33-517b-442a-960e-bc86c9b67c9c" providerId="ADAL" clId="{5A577A09-EC1E-5C43-BE16-ED30CF966DE3}" dt="2024-05-26T19:34:52.200" v="662" actId="20577"/>
          <ac:spMkLst>
            <pc:docMk/>
            <pc:sldMk cId="1831196981" sldId="366"/>
            <ac:spMk id="2" creationId="{03CB39A7-A631-15CB-48E1-D2A05FD18294}"/>
          </ac:spMkLst>
        </pc:spChg>
        <pc:spChg chg="mod">
          <ac:chgData name="Mathias Olsson" userId="fec71c33-517b-442a-960e-bc86c9b67c9c" providerId="ADAL" clId="{5A577A09-EC1E-5C43-BE16-ED30CF966DE3}" dt="2024-05-26T19:35:10.839" v="723" actId="20577"/>
          <ac:spMkLst>
            <pc:docMk/>
            <pc:sldMk cId="1831196981" sldId="366"/>
            <ac:spMk id="3" creationId="{9DF91A73-CCB5-F328-07D9-331964D53FFC}"/>
          </ac:spMkLst>
        </pc:spChg>
      </pc:sldChg>
      <pc:sldChg chg="addSp delSp modSp new mod">
        <pc:chgData name="Mathias Olsson" userId="fec71c33-517b-442a-960e-bc86c9b67c9c" providerId="ADAL" clId="{5A577A09-EC1E-5C43-BE16-ED30CF966DE3}" dt="2024-05-27T17:10:14.766" v="5619" actId="20577"/>
        <pc:sldMkLst>
          <pc:docMk/>
          <pc:sldMk cId="3444379465" sldId="367"/>
        </pc:sldMkLst>
        <pc:spChg chg="add del mod">
          <ac:chgData name="Mathias Olsson" userId="fec71c33-517b-442a-960e-bc86c9b67c9c" providerId="ADAL" clId="{5A577A09-EC1E-5C43-BE16-ED30CF966DE3}" dt="2024-05-26T19:38:57.194" v="940" actId="478"/>
          <ac:spMkLst>
            <pc:docMk/>
            <pc:sldMk cId="3444379465" sldId="367"/>
            <ac:spMk id="2" creationId="{3281541F-5ED0-18D3-5EF5-84F544A87438}"/>
          </ac:spMkLst>
        </pc:spChg>
        <pc:spChg chg="mod">
          <ac:chgData name="Mathias Olsson" userId="fec71c33-517b-442a-960e-bc86c9b67c9c" providerId="ADAL" clId="{5A577A09-EC1E-5C43-BE16-ED30CF966DE3}" dt="2024-05-27T17:10:14.766" v="5619" actId="20577"/>
          <ac:spMkLst>
            <pc:docMk/>
            <pc:sldMk cId="3444379465" sldId="367"/>
            <ac:spMk id="3" creationId="{15FA3D9A-E91C-961E-5622-AE3A085BEC01}"/>
          </ac:spMkLst>
        </pc:spChg>
        <pc:spChg chg="mod">
          <ac:chgData name="Mathias Olsson" userId="fec71c33-517b-442a-960e-bc86c9b67c9c" providerId="ADAL" clId="{5A577A09-EC1E-5C43-BE16-ED30CF966DE3}" dt="2024-05-26T19:37:10.730" v="811" actId="20577"/>
          <ac:spMkLst>
            <pc:docMk/>
            <pc:sldMk cId="3444379465" sldId="367"/>
            <ac:spMk id="4" creationId="{7F603EB1-216A-5826-1519-890AF03AAAAD}"/>
          </ac:spMkLst>
        </pc:spChg>
        <pc:spChg chg="mod">
          <ac:chgData name="Mathias Olsson" userId="fec71c33-517b-442a-960e-bc86c9b67c9c" providerId="ADAL" clId="{5A577A09-EC1E-5C43-BE16-ED30CF966DE3}" dt="2024-05-26T19:37:25.517" v="814"/>
          <ac:spMkLst>
            <pc:docMk/>
            <pc:sldMk cId="3444379465" sldId="367"/>
            <ac:spMk id="5" creationId="{8A776D34-6C5E-4FB0-E26A-03011A965953}"/>
          </ac:spMkLst>
        </pc:spChg>
        <pc:spChg chg="mod">
          <ac:chgData name="Mathias Olsson" userId="fec71c33-517b-442a-960e-bc86c9b67c9c" providerId="ADAL" clId="{5A577A09-EC1E-5C43-BE16-ED30CF966DE3}" dt="2024-05-26T19:37:31.702" v="825" actId="20577"/>
          <ac:spMkLst>
            <pc:docMk/>
            <pc:sldMk cId="3444379465" sldId="367"/>
            <ac:spMk id="6" creationId="{7B876DD9-A539-FA23-18AA-6B2AB0EABF1E}"/>
          </ac:spMkLst>
        </pc:spChg>
        <pc:spChg chg="mod">
          <ac:chgData name="Mathias Olsson" userId="fec71c33-517b-442a-960e-bc86c9b67c9c" providerId="ADAL" clId="{5A577A09-EC1E-5C43-BE16-ED30CF966DE3}" dt="2024-05-26T19:47:27.225" v="1357" actId="20577"/>
          <ac:spMkLst>
            <pc:docMk/>
            <pc:sldMk cId="3444379465" sldId="367"/>
            <ac:spMk id="7" creationId="{DA09FA76-553D-2238-3348-D476675F440B}"/>
          </ac:spMkLst>
        </pc:spChg>
        <pc:spChg chg="mod">
          <ac:chgData name="Mathias Olsson" userId="fec71c33-517b-442a-960e-bc86c9b67c9c" providerId="ADAL" clId="{5A577A09-EC1E-5C43-BE16-ED30CF966DE3}" dt="2024-05-26T19:40:23.336" v="973" actId="20577"/>
          <ac:spMkLst>
            <pc:docMk/>
            <pc:sldMk cId="3444379465" sldId="367"/>
            <ac:spMk id="9" creationId="{1248A09E-4B65-8983-E820-8DA2A9F781D6}"/>
          </ac:spMkLst>
        </pc:spChg>
        <pc:spChg chg="add del mod">
          <ac:chgData name="Mathias Olsson" userId="fec71c33-517b-442a-960e-bc86c9b67c9c" providerId="ADAL" clId="{5A577A09-EC1E-5C43-BE16-ED30CF966DE3}" dt="2024-05-26T19:39:04.127" v="943"/>
          <ac:spMkLst>
            <pc:docMk/>
            <pc:sldMk cId="3444379465" sldId="367"/>
            <ac:spMk id="12" creationId="{44A593C8-0492-719A-1BF2-54A5C9CB8170}"/>
          </ac:spMkLst>
        </pc:spChg>
        <pc:picChg chg="add mod">
          <ac:chgData name="Mathias Olsson" userId="fec71c33-517b-442a-960e-bc86c9b67c9c" providerId="ADAL" clId="{5A577A09-EC1E-5C43-BE16-ED30CF966DE3}" dt="2024-05-26T19:38:50.306" v="938"/>
          <ac:picMkLst>
            <pc:docMk/>
            <pc:sldMk cId="3444379465" sldId="367"/>
            <ac:picMk id="10" creationId="{E4995C73-C75F-AD89-DB51-CB980A47B84A}"/>
          </ac:picMkLst>
        </pc:picChg>
        <pc:picChg chg="add">
          <ac:chgData name="Mathias Olsson" userId="fec71c33-517b-442a-960e-bc86c9b67c9c" providerId="ADAL" clId="{5A577A09-EC1E-5C43-BE16-ED30CF966DE3}" dt="2024-05-26T19:38:50.639" v="939"/>
          <ac:picMkLst>
            <pc:docMk/>
            <pc:sldMk cId="3444379465" sldId="367"/>
            <ac:picMk id="11" creationId="{A1D422F2-EDC0-CEC0-7889-5DF3A8F76182}"/>
          </ac:picMkLst>
        </pc:picChg>
      </pc:sldChg>
      <pc:sldChg chg="new del">
        <pc:chgData name="Mathias Olsson" userId="fec71c33-517b-442a-960e-bc86c9b67c9c" providerId="ADAL" clId="{5A577A09-EC1E-5C43-BE16-ED30CF966DE3}" dt="2024-05-26T19:44:53.713" v="1215" actId="2696"/>
        <pc:sldMkLst>
          <pc:docMk/>
          <pc:sldMk cId="1845996981" sldId="368"/>
        </pc:sldMkLst>
      </pc:sldChg>
      <pc:sldChg chg="addSp delSp modSp new del mod ord">
        <pc:chgData name="Mathias Olsson" userId="fec71c33-517b-442a-960e-bc86c9b67c9c" providerId="ADAL" clId="{5A577A09-EC1E-5C43-BE16-ED30CF966DE3}" dt="2024-05-26T19:49:11.254" v="1451" actId="2696"/>
        <pc:sldMkLst>
          <pc:docMk/>
          <pc:sldMk cId="2781506191" sldId="368"/>
        </pc:sldMkLst>
        <pc:spChg chg="mod">
          <ac:chgData name="Mathias Olsson" userId="fec71c33-517b-442a-960e-bc86c9b67c9c" providerId="ADAL" clId="{5A577A09-EC1E-5C43-BE16-ED30CF966DE3}" dt="2024-05-26T19:46:25.146" v="1244" actId="20577"/>
          <ac:spMkLst>
            <pc:docMk/>
            <pc:sldMk cId="2781506191" sldId="368"/>
            <ac:spMk id="2" creationId="{17AEC871-8C7C-AFE2-7D38-228D83F777DD}"/>
          </ac:spMkLst>
        </pc:spChg>
        <pc:spChg chg="mod">
          <ac:chgData name="Mathias Olsson" userId="fec71c33-517b-442a-960e-bc86c9b67c9c" providerId="ADAL" clId="{5A577A09-EC1E-5C43-BE16-ED30CF966DE3}" dt="2024-05-26T19:46:58.522" v="1289" actId="20577"/>
          <ac:spMkLst>
            <pc:docMk/>
            <pc:sldMk cId="2781506191" sldId="368"/>
            <ac:spMk id="3" creationId="{C68ABD6A-E755-6788-A6E7-C2C5CAA71A10}"/>
          </ac:spMkLst>
        </pc:spChg>
        <pc:spChg chg="add del mod">
          <ac:chgData name="Mathias Olsson" userId="fec71c33-517b-442a-960e-bc86c9b67c9c" providerId="ADAL" clId="{5A577A09-EC1E-5C43-BE16-ED30CF966DE3}" dt="2024-05-26T19:47:49.264" v="1361"/>
          <ac:spMkLst>
            <pc:docMk/>
            <pc:sldMk cId="2781506191" sldId="368"/>
            <ac:spMk id="6" creationId="{E0E05CA6-E77A-4BFA-520B-9D8C5A336538}"/>
          </ac:spMkLst>
        </pc:spChg>
      </pc:sldChg>
      <pc:sldChg chg="new del">
        <pc:chgData name="Mathias Olsson" userId="fec71c33-517b-442a-960e-bc86c9b67c9c" providerId="ADAL" clId="{5A577A09-EC1E-5C43-BE16-ED30CF966DE3}" dt="2024-05-26T19:45:23.190" v="1223" actId="2696"/>
        <pc:sldMkLst>
          <pc:docMk/>
          <pc:sldMk cId="2990175120" sldId="368"/>
        </pc:sldMkLst>
      </pc:sldChg>
      <pc:sldChg chg="new del">
        <pc:chgData name="Mathias Olsson" userId="fec71c33-517b-442a-960e-bc86c9b67c9c" providerId="ADAL" clId="{5A577A09-EC1E-5C43-BE16-ED30CF966DE3}" dt="2024-05-26T19:45:16.984" v="1221" actId="2696"/>
        <pc:sldMkLst>
          <pc:docMk/>
          <pc:sldMk cId="4175968525" sldId="368"/>
        </pc:sldMkLst>
      </pc:sldChg>
      <pc:sldChg chg="modSp new del mod">
        <pc:chgData name="Mathias Olsson" userId="fec71c33-517b-442a-960e-bc86c9b67c9c" providerId="ADAL" clId="{5A577A09-EC1E-5C43-BE16-ED30CF966DE3}" dt="2024-05-26T19:59:36.025" v="1772" actId="2696"/>
        <pc:sldMkLst>
          <pc:docMk/>
          <pc:sldMk cId="1608229738" sldId="369"/>
        </pc:sldMkLst>
        <pc:spChg chg="mod">
          <ac:chgData name="Mathias Olsson" userId="fec71c33-517b-442a-960e-bc86c9b67c9c" providerId="ADAL" clId="{5A577A09-EC1E-5C43-BE16-ED30CF966DE3}" dt="2024-05-26T19:48:36.886" v="1422" actId="20577"/>
          <ac:spMkLst>
            <pc:docMk/>
            <pc:sldMk cId="1608229738" sldId="369"/>
            <ac:spMk id="2" creationId="{36311864-7894-1670-AA9F-C864891222EF}"/>
          </ac:spMkLst>
        </pc:spChg>
        <pc:spChg chg="mod">
          <ac:chgData name="Mathias Olsson" userId="fec71c33-517b-442a-960e-bc86c9b67c9c" providerId="ADAL" clId="{5A577A09-EC1E-5C43-BE16-ED30CF966DE3}" dt="2024-05-26T19:49:17.371" v="1466" actId="5793"/>
          <ac:spMkLst>
            <pc:docMk/>
            <pc:sldMk cId="1608229738" sldId="369"/>
            <ac:spMk id="3" creationId="{06105330-F9A8-8EF9-B3C9-FFC683431387}"/>
          </ac:spMkLst>
        </pc:spChg>
        <pc:spChg chg="mod">
          <ac:chgData name="Mathias Olsson" userId="fec71c33-517b-442a-960e-bc86c9b67c9c" providerId="ADAL" clId="{5A577A09-EC1E-5C43-BE16-ED30CF966DE3}" dt="2024-05-26T19:48:48.353" v="1450" actId="20577"/>
          <ac:spMkLst>
            <pc:docMk/>
            <pc:sldMk cId="1608229738" sldId="369"/>
            <ac:spMk id="5" creationId="{9E7887BD-B9E8-3FE9-5D87-8BF12CB7381C}"/>
          </ac:spMkLst>
        </pc:spChg>
      </pc:sldChg>
      <pc:sldChg chg="addSp delSp modSp add mod modNotesTx">
        <pc:chgData name="Mathias Olsson" userId="fec71c33-517b-442a-960e-bc86c9b67c9c" providerId="ADAL" clId="{5A577A09-EC1E-5C43-BE16-ED30CF966DE3}" dt="2024-05-28T12:23:41.362" v="5710" actId="14100"/>
        <pc:sldMkLst>
          <pc:docMk/>
          <pc:sldMk cId="1766771484" sldId="370"/>
        </pc:sldMkLst>
        <pc:spChg chg="mod">
          <ac:chgData name="Mathias Olsson" userId="fec71c33-517b-442a-960e-bc86c9b67c9c" providerId="ADAL" clId="{5A577A09-EC1E-5C43-BE16-ED30CF966DE3}" dt="2024-05-26T19:49:38.154" v="1492" actId="20577"/>
          <ac:spMkLst>
            <pc:docMk/>
            <pc:sldMk cId="1766771484" sldId="370"/>
            <ac:spMk id="2" creationId="{FE92A9E4-3B33-8623-FB27-6D7248C372EA}"/>
          </ac:spMkLst>
        </pc:spChg>
        <pc:spChg chg="mod">
          <ac:chgData name="Mathias Olsson" userId="fec71c33-517b-442a-960e-bc86c9b67c9c" providerId="ADAL" clId="{5A577A09-EC1E-5C43-BE16-ED30CF966DE3}" dt="2024-05-28T12:23:41.362" v="5710" actId="14100"/>
          <ac:spMkLst>
            <pc:docMk/>
            <pc:sldMk cId="1766771484" sldId="370"/>
            <ac:spMk id="3" creationId="{18559EBB-1744-14F2-6EEA-D5BDC030F0C9}"/>
          </ac:spMkLst>
        </pc:spChg>
        <pc:spChg chg="mod">
          <ac:chgData name="Mathias Olsson" userId="fec71c33-517b-442a-960e-bc86c9b67c9c" providerId="ADAL" clId="{5A577A09-EC1E-5C43-BE16-ED30CF966DE3}" dt="2024-05-26T19:50:09.586" v="1584" actId="20577"/>
          <ac:spMkLst>
            <pc:docMk/>
            <pc:sldMk cId="1766771484" sldId="370"/>
            <ac:spMk id="5" creationId="{621A83F6-ADD2-533E-DD3D-2171EC6F7E11}"/>
          </ac:spMkLst>
        </pc:spChg>
        <pc:spChg chg="add del mod">
          <ac:chgData name="Mathias Olsson" userId="fec71c33-517b-442a-960e-bc86c9b67c9c" providerId="ADAL" clId="{5A577A09-EC1E-5C43-BE16-ED30CF966DE3}" dt="2024-05-26T19:54:18.584" v="1676" actId="931"/>
          <ac:spMkLst>
            <pc:docMk/>
            <pc:sldMk cId="1766771484" sldId="370"/>
            <ac:spMk id="6" creationId="{BCC0645C-85B5-69F2-1FC1-9066EE9692EB}"/>
          </ac:spMkLst>
        </pc:spChg>
        <pc:spChg chg="mod">
          <ac:chgData name="Mathias Olsson" userId="fec71c33-517b-442a-960e-bc86c9b67c9c" providerId="ADAL" clId="{5A577A09-EC1E-5C43-BE16-ED30CF966DE3}" dt="2024-05-26T20:11:59.276" v="2209" actId="20577"/>
          <ac:spMkLst>
            <pc:docMk/>
            <pc:sldMk cId="1766771484" sldId="370"/>
            <ac:spMk id="8" creationId="{8B1640E3-ACD2-7360-A022-281862D31457}"/>
          </ac:spMkLst>
        </pc:spChg>
        <pc:spChg chg="mod">
          <ac:chgData name="Mathias Olsson" userId="fec71c33-517b-442a-960e-bc86c9b67c9c" providerId="ADAL" clId="{5A577A09-EC1E-5C43-BE16-ED30CF966DE3}" dt="2024-05-26T19:55:57.504" v="1741" actId="20577"/>
          <ac:spMkLst>
            <pc:docMk/>
            <pc:sldMk cId="1766771484" sldId="370"/>
            <ac:spMk id="10" creationId="{A508684D-1AA5-491C-E832-1EB26568CC05}"/>
          </ac:spMkLst>
        </pc:spChg>
        <pc:spChg chg="add del mod">
          <ac:chgData name="Mathias Olsson" userId="fec71c33-517b-442a-960e-bc86c9b67c9c" providerId="ADAL" clId="{5A577A09-EC1E-5C43-BE16-ED30CF966DE3}" dt="2024-05-26T19:56:57.034" v="1748"/>
          <ac:spMkLst>
            <pc:docMk/>
            <pc:sldMk cId="1766771484" sldId="370"/>
            <ac:spMk id="13" creationId="{54EB6E27-5F07-E87F-0C6D-BF5E5090B7C6}"/>
          </ac:spMkLst>
        </pc:spChg>
        <pc:spChg chg="add del mod">
          <ac:chgData name="Mathias Olsson" userId="fec71c33-517b-442a-960e-bc86c9b67c9c" providerId="ADAL" clId="{5A577A09-EC1E-5C43-BE16-ED30CF966DE3}" dt="2024-05-26T19:57:31.976" v="1751" actId="931"/>
          <ac:spMkLst>
            <pc:docMk/>
            <pc:sldMk cId="1766771484" sldId="370"/>
            <ac:spMk id="20" creationId="{7C008F4C-2D35-453F-97C9-1B1CD9AF738F}"/>
          </ac:spMkLst>
        </pc:spChg>
        <pc:picChg chg="add mod modCrop">
          <ac:chgData name="Mathias Olsson" userId="fec71c33-517b-442a-960e-bc86c9b67c9c" providerId="ADAL" clId="{5A577A09-EC1E-5C43-BE16-ED30CF966DE3}" dt="2024-05-26T20:27:56.935" v="2330" actId="18131"/>
          <ac:picMkLst>
            <pc:docMk/>
            <pc:sldMk cId="1766771484" sldId="370"/>
            <ac:picMk id="11" creationId="{750F8986-CAA0-2109-175D-09D613397CFB}"/>
          </ac:picMkLst>
        </pc:picChg>
        <pc:picChg chg="mod">
          <ac:chgData name="Mathias Olsson" userId="fec71c33-517b-442a-960e-bc86c9b67c9c" providerId="ADAL" clId="{5A577A09-EC1E-5C43-BE16-ED30CF966DE3}" dt="2024-05-26T19:58:58.790" v="1771" actId="208"/>
          <ac:picMkLst>
            <pc:docMk/>
            <pc:sldMk cId="1766771484" sldId="370"/>
            <ac:picMk id="15" creationId="{D6EBC2A8-A6B3-B04E-41A4-25A9A0676AD0}"/>
          </ac:picMkLst>
        </pc:picChg>
        <pc:picChg chg="mod">
          <ac:chgData name="Mathias Olsson" userId="fec71c33-517b-442a-960e-bc86c9b67c9c" providerId="ADAL" clId="{5A577A09-EC1E-5C43-BE16-ED30CF966DE3}" dt="2024-05-26T19:58:55.372" v="1770" actId="208"/>
          <ac:picMkLst>
            <pc:docMk/>
            <pc:sldMk cId="1766771484" sldId="370"/>
            <ac:picMk id="16" creationId="{5231DDDB-E29E-8882-E71C-20340171D8DC}"/>
          </ac:picMkLst>
        </pc:picChg>
        <pc:picChg chg="del">
          <ac:chgData name="Mathias Olsson" userId="fec71c33-517b-442a-960e-bc86c9b67c9c" providerId="ADAL" clId="{5A577A09-EC1E-5C43-BE16-ED30CF966DE3}" dt="2024-05-26T19:56:32.824" v="1742" actId="478"/>
          <ac:picMkLst>
            <pc:docMk/>
            <pc:sldMk cId="1766771484" sldId="370"/>
            <ac:picMk id="17" creationId="{488A4C2A-F5B5-FAD1-D810-289B2092FF6C}"/>
          </ac:picMkLst>
        </pc:picChg>
        <pc:picChg chg="del">
          <ac:chgData name="Mathias Olsson" userId="fec71c33-517b-442a-960e-bc86c9b67c9c" providerId="ADAL" clId="{5A577A09-EC1E-5C43-BE16-ED30CF966DE3}" dt="2024-05-26T19:54:04.226" v="1667" actId="478"/>
          <ac:picMkLst>
            <pc:docMk/>
            <pc:sldMk cId="1766771484" sldId="370"/>
            <ac:picMk id="18" creationId="{1FB107C6-83C2-4539-D841-857D29AC76A1}"/>
          </ac:picMkLst>
        </pc:picChg>
        <pc:picChg chg="add mod">
          <ac:chgData name="Mathias Olsson" userId="fec71c33-517b-442a-960e-bc86c9b67c9c" providerId="ADAL" clId="{5A577A09-EC1E-5C43-BE16-ED30CF966DE3}" dt="2024-05-26T19:56:53.194" v="1747" actId="931"/>
          <ac:picMkLst>
            <pc:docMk/>
            <pc:sldMk cId="1766771484" sldId="370"/>
            <ac:picMk id="19" creationId="{F7508256-3BF3-A918-8BEB-93886F051BE1}"/>
          </ac:picMkLst>
        </pc:picChg>
        <pc:picChg chg="add mod">
          <ac:chgData name="Mathias Olsson" userId="fec71c33-517b-442a-960e-bc86c9b67c9c" providerId="ADAL" clId="{5A577A09-EC1E-5C43-BE16-ED30CF966DE3}" dt="2024-05-26T19:58:29.111" v="1769" actId="208"/>
          <ac:picMkLst>
            <pc:docMk/>
            <pc:sldMk cId="1766771484" sldId="370"/>
            <ac:picMk id="22" creationId="{CA773E6A-7660-2EB8-E8A8-2EC0ECCA3817}"/>
          </ac:picMkLst>
        </pc:picChg>
        <pc:picChg chg="add del mod">
          <ac:chgData name="Mathias Olsson" userId="fec71c33-517b-442a-960e-bc86c9b67c9c" providerId="ADAL" clId="{5A577A09-EC1E-5C43-BE16-ED30CF966DE3}" dt="2024-05-26T19:57:00.141" v="1749" actId="478"/>
          <ac:picMkLst>
            <pc:docMk/>
            <pc:sldMk cId="1766771484" sldId="370"/>
            <ac:picMk id="6146" creationId="{6A907320-DD93-7349-712F-EBBF6354E5E6}"/>
          </ac:picMkLst>
        </pc:picChg>
        <pc:picChg chg="add">
          <ac:chgData name="Mathias Olsson" userId="fec71c33-517b-442a-960e-bc86c9b67c9c" providerId="ADAL" clId="{5A577A09-EC1E-5C43-BE16-ED30CF966DE3}" dt="2024-05-26T19:57:01.650" v="1750"/>
          <ac:picMkLst>
            <pc:docMk/>
            <pc:sldMk cId="1766771484" sldId="370"/>
            <ac:picMk id="6148" creationId="{FF7F9E0E-F0D4-B883-4040-8005CE6DE31B}"/>
          </ac:picMkLst>
        </pc:picChg>
      </pc:sldChg>
      <pc:sldChg chg="addSp delSp modSp new mod">
        <pc:chgData name="Mathias Olsson" userId="fec71c33-517b-442a-960e-bc86c9b67c9c" providerId="ADAL" clId="{5A577A09-EC1E-5C43-BE16-ED30CF966DE3}" dt="2024-05-27T15:22:48.603" v="5408" actId="1076"/>
        <pc:sldMkLst>
          <pc:docMk/>
          <pc:sldMk cId="2340637231" sldId="371"/>
        </pc:sldMkLst>
        <pc:spChg chg="mod">
          <ac:chgData name="Mathias Olsson" userId="fec71c33-517b-442a-960e-bc86c9b67c9c" providerId="ADAL" clId="{5A577A09-EC1E-5C43-BE16-ED30CF966DE3}" dt="2024-05-26T20:05:13.863" v="1910" actId="20577"/>
          <ac:spMkLst>
            <pc:docMk/>
            <pc:sldMk cId="2340637231" sldId="371"/>
            <ac:spMk id="2" creationId="{C285EA4B-33CA-F2D6-7B8B-F3B9006EBF6B}"/>
          </ac:spMkLst>
        </pc:spChg>
        <pc:spChg chg="mod">
          <ac:chgData name="Mathias Olsson" userId="fec71c33-517b-442a-960e-bc86c9b67c9c" providerId="ADAL" clId="{5A577A09-EC1E-5C43-BE16-ED30CF966DE3}" dt="2024-05-26T20:25:34.481" v="2328" actId="20577"/>
          <ac:spMkLst>
            <pc:docMk/>
            <pc:sldMk cId="2340637231" sldId="371"/>
            <ac:spMk id="3" creationId="{B7D33F4B-D32C-A929-BF85-2FDAAF0B2475}"/>
          </ac:spMkLst>
        </pc:spChg>
        <pc:spChg chg="mod">
          <ac:chgData name="Mathias Olsson" userId="fec71c33-517b-442a-960e-bc86c9b67c9c" providerId="ADAL" clId="{5A577A09-EC1E-5C43-BE16-ED30CF966DE3}" dt="2024-05-26T20:12:10.811" v="2237" actId="20577"/>
          <ac:spMkLst>
            <pc:docMk/>
            <pc:sldMk cId="2340637231" sldId="371"/>
            <ac:spMk id="5" creationId="{E22FF073-96C4-D433-15EB-7123F486D3CA}"/>
          </ac:spMkLst>
        </pc:spChg>
        <pc:spChg chg="add mod">
          <ac:chgData name="Mathias Olsson" userId="fec71c33-517b-442a-960e-bc86c9b67c9c" providerId="ADAL" clId="{5A577A09-EC1E-5C43-BE16-ED30CF966DE3}" dt="2024-05-27T15:22:48.603" v="5408" actId="1076"/>
          <ac:spMkLst>
            <pc:docMk/>
            <pc:sldMk cId="2340637231" sldId="371"/>
            <ac:spMk id="6" creationId="{0DDFA786-DEDF-71F7-8919-D19AA3FF80AA}"/>
          </ac:spMkLst>
        </pc:spChg>
        <pc:spChg chg="add del">
          <ac:chgData name="Mathias Olsson" userId="fec71c33-517b-442a-960e-bc86c9b67c9c" providerId="ADAL" clId="{5A577A09-EC1E-5C43-BE16-ED30CF966DE3}" dt="2024-05-26T20:04:52.381" v="1869" actId="931"/>
          <ac:spMkLst>
            <pc:docMk/>
            <pc:sldMk cId="2340637231" sldId="371"/>
            <ac:spMk id="6" creationId="{A826B775-D645-2983-F89A-69C731B1824F}"/>
          </ac:spMkLst>
        </pc:spChg>
        <pc:picChg chg="add mod modCrop">
          <ac:chgData name="Mathias Olsson" userId="fec71c33-517b-442a-960e-bc86c9b67c9c" providerId="ADAL" clId="{5A577A09-EC1E-5C43-BE16-ED30CF966DE3}" dt="2024-05-26T20:04:24.783" v="1868" actId="931"/>
          <ac:picMkLst>
            <pc:docMk/>
            <pc:sldMk cId="2340637231" sldId="371"/>
            <ac:picMk id="8" creationId="{977E7BEE-36A2-5348-BF6D-0A93EF4BFF76}"/>
          </ac:picMkLst>
        </pc:picChg>
        <pc:picChg chg="add mod">
          <ac:chgData name="Mathias Olsson" userId="fec71c33-517b-442a-960e-bc86c9b67c9c" providerId="ADAL" clId="{5A577A09-EC1E-5C43-BE16-ED30CF966DE3}" dt="2024-05-26T20:04:54.859" v="1871" actId="962"/>
          <ac:picMkLst>
            <pc:docMk/>
            <pc:sldMk cId="2340637231" sldId="371"/>
            <ac:picMk id="10" creationId="{30153583-D22B-243B-46CF-983AF47889EA}"/>
          </ac:picMkLst>
        </pc:picChg>
      </pc:sldChg>
      <pc:sldChg chg="addSp delSp modSp add mod">
        <pc:chgData name="Mathias Olsson" userId="fec71c33-517b-442a-960e-bc86c9b67c9c" providerId="ADAL" clId="{5A577A09-EC1E-5C43-BE16-ED30CF966DE3}" dt="2024-05-27T09:07:41.233" v="4067" actId="20577"/>
        <pc:sldMkLst>
          <pc:docMk/>
          <pc:sldMk cId="361916138" sldId="372"/>
        </pc:sldMkLst>
        <pc:spChg chg="mod">
          <ac:chgData name="Mathias Olsson" userId="fec71c33-517b-442a-960e-bc86c9b67c9c" providerId="ADAL" clId="{5A577A09-EC1E-5C43-BE16-ED30CF966DE3}" dt="2024-05-26T20:13:11.897" v="2260" actId="20577"/>
          <ac:spMkLst>
            <pc:docMk/>
            <pc:sldMk cId="361916138" sldId="372"/>
            <ac:spMk id="2" creationId="{F0984788-646A-CF90-D67D-14752A71745D}"/>
          </ac:spMkLst>
        </pc:spChg>
        <pc:spChg chg="mod">
          <ac:chgData name="Mathias Olsson" userId="fec71c33-517b-442a-960e-bc86c9b67c9c" providerId="ADAL" clId="{5A577A09-EC1E-5C43-BE16-ED30CF966DE3}" dt="2024-05-27T09:07:41.233" v="4067" actId="20577"/>
          <ac:spMkLst>
            <pc:docMk/>
            <pc:sldMk cId="361916138" sldId="372"/>
            <ac:spMk id="3" creationId="{77C9C890-ADC6-0AA7-BBC0-05E856AA7C3C}"/>
          </ac:spMkLst>
        </pc:spChg>
        <pc:spChg chg="mod">
          <ac:chgData name="Mathias Olsson" userId="fec71c33-517b-442a-960e-bc86c9b67c9c" providerId="ADAL" clId="{5A577A09-EC1E-5C43-BE16-ED30CF966DE3}" dt="2024-05-26T20:13:27.765" v="2278" actId="20577"/>
          <ac:spMkLst>
            <pc:docMk/>
            <pc:sldMk cId="361916138" sldId="372"/>
            <ac:spMk id="5" creationId="{241D8BC6-DD9D-7F06-3B9F-9F2B462E4984}"/>
          </ac:spMkLst>
        </pc:spChg>
        <pc:spChg chg="add del mod">
          <ac:chgData name="Mathias Olsson" userId="fec71c33-517b-442a-960e-bc86c9b67c9c" providerId="ADAL" clId="{5A577A09-EC1E-5C43-BE16-ED30CF966DE3}" dt="2024-05-26T20:19:29.508" v="2299" actId="931"/>
          <ac:spMkLst>
            <pc:docMk/>
            <pc:sldMk cId="361916138" sldId="372"/>
            <ac:spMk id="7" creationId="{9BEDD4C4-6690-249B-AA94-7765712F9678}"/>
          </ac:spMkLst>
        </pc:spChg>
        <pc:picChg chg="add mod">
          <ac:chgData name="Mathias Olsson" userId="fec71c33-517b-442a-960e-bc86c9b67c9c" providerId="ADAL" clId="{5A577A09-EC1E-5C43-BE16-ED30CF966DE3}" dt="2024-05-26T20:17:38.782" v="2283" actId="931"/>
          <ac:picMkLst>
            <pc:docMk/>
            <pc:sldMk cId="361916138" sldId="372"/>
            <ac:picMk id="9" creationId="{E9BA9C93-74BB-B59E-5978-F79713B9D1E6}"/>
          </ac:picMkLst>
        </pc:picChg>
        <pc:picChg chg="del">
          <ac:chgData name="Mathias Olsson" userId="fec71c33-517b-442a-960e-bc86c9b67c9c" providerId="ADAL" clId="{5A577A09-EC1E-5C43-BE16-ED30CF966DE3}" dt="2024-05-26T20:13:14.331" v="2261" actId="478"/>
          <ac:picMkLst>
            <pc:docMk/>
            <pc:sldMk cId="361916138" sldId="372"/>
            <ac:picMk id="11" creationId="{ECEA3E4B-EA55-C7A9-27A7-47154B2B29E3}"/>
          </ac:picMkLst>
        </pc:picChg>
        <pc:picChg chg="add mod">
          <ac:chgData name="Mathias Olsson" userId="fec71c33-517b-442a-960e-bc86c9b67c9c" providerId="ADAL" clId="{5A577A09-EC1E-5C43-BE16-ED30CF966DE3}" dt="2024-05-26T20:19:47.235" v="2304" actId="207"/>
          <ac:picMkLst>
            <pc:docMk/>
            <pc:sldMk cId="361916138" sldId="372"/>
            <ac:picMk id="12" creationId="{063EF1A1-A2B2-16A1-A741-F6EF5D214607}"/>
          </ac:picMkLst>
        </pc:picChg>
      </pc:sldChg>
      <pc:sldChg chg="new del">
        <pc:chgData name="Mathias Olsson" userId="fec71c33-517b-442a-960e-bc86c9b67c9c" providerId="ADAL" clId="{5A577A09-EC1E-5C43-BE16-ED30CF966DE3}" dt="2024-05-26T20:20:13.815" v="2306" actId="2696"/>
        <pc:sldMkLst>
          <pc:docMk/>
          <pc:sldMk cId="2122688649" sldId="373"/>
        </pc:sldMkLst>
      </pc:sldChg>
      <pc:sldChg chg="addSp delSp modSp new mod">
        <pc:chgData name="Mathias Olsson" userId="fec71c33-517b-442a-960e-bc86c9b67c9c" providerId="ADAL" clId="{5A577A09-EC1E-5C43-BE16-ED30CF966DE3}" dt="2024-05-27T15:24:25.403" v="5419" actId="1076"/>
        <pc:sldMkLst>
          <pc:docMk/>
          <pc:sldMk cId="3004255442" sldId="373"/>
        </pc:sldMkLst>
        <pc:spChg chg="mod">
          <ac:chgData name="Mathias Olsson" userId="fec71c33-517b-442a-960e-bc86c9b67c9c" providerId="ADAL" clId="{5A577A09-EC1E-5C43-BE16-ED30CF966DE3}" dt="2024-05-26T20:30:51.096" v="2360" actId="20577"/>
          <ac:spMkLst>
            <pc:docMk/>
            <pc:sldMk cId="3004255442" sldId="373"/>
            <ac:spMk id="2" creationId="{E303A762-5784-2B88-4189-D66DBA149404}"/>
          </ac:spMkLst>
        </pc:spChg>
        <pc:spChg chg="add mod">
          <ac:chgData name="Mathias Olsson" userId="fec71c33-517b-442a-960e-bc86c9b67c9c" providerId="ADAL" clId="{5A577A09-EC1E-5C43-BE16-ED30CF966DE3}" dt="2024-05-27T15:24:25.403" v="5419" actId="1076"/>
          <ac:spMkLst>
            <pc:docMk/>
            <pc:sldMk cId="3004255442" sldId="373"/>
            <ac:spMk id="3" creationId="{57E2754D-6AE8-AE23-22FD-B8F3CE9FDA6B}"/>
          </ac:spMkLst>
        </pc:spChg>
        <pc:spChg chg="del mod">
          <ac:chgData name="Mathias Olsson" userId="fec71c33-517b-442a-960e-bc86c9b67c9c" providerId="ADAL" clId="{5A577A09-EC1E-5C43-BE16-ED30CF966DE3}" dt="2024-05-26T20:32:35.248" v="2366" actId="478"/>
          <ac:spMkLst>
            <pc:docMk/>
            <pc:sldMk cId="3004255442" sldId="373"/>
            <ac:spMk id="3" creationId="{D903CBC0-0E57-DF30-9CDF-B95C266BF52E}"/>
          </ac:spMkLst>
        </pc:spChg>
        <pc:spChg chg="mod">
          <ac:chgData name="Mathias Olsson" userId="fec71c33-517b-442a-960e-bc86c9b67c9c" providerId="ADAL" clId="{5A577A09-EC1E-5C43-BE16-ED30CF966DE3}" dt="2024-05-26T20:36:47.448" v="2420" actId="20577"/>
          <ac:spMkLst>
            <pc:docMk/>
            <pc:sldMk cId="3004255442" sldId="373"/>
            <ac:spMk id="5" creationId="{8DBBE402-32EE-34FC-444B-754D0610B44A}"/>
          </ac:spMkLst>
        </pc:spChg>
        <pc:spChg chg="add mod">
          <ac:chgData name="Mathias Olsson" userId="fec71c33-517b-442a-960e-bc86c9b67c9c" providerId="ADAL" clId="{5A577A09-EC1E-5C43-BE16-ED30CF966DE3}" dt="2024-05-26T20:32:27.979" v="2364" actId="1076"/>
          <ac:spMkLst>
            <pc:docMk/>
            <pc:sldMk cId="3004255442" sldId="373"/>
            <ac:spMk id="7" creationId="{6C8891B2-8B97-80A3-3DEE-29CD8DF576EA}"/>
          </ac:spMkLst>
        </pc:spChg>
        <pc:picChg chg="add mod">
          <ac:chgData name="Mathias Olsson" userId="fec71c33-517b-442a-960e-bc86c9b67c9c" providerId="ADAL" clId="{5A577A09-EC1E-5C43-BE16-ED30CF966DE3}" dt="2024-05-26T20:36:55.449" v="2421" actId="14100"/>
          <ac:picMkLst>
            <pc:docMk/>
            <pc:sldMk cId="3004255442" sldId="373"/>
            <ac:picMk id="6" creationId="{310AF56F-A7AC-CFEA-1EB5-836180FCF6B1}"/>
          </ac:picMkLst>
        </pc:picChg>
        <pc:picChg chg="add mod">
          <ac:chgData name="Mathias Olsson" userId="fec71c33-517b-442a-960e-bc86c9b67c9c" providerId="ADAL" clId="{5A577A09-EC1E-5C43-BE16-ED30CF966DE3}" dt="2024-05-26T20:37:00.346" v="2423" actId="1076"/>
          <ac:picMkLst>
            <pc:docMk/>
            <pc:sldMk cId="3004255442" sldId="373"/>
            <ac:picMk id="9" creationId="{8E18BC92-410A-B6D5-AF07-ECDE4433CBB9}"/>
          </ac:picMkLst>
        </pc:picChg>
      </pc:sldChg>
      <pc:sldChg chg="addSp delSp modSp new mod">
        <pc:chgData name="Mathias Olsson" userId="fec71c33-517b-442a-960e-bc86c9b67c9c" providerId="ADAL" clId="{5A577A09-EC1E-5C43-BE16-ED30CF966DE3}" dt="2024-05-27T15:25:11.903" v="5430" actId="1076"/>
        <pc:sldMkLst>
          <pc:docMk/>
          <pc:sldMk cId="3522601410" sldId="374"/>
        </pc:sldMkLst>
        <pc:spChg chg="mod">
          <ac:chgData name="Mathias Olsson" userId="fec71c33-517b-442a-960e-bc86c9b67c9c" providerId="ADAL" clId="{5A577A09-EC1E-5C43-BE16-ED30CF966DE3}" dt="2024-05-27T09:10:17.577" v="4098" actId="20577"/>
          <ac:spMkLst>
            <pc:docMk/>
            <pc:sldMk cId="3522601410" sldId="374"/>
            <ac:spMk id="2" creationId="{63130E45-1FE4-0A96-0378-E7B6E0342C13}"/>
          </ac:spMkLst>
        </pc:spChg>
        <pc:spChg chg="del mod">
          <ac:chgData name="Mathias Olsson" userId="fec71c33-517b-442a-960e-bc86c9b67c9c" providerId="ADAL" clId="{5A577A09-EC1E-5C43-BE16-ED30CF966DE3}" dt="2024-05-26T20:42:17.989" v="2438" actId="478"/>
          <ac:spMkLst>
            <pc:docMk/>
            <pc:sldMk cId="3522601410" sldId="374"/>
            <ac:spMk id="3" creationId="{40D4CACB-B250-7C4C-BABE-9C3FCA493527}"/>
          </ac:spMkLst>
        </pc:spChg>
        <pc:spChg chg="add mod">
          <ac:chgData name="Mathias Olsson" userId="fec71c33-517b-442a-960e-bc86c9b67c9c" providerId="ADAL" clId="{5A577A09-EC1E-5C43-BE16-ED30CF966DE3}" dt="2024-05-27T15:25:11.903" v="5430" actId="1076"/>
          <ac:spMkLst>
            <pc:docMk/>
            <pc:sldMk cId="3522601410" sldId="374"/>
            <ac:spMk id="3" creationId="{B5F482F7-DB13-1E17-799F-72BC8031479D}"/>
          </ac:spMkLst>
        </pc:spChg>
        <pc:spChg chg="mod">
          <ac:chgData name="Mathias Olsson" userId="fec71c33-517b-442a-960e-bc86c9b67c9c" providerId="ADAL" clId="{5A577A09-EC1E-5C43-BE16-ED30CF966DE3}" dt="2024-05-26T20:44:59.675" v="2477" actId="20577"/>
          <ac:spMkLst>
            <pc:docMk/>
            <pc:sldMk cId="3522601410" sldId="374"/>
            <ac:spMk id="5" creationId="{DA3688A5-D165-C368-2540-29CF5B110EFB}"/>
          </ac:spMkLst>
        </pc:spChg>
        <pc:picChg chg="add mod">
          <ac:chgData name="Mathias Olsson" userId="fec71c33-517b-442a-960e-bc86c9b67c9c" providerId="ADAL" clId="{5A577A09-EC1E-5C43-BE16-ED30CF966DE3}" dt="2024-05-26T20:43:15.972" v="2446" actId="1076"/>
          <ac:picMkLst>
            <pc:docMk/>
            <pc:sldMk cId="3522601410" sldId="374"/>
            <ac:picMk id="6" creationId="{07A2A022-55C1-B171-A5D4-96CE4F2F37BA}"/>
          </ac:picMkLst>
        </pc:picChg>
        <pc:picChg chg="add mod">
          <ac:chgData name="Mathias Olsson" userId="fec71c33-517b-442a-960e-bc86c9b67c9c" providerId="ADAL" clId="{5A577A09-EC1E-5C43-BE16-ED30CF966DE3}" dt="2024-05-26T20:43:22.025" v="2448" actId="1076"/>
          <ac:picMkLst>
            <pc:docMk/>
            <pc:sldMk cId="3522601410" sldId="374"/>
            <ac:picMk id="8194" creationId="{27A59686-7883-68A9-BC61-2AFDFD4ADC9A}"/>
          </ac:picMkLst>
        </pc:picChg>
      </pc:sldChg>
      <pc:sldChg chg="addSp delSp modSp new mod">
        <pc:chgData name="Mathias Olsson" userId="fec71c33-517b-442a-960e-bc86c9b67c9c" providerId="ADAL" clId="{5A577A09-EC1E-5C43-BE16-ED30CF966DE3}" dt="2024-05-27T15:25:54.054" v="5441" actId="1076"/>
        <pc:sldMkLst>
          <pc:docMk/>
          <pc:sldMk cId="323572504" sldId="375"/>
        </pc:sldMkLst>
        <pc:spChg chg="mod">
          <ac:chgData name="Mathias Olsson" userId="fec71c33-517b-442a-960e-bc86c9b67c9c" providerId="ADAL" clId="{5A577A09-EC1E-5C43-BE16-ED30CF966DE3}" dt="2024-05-26T20:45:30.970" v="2512" actId="20577"/>
          <ac:spMkLst>
            <pc:docMk/>
            <pc:sldMk cId="323572504" sldId="375"/>
            <ac:spMk id="2" creationId="{41CF5CBE-22C2-7526-C4E6-289C00B7FCF5}"/>
          </ac:spMkLst>
        </pc:spChg>
        <pc:spChg chg="add del">
          <ac:chgData name="Mathias Olsson" userId="fec71c33-517b-442a-960e-bc86c9b67c9c" providerId="ADAL" clId="{5A577A09-EC1E-5C43-BE16-ED30CF966DE3}" dt="2024-05-26T20:46:35.672" v="2515" actId="931"/>
          <ac:spMkLst>
            <pc:docMk/>
            <pc:sldMk cId="323572504" sldId="375"/>
            <ac:spMk id="3" creationId="{1C10BFDA-4772-8B65-8CFB-892743E61373}"/>
          </ac:spMkLst>
        </pc:spChg>
        <pc:spChg chg="add mod">
          <ac:chgData name="Mathias Olsson" userId="fec71c33-517b-442a-960e-bc86c9b67c9c" providerId="ADAL" clId="{5A577A09-EC1E-5C43-BE16-ED30CF966DE3}" dt="2024-05-27T15:25:54.054" v="5441" actId="1076"/>
          <ac:spMkLst>
            <pc:docMk/>
            <pc:sldMk cId="323572504" sldId="375"/>
            <ac:spMk id="3" creationId="{DAC7CF75-098A-1B3E-7C14-4D8A1D0A2B24}"/>
          </ac:spMkLst>
        </pc:spChg>
        <pc:spChg chg="mod">
          <ac:chgData name="Mathias Olsson" userId="fec71c33-517b-442a-960e-bc86c9b67c9c" providerId="ADAL" clId="{5A577A09-EC1E-5C43-BE16-ED30CF966DE3}" dt="2024-05-26T20:47:14.980" v="2545" actId="20577"/>
          <ac:spMkLst>
            <pc:docMk/>
            <pc:sldMk cId="323572504" sldId="375"/>
            <ac:spMk id="5" creationId="{8D4230B4-45A1-45D6-1BD7-231F684C6BEB}"/>
          </ac:spMkLst>
        </pc:spChg>
        <pc:picChg chg="add mod">
          <ac:chgData name="Mathias Olsson" userId="fec71c33-517b-442a-960e-bc86c9b67c9c" providerId="ADAL" clId="{5A577A09-EC1E-5C43-BE16-ED30CF966DE3}" dt="2024-05-26T20:46:43.335" v="2517" actId="1076"/>
          <ac:picMkLst>
            <pc:docMk/>
            <pc:sldMk cId="323572504" sldId="375"/>
            <ac:picMk id="7" creationId="{0CCC99B9-5036-7F0E-6DF8-1A0C7C059B3E}"/>
          </ac:picMkLst>
        </pc:picChg>
      </pc:sldChg>
      <pc:sldChg chg="modSp new del mod">
        <pc:chgData name="Mathias Olsson" userId="fec71c33-517b-442a-960e-bc86c9b67c9c" providerId="ADAL" clId="{5A577A09-EC1E-5C43-BE16-ED30CF966DE3}" dt="2024-05-27T08:22:43.135" v="2924" actId="2696"/>
        <pc:sldMkLst>
          <pc:docMk/>
          <pc:sldMk cId="1503606802" sldId="376"/>
        </pc:sldMkLst>
        <pc:spChg chg="mod">
          <ac:chgData name="Mathias Olsson" userId="fec71c33-517b-442a-960e-bc86c9b67c9c" providerId="ADAL" clId="{5A577A09-EC1E-5C43-BE16-ED30CF966DE3}" dt="2024-05-27T08:13:19.328" v="2582" actId="20577"/>
          <ac:spMkLst>
            <pc:docMk/>
            <pc:sldMk cId="1503606802" sldId="376"/>
            <ac:spMk id="2" creationId="{F04B202F-157F-6FE6-4491-A456BB4CCB07}"/>
          </ac:spMkLst>
        </pc:spChg>
        <pc:spChg chg="mod">
          <ac:chgData name="Mathias Olsson" userId="fec71c33-517b-442a-960e-bc86c9b67c9c" providerId="ADAL" clId="{5A577A09-EC1E-5C43-BE16-ED30CF966DE3}" dt="2024-05-27T08:14:49.417" v="2720" actId="20577"/>
          <ac:spMkLst>
            <pc:docMk/>
            <pc:sldMk cId="1503606802" sldId="376"/>
            <ac:spMk id="3" creationId="{B417F428-8D90-672E-108E-B96246B8BE72}"/>
          </ac:spMkLst>
        </pc:spChg>
      </pc:sldChg>
      <pc:sldChg chg="addSp delSp modSp new mod modNotesTx">
        <pc:chgData name="Mathias Olsson" userId="fec71c33-517b-442a-960e-bc86c9b67c9c" providerId="ADAL" clId="{5A577A09-EC1E-5C43-BE16-ED30CF966DE3}" dt="2024-05-27T15:30:09.511" v="5467" actId="14100"/>
        <pc:sldMkLst>
          <pc:docMk/>
          <pc:sldMk cId="3817393827" sldId="377"/>
        </pc:sldMkLst>
        <pc:spChg chg="add mod">
          <ac:chgData name="Mathias Olsson" userId="fec71c33-517b-442a-960e-bc86c9b67c9c" providerId="ADAL" clId="{5A577A09-EC1E-5C43-BE16-ED30CF966DE3}" dt="2024-05-27T15:28:38.306" v="5452" actId="1076"/>
          <ac:spMkLst>
            <pc:docMk/>
            <pc:sldMk cId="3817393827" sldId="377"/>
            <ac:spMk id="2" creationId="{7E9AB4CF-EE2B-2E62-CB58-0ECD0564D024}"/>
          </ac:spMkLst>
        </pc:spChg>
        <pc:spChg chg="del">
          <ac:chgData name="Mathias Olsson" userId="fec71c33-517b-442a-960e-bc86c9b67c9c" providerId="ADAL" clId="{5A577A09-EC1E-5C43-BE16-ED30CF966DE3}" dt="2024-05-27T08:16:04.423" v="2771" actId="478"/>
          <ac:spMkLst>
            <pc:docMk/>
            <pc:sldMk cId="3817393827" sldId="377"/>
            <ac:spMk id="2" creationId="{86BDD4CA-EBB6-64FB-1F40-37B19E10048F}"/>
          </ac:spMkLst>
        </pc:spChg>
        <pc:spChg chg="mod">
          <ac:chgData name="Mathias Olsson" userId="fec71c33-517b-442a-960e-bc86c9b67c9c" providerId="ADAL" clId="{5A577A09-EC1E-5C43-BE16-ED30CF966DE3}" dt="2024-05-27T08:16:47.091" v="2793" actId="404"/>
          <ac:spMkLst>
            <pc:docMk/>
            <pc:sldMk cId="3817393827" sldId="377"/>
            <ac:spMk id="3" creationId="{90C68ADE-C6A8-8040-53A6-434C47BA9BC5}"/>
          </ac:spMkLst>
        </pc:spChg>
        <pc:spChg chg="mod">
          <ac:chgData name="Mathias Olsson" userId="fec71c33-517b-442a-960e-bc86c9b67c9c" providerId="ADAL" clId="{5A577A09-EC1E-5C43-BE16-ED30CF966DE3}" dt="2024-05-27T08:17:16.048" v="2832" actId="20577"/>
          <ac:spMkLst>
            <pc:docMk/>
            <pc:sldMk cId="3817393827" sldId="377"/>
            <ac:spMk id="4" creationId="{211648A5-3998-DAE2-5920-E73837F8E463}"/>
          </ac:spMkLst>
        </pc:spChg>
        <pc:spChg chg="del">
          <ac:chgData name="Mathias Olsson" userId="fec71c33-517b-442a-960e-bc86c9b67c9c" providerId="ADAL" clId="{5A577A09-EC1E-5C43-BE16-ED30CF966DE3}" dt="2024-05-27T08:20:28.349" v="2859"/>
          <ac:spMkLst>
            <pc:docMk/>
            <pc:sldMk cId="3817393827" sldId="377"/>
            <ac:spMk id="5" creationId="{7A464D8A-A011-6379-5AB0-8E040BA1B720}"/>
          </ac:spMkLst>
        </pc:spChg>
        <pc:spChg chg="mod">
          <ac:chgData name="Mathias Olsson" userId="fec71c33-517b-442a-960e-bc86c9b67c9c" providerId="ADAL" clId="{5A577A09-EC1E-5C43-BE16-ED30CF966DE3}" dt="2024-05-27T08:17:22.383" v="2857" actId="20577"/>
          <ac:spMkLst>
            <pc:docMk/>
            <pc:sldMk cId="3817393827" sldId="377"/>
            <ac:spMk id="6" creationId="{A6EA7374-FFB6-A9B4-5A96-E80B32A51691}"/>
          </ac:spMkLst>
        </pc:spChg>
        <pc:spChg chg="del">
          <ac:chgData name="Mathias Olsson" userId="fec71c33-517b-442a-960e-bc86c9b67c9c" providerId="ADAL" clId="{5A577A09-EC1E-5C43-BE16-ED30CF966DE3}" dt="2024-05-27T08:19:12.392" v="2858"/>
          <ac:spMkLst>
            <pc:docMk/>
            <pc:sldMk cId="3817393827" sldId="377"/>
            <ac:spMk id="7" creationId="{074C10DD-2CA2-00BA-3E5A-E89C89E192A0}"/>
          </ac:spMkLst>
        </pc:spChg>
        <pc:spChg chg="add del mod">
          <ac:chgData name="Mathias Olsson" userId="fec71c33-517b-442a-960e-bc86c9b67c9c" providerId="ADAL" clId="{5A577A09-EC1E-5C43-BE16-ED30CF966DE3}" dt="2024-05-27T15:29:12.454" v="5454"/>
          <ac:spMkLst>
            <pc:docMk/>
            <pc:sldMk cId="3817393827" sldId="377"/>
            <ac:spMk id="7" creationId="{4B4F9E50-F8A6-40A3-D64A-1793EE5FFC21}"/>
          </ac:spMkLst>
        </pc:spChg>
        <pc:spChg chg="mod">
          <ac:chgData name="Mathias Olsson" userId="fec71c33-517b-442a-960e-bc86c9b67c9c" providerId="ADAL" clId="{5A577A09-EC1E-5C43-BE16-ED30CF966DE3}" dt="2024-05-27T08:17:07.911" v="2822" actId="20577"/>
          <ac:spMkLst>
            <pc:docMk/>
            <pc:sldMk cId="3817393827" sldId="377"/>
            <ac:spMk id="9" creationId="{C2FF16A8-75D8-C32E-31E6-2245BE360933}"/>
          </ac:spMkLst>
        </pc:spChg>
        <pc:spChg chg="add del mod">
          <ac:chgData name="Mathias Olsson" userId="fec71c33-517b-442a-960e-bc86c9b67c9c" providerId="ADAL" clId="{5A577A09-EC1E-5C43-BE16-ED30CF966DE3}" dt="2024-05-27T08:16:09.784" v="2774"/>
          <ac:spMkLst>
            <pc:docMk/>
            <pc:sldMk cId="3817393827" sldId="377"/>
            <ac:spMk id="10" creationId="{2C5D9F12-C79C-0F32-3563-A4F60031B07B}"/>
          </ac:spMkLst>
        </pc:spChg>
        <pc:spChg chg="add del mod">
          <ac:chgData name="Mathias Olsson" userId="fec71c33-517b-442a-960e-bc86c9b67c9c" providerId="ADAL" clId="{5A577A09-EC1E-5C43-BE16-ED30CF966DE3}" dt="2024-05-27T08:21:24.814" v="2866"/>
          <ac:spMkLst>
            <pc:docMk/>
            <pc:sldMk cId="3817393827" sldId="377"/>
            <ac:spMk id="13" creationId="{2600A881-5D77-8126-DCA8-834BDB6A7034}"/>
          </ac:spMkLst>
        </pc:spChg>
        <pc:spChg chg="add mod">
          <ac:chgData name="Mathias Olsson" userId="fec71c33-517b-442a-960e-bc86c9b67c9c" providerId="ADAL" clId="{5A577A09-EC1E-5C43-BE16-ED30CF966DE3}" dt="2024-05-27T15:30:09.511" v="5467" actId="14100"/>
          <ac:spMkLst>
            <pc:docMk/>
            <pc:sldMk cId="3817393827" sldId="377"/>
            <ac:spMk id="13" creationId="{969CA078-AC3A-8696-E30D-F8F949DCBB2F}"/>
          </ac:spMkLst>
        </pc:spChg>
        <pc:spChg chg="add mod">
          <ac:chgData name="Mathias Olsson" userId="fec71c33-517b-442a-960e-bc86c9b67c9c" providerId="ADAL" clId="{5A577A09-EC1E-5C43-BE16-ED30CF966DE3}" dt="2024-05-27T08:21:50.563" v="2872" actId="20577"/>
          <ac:spMkLst>
            <pc:docMk/>
            <pc:sldMk cId="3817393827" sldId="377"/>
            <ac:spMk id="15" creationId="{B0A7B456-4B7E-1FA2-49B7-C9715BE85B3C}"/>
          </ac:spMkLst>
        </pc:spChg>
        <pc:spChg chg="add mod">
          <ac:chgData name="Mathias Olsson" userId="fec71c33-517b-442a-960e-bc86c9b67c9c" providerId="ADAL" clId="{5A577A09-EC1E-5C43-BE16-ED30CF966DE3}" dt="2024-05-27T08:22:26.565" v="2923" actId="20577"/>
          <ac:spMkLst>
            <pc:docMk/>
            <pc:sldMk cId="3817393827" sldId="377"/>
            <ac:spMk id="16" creationId="{B00A01FE-6CE9-96A2-0527-51C58B75DA72}"/>
          </ac:spMkLst>
        </pc:spChg>
        <pc:picChg chg="add mod">
          <ac:chgData name="Mathias Olsson" userId="fec71c33-517b-442a-960e-bc86c9b67c9c" providerId="ADAL" clId="{5A577A09-EC1E-5C43-BE16-ED30CF966DE3}" dt="2024-05-27T15:29:12.454" v="5454"/>
          <ac:picMkLst>
            <pc:docMk/>
            <pc:sldMk cId="3817393827" sldId="377"/>
            <ac:picMk id="10" creationId="{5DEEB7EC-99B7-67E0-262D-F89C0D86E6F3}"/>
          </ac:picMkLst>
        </pc:picChg>
        <pc:picChg chg="add del mod">
          <ac:chgData name="Mathias Olsson" userId="fec71c33-517b-442a-960e-bc86c9b67c9c" providerId="ADAL" clId="{5A577A09-EC1E-5C43-BE16-ED30CF966DE3}" dt="2024-05-27T15:29:10.107" v="5453" actId="478"/>
          <ac:picMkLst>
            <pc:docMk/>
            <pc:sldMk cId="3817393827" sldId="377"/>
            <ac:picMk id="11" creationId="{D20C6B8A-DEE2-94BC-E584-E6E14023571A}"/>
          </ac:picMkLst>
        </pc:picChg>
        <pc:picChg chg="add mod">
          <ac:chgData name="Mathias Olsson" userId="fec71c33-517b-442a-960e-bc86c9b67c9c" providerId="ADAL" clId="{5A577A09-EC1E-5C43-BE16-ED30CF966DE3}" dt="2024-05-27T08:20:28.349" v="2859"/>
          <ac:picMkLst>
            <pc:docMk/>
            <pc:sldMk cId="3817393827" sldId="377"/>
            <ac:picMk id="12" creationId="{FB259D2F-EE40-0A2A-857C-4D3FD29B983D}"/>
          </ac:picMkLst>
        </pc:picChg>
        <pc:picChg chg="add">
          <ac:chgData name="Mathias Olsson" userId="fec71c33-517b-442a-960e-bc86c9b67c9c" providerId="ADAL" clId="{5A577A09-EC1E-5C43-BE16-ED30CF966DE3}" dt="2024-05-27T08:21:17.958" v="2864"/>
          <ac:picMkLst>
            <pc:docMk/>
            <pc:sldMk cId="3817393827" sldId="377"/>
            <ac:picMk id="14" creationId="{A981E6E3-323C-0B83-DB91-DD8F793F1E5C}"/>
          </ac:picMkLst>
        </pc:picChg>
      </pc:sldChg>
      <pc:sldChg chg="modSp new del mod">
        <pc:chgData name="Mathias Olsson" userId="fec71c33-517b-442a-960e-bc86c9b67c9c" providerId="ADAL" clId="{5A577A09-EC1E-5C43-BE16-ED30CF966DE3}" dt="2024-05-27T08:52:19.104" v="3666" actId="2696"/>
        <pc:sldMkLst>
          <pc:docMk/>
          <pc:sldMk cId="2631667501" sldId="378"/>
        </pc:sldMkLst>
        <pc:spChg chg="mod">
          <ac:chgData name="Mathias Olsson" userId="fec71c33-517b-442a-960e-bc86c9b67c9c" providerId="ADAL" clId="{5A577A09-EC1E-5C43-BE16-ED30CF966DE3}" dt="2024-05-27T08:25:08.176" v="2950" actId="20577"/>
          <ac:spMkLst>
            <pc:docMk/>
            <pc:sldMk cId="2631667501" sldId="378"/>
            <ac:spMk id="2" creationId="{5D374C74-F4FB-765B-BAED-3527916795E8}"/>
          </ac:spMkLst>
        </pc:spChg>
      </pc:sldChg>
      <pc:sldChg chg="addSp delSp modSp new mod">
        <pc:chgData name="Mathias Olsson" userId="fec71c33-517b-442a-960e-bc86c9b67c9c" providerId="ADAL" clId="{5A577A09-EC1E-5C43-BE16-ED30CF966DE3}" dt="2024-05-28T08:45:16.457" v="5684" actId="1076"/>
        <pc:sldMkLst>
          <pc:docMk/>
          <pc:sldMk cId="3437589221" sldId="379"/>
        </pc:sldMkLst>
        <pc:spChg chg="del">
          <ac:chgData name="Mathias Olsson" userId="fec71c33-517b-442a-960e-bc86c9b67c9c" providerId="ADAL" clId="{5A577A09-EC1E-5C43-BE16-ED30CF966DE3}" dt="2024-05-27T08:25:36.263" v="2973" actId="478"/>
          <ac:spMkLst>
            <pc:docMk/>
            <pc:sldMk cId="3437589221" sldId="379"/>
            <ac:spMk id="2" creationId="{9A820700-4105-936B-EC9B-D52054FD97D9}"/>
          </ac:spMkLst>
        </pc:spChg>
        <pc:spChg chg="mod">
          <ac:chgData name="Mathias Olsson" userId="fec71c33-517b-442a-960e-bc86c9b67c9c" providerId="ADAL" clId="{5A577A09-EC1E-5C43-BE16-ED30CF966DE3}" dt="2024-05-27T08:25:32.728" v="2972" actId="14100"/>
          <ac:spMkLst>
            <pc:docMk/>
            <pc:sldMk cId="3437589221" sldId="379"/>
            <ac:spMk id="3" creationId="{8F6CD3C4-45FF-5620-6A05-AAB4ED03A832}"/>
          </ac:spMkLst>
        </pc:spChg>
        <pc:spChg chg="mod">
          <ac:chgData name="Mathias Olsson" userId="fec71c33-517b-442a-960e-bc86c9b67c9c" providerId="ADAL" clId="{5A577A09-EC1E-5C43-BE16-ED30CF966DE3}" dt="2024-05-27T08:25:46.594" v="2992" actId="20577"/>
          <ac:spMkLst>
            <pc:docMk/>
            <pc:sldMk cId="3437589221" sldId="379"/>
            <ac:spMk id="4" creationId="{B007390D-F2F2-8B48-DCA4-00FF7DAA669F}"/>
          </ac:spMkLst>
        </pc:spChg>
        <pc:spChg chg="mod">
          <ac:chgData name="Mathias Olsson" userId="fec71c33-517b-442a-960e-bc86c9b67c9c" providerId="ADAL" clId="{5A577A09-EC1E-5C43-BE16-ED30CF966DE3}" dt="2024-05-28T08:41:12.698" v="5663" actId="20577"/>
          <ac:spMkLst>
            <pc:docMk/>
            <pc:sldMk cId="3437589221" sldId="379"/>
            <ac:spMk id="5" creationId="{213F38B4-8A38-068C-F2AD-B06BEC5BB2D4}"/>
          </ac:spMkLst>
        </pc:spChg>
        <pc:spChg chg="mod">
          <ac:chgData name="Mathias Olsson" userId="fec71c33-517b-442a-960e-bc86c9b67c9c" providerId="ADAL" clId="{5A577A09-EC1E-5C43-BE16-ED30CF966DE3}" dt="2024-05-27T08:25:56.997" v="3028" actId="20577"/>
          <ac:spMkLst>
            <pc:docMk/>
            <pc:sldMk cId="3437589221" sldId="379"/>
            <ac:spMk id="6" creationId="{7845DDB6-2528-04A7-99D3-2EF66CBFB17A}"/>
          </ac:spMkLst>
        </pc:spChg>
        <pc:spChg chg="mod">
          <ac:chgData name="Mathias Olsson" userId="fec71c33-517b-442a-960e-bc86c9b67c9c" providerId="ADAL" clId="{5A577A09-EC1E-5C43-BE16-ED30CF966DE3}" dt="2024-05-27T08:51:51.159" v="3663" actId="20577"/>
          <ac:spMkLst>
            <pc:docMk/>
            <pc:sldMk cId="3437589221" sldId="379"/>
            <ac:spMk id="7" creationId="{D3A52C9A-7A8D-224F-EE16-624EB54A0F10}"/>
          </ac:spMkLst>
        </pc:spChg>
        <pc:spChg chg="mod">
          <ac:chgData name="Mathias Olsson" userId="fec71c33-517b-442a-960e-bc86c9b67c9c" providerId="ADAL" clId="{5A577A09-EC1E-5C43-BE16-ED30CF966DE3}" dt="2024-05-27T09:19:50.388" v="4129" actId="20577"/>
          <ac:spMkLst>
            <pc:docMk/>
            <pc:sldMk cId="3437589221" sldId="379"/>
            <ac:spMk id="9" creationId="{B1C67FE4-FB0D-508C-92B8-AEC2E7CBE1CC}"/>
          </ac:spMkLst>
        </pc:spChg>
        <pc:spChg chg="add mod">
          <ac:chgData name="Mathias Olsson" userId="fec71c33-517b-442a-960e-bc86c9b67c9c" providerId="ADAL" clId="{5A577A09-EC1E-5C43-BE16-ED30CF966DE3}" dt="2024-05-28T08:45:16.457" v="5684" actId="1076"/>
          <ac:spMkLst>
            <pc:docMk/>
            <pc:sldMk cId="3437589221" sldId="379"/>
            <ac:spMk id="10" creationId="{F8D5E142-EF54-5E65-8061-8405D70BD0CF}"/>
          </ac:spMkLst>
        </pc:spChg>
        <pc:picChg chg="add mod">
          <ac:chgData name="Mathias Olsson" userId="fec71c33-517b-442a-960e-bc86c9b67c9c" providerId="ADAL" clId="{5A577A09-EC1E-5C43-BE16-ED30CF966DE3}" dt="2024-05-28T08:45:08.886" v="5683" actId="1076"/>
          <ac:picMkLst>
            <pc:docMk/>
            <pc:sldMk cId="3437589221" sldId="379"/>
            <ac:picMk id="2" creationId="{AD182B4C-71BC-D745-45EB-EBF7FF7EB436}"/>
          </ac:picMkLst>
        </pc:picChg>
      </pc:sldChg>
      <pc:sldChg chg="modSp new mod ord">
        <pc:chgData name="Mathias Olsson" userId="fec71c33-517b-442a-960e-bc86c9b67c9c" providerId="ADAL" clId="{5A577A09-EC1E-5C43-BE16-ED30CF966DE3}" dt="2024-05-27T09:05:55.239" v="3865" actId="20578"/>
        <pc:sldMkLst>
          <pc:docMk/>
          <pc:sldMk cId="193930325" sldId="380"/>
        </pc:sldMkLst>
        <pc:spChg chg="mod">
          <ac:chgData name="Mathias Olsson" userId="fec71c33-517b-442a-960e-bc86c9b67c9c" providerId="ADAL" clId="{5A577A09-EC1E-5C43-BE16-ED30CF966DE3}" dt="2024-05-27T08:52:49.414" v="3685" actId="20577"/>
          <ac:spMkLst>
            <pc:docMk/>
            <pc:sldMk cId="193930325" sldId="380"/>
            <ac:spMk id="2" creationId="{2C6E2293-376E-7FE6-E67A-1ECD5BC29027}"/>
          </ac:spMkLst>
        </pc:spChg>
        <pc:spChg chg="mod">
          <ac:chgData name="Mathias Olsson" userId="fec71c33-517b-442a-960e-bc86c9b67c9c" providerId="ADAL" clId="{5A577A09-EC1E-5C43-BE16-ED30CF966DE3}" dt="2024-05-27T09:05:05.809" v="3833" actId="20577"/>
          <ac:spMkLst>
            <pc:docMk/>
            <pc:sldMk cId="193930325" sldId="380"/>
            <ac:spMk id="3" creationId="{93C868C3-F7B2-040C-7AAC-3F34516CA47D}"/>
          </ac:spMkLst>
        </pc:spChg>
        <pc:spChg chg="mod">
          <ac:chgData name="Mathias Olsson" userId="fec71c33-517b-442a-960e-bc86c9b67c9c" providerId="ADAL" clId="{5A577A09-EC1E-5C43-BE16-ED30CF966DE3}" dt="2024-05-27T09:05:50.135" v="3864" actId="20577"/>
          <ac:spMkLst>
            <pc:docMk/>
            <pc:sldMk cId="193930325" sldId="380"/>
            <ac:spMk id="5" creationId="{0C678CA8-1D03-4703-0B3B-05159A52FD8B}"/>
          </ac:spMkLst>
        </pc:spChg>
      </pc:sldChg>
      <pc:sldChg chg="new del">
        <pc:chgData name="Mathias Olsson" userId="fec71c33-517b-442a-960e-bc86c9b67c9c" providerId="ADAL" clId="{5A577A09-EC1E-5C43-BE16-ED30CF966DE3}" dt="2024-05-27T08:52:38.635" v="3668" actId="2696"/>
        <pc:sldMkLst>
          <pc:docMk/>
          <pc:sldMk cId="785232378" sldId="380"/>
        </pc:sldMkLst>
      </pc:sldChg>
      <pc:sldChg chg="delSp modSp new mod">
        <pc:chgData name="Mathias Olsson" userId="fec71c33-517b-442a-960e-bc86c9b67c9c" providerId="ADAL" clId="{5A577A09-EC1E-5C43-BE16-ED30CF966DE3}" dt="2024-05-27T09:08:46.534" v="4080" actId="478"/>
        <pc:sldMkLst>
          <pc:docMk/>
          <pc:sldMk cId="496189384" sldId="381"/>
        </pc:sldMkLst>
        <pc:spChg chg="del">
          <ac:chgData name="Mathias Olsson" userId="fec71c33-517b-442a-960e-bc86c9b67c9c" providerId="ADAL" clId="{5A577A09-EC1E-5C43-BE16-ED30CF966DE3}" dt="2024-05-27T09:08:46.534" v="4080" actId="478"/>
          <ac:spMkLst>
            <pc:docMk/>
            <pc:sldMk cId="496189384" sldId="381"/>
            <ac:spMk id="2" creationId="{5561EE20-5F28-340C-D777-32A90793CC25}"/>
          </ac:spMkLst>
        </pc:spChg>
        <pc:spChg chg="mod">
          <ac:chgData name="Mathias Olsson" userId="fec71c33-517b-442a-960e-bc86c9b67c9c" providerId="ADAL" clId="{5A577A09-EC1E-5C43-BE16-ED30CF966DE3}" dt="2024-05-27T09:08:29.715" v="4078" actId="20577"/>
          <ac:spMkLst>
            <pc:docMk/>
            <pc:sldMk cId="496189384" sldId="381"/>
            <ac:spMk id="3" creationId="{5D185D4E-60A4-0458-26C5-A3346E3532CC}"/>
          </ac:spMkLst>
        </pc:spChg>
        <pc:spChg chg="del">
          <ac:chgData name="Mathias Olsson" userId="fec71c33-517b-442a-960e-bc86c9b67c9c" providerId="ADAL" clId="{5A577A09-EC1E-5C43-BE16-ED30CF966DE3}" dt="2024-05-27T09:08:33.532" v="4079" actId="478"/>
          <ac:spMkLst>
            <pc:docMk/>
            <pc:sldMk cId="496189384" sldId="381"/>
            <ac:spMk id="4" creationId="{FEEDCEA9-8F68-EB63-D8E6-E6DA02BDCA39}"/>
          </ac:spMkLst>
        </pc:spChg>
      </pc:sldChg>
      <pc:sldChg chg="delSp modSp new mod">
        <pc:chgData name="Mathias Olsson" userId="fec71c33-517b-442a-960e-bc86c9b67c9c" providerId="ADAL" clId="{5A577A09-EC1E-5C43-BE16-ED30CF966DE3}" dt="2024-05-27T09:09:13.070" v="4092" actId="20577"/>
        <pc:sldMkLst>
          <pc:docMk/>
          <pc:sldMk cId="2518655404" sldId="382"/>
        </pc:sldMkLst>
        <pc:spChg chg="del">
          <ac:chgData name="Mathias Olsson" userId="fec71c33-517b-442a-960e-bc86c9b67c9c" providerId="ADAL" clId="{5A577A09-EC1E-5C43-BE16-ED30CF966DE3}" dt="2024-05-27T09:09:09.128" v="4083" actId="478"/>
          <ac:spMkLst>
            <pc:docMk/>
            <pc:sldMk cId="2518655404" sldId="382"/>
            <ac:spMk id="2" creationId="{F9D8D88A-571D-9895-D527-7D28D498FF8D}"/>
          </ac:spMkLst>
        </pc:spChg>
        <pc:spChg chg="mod">
          <ac:chgData name="Mathias Olsson" userId="fec71c33-517b-442a-960e-bc86c9b67c9c" providerId="ADAL" clId="{5A577A09-EC1E-5C43-BE16-ED30CF966DE3}" dt="2024-05-27T09:09:13.070" v="4092" actId="20577"/>
          <ac:spMkLst>
            <pc:docMk/>
            <pc:sldMk cId="2518655404" sldId="382"/>
            <ac:spMk id="3" creationId="{FC8AAC74-1587-7C4E-376A-4F96F5DEBE57}"/>
          </ac:spMkLst>
        </pc:spChg>
        <pc:spChg chg="del">
          <ac:chgData name="Mathias Olsson" userId="fec71c33-517b-442a-960e-bc86c9b67c9c" providerId="ADAL" clId="{5A577A09-EC1E-5C43-BE16-ED30CF966DE3}" dt="2024-05-27T09:09:06.102" v="4082" actId="478"/>
          <ac:spMkLst>
            <pc:docMk/>
            <pc:sldMk cId="2518655404" sldId="382"/>
            <ac:spMk id="4" creationId="{7C03E423-4404-7720-608A-0F4ED394D957}"/>
          </ac:spMkLst>
        </pc:spChg>
      </pc:sldChg>
      <pc:sldChg chg="addSp modSp new mod">
        <pc:chgData name="Mathias Olsson" userId="fec71c33-517b-442a-960e-bc86c9b67c9c" providerId="ADAL" clId="{5A577A09-EC1E-5C43-BE16-ED30CF966DE3}" dt="2024-05-27T16:22:00.939" v="5595" actId="20577"/>
        <pc:sldMkLst>
          <pc:docMk/>
          <pc:sldMk cId="3253148961" sldId="385"/>
        </pc:sldMkLst>
        <pc:spChg chg="mod">
          <ac:chgData name="Mathias Olsson" userId="fec71c33-517b-442a-960e-bc86c9b67c9c" providerId="ADAL" clId="{5A577A09-EC1E-5C43-BE16-ED30CF966DE3}" dt="2024-05-27T16:22:00.939" v="5595" actId="20577"/>
          <ac:spMkLst>
            <pc:docMk/>
            <pc:sldMk cId="3253148961" sldId="385"/>
            <ac:spMk id="3" creationId="{21A16B73-D41B-5A5E-347D-F91A6EC4D786}"/>
          </ac:spMkLst>
        </pc:spChg>
        <pc:picChg chg="add mod">
          <ac:chgData name="Mathias Olsson" userId="fec71c33-517b-442a-960e-bc86c9b67c9c" providerId="ADAL" clId="{5A577A09-EC1E-5C43-BE16-ED30CF966DE3}" dt="2024-05-27T16:18:20.094" v="5563" actId="1076"/>
          <ac:picMkLst>
            <pc:docMk/>
            <pc:sldMk cId="3253148961" sldId="385"/>
            <ac:picMk id="4" creationId="{D326C3AA-88CA-A4F0-1D13-52D3C7B9C536}"/>
          </ac:picMkLst>
        </pc:picChg>
        <pc:picChg chg="add mod">
          <ac:chgData name="Mathias Olsson" userId="fec71c33-517b-442a-960e-bc86c9b67c9c" providerId="ADAL" clId="{5A577A09-EC1E-5C43-BE16-ED30CF966DE3}" dt="2024-05-27T16:18:29.793" v="5565" actId="1076"/>
          <ac:picMkLst>
            <pc:docMk/>
            <pc:sldMk cId="3253148961" sldId="385"/>
            <ac:picMk id="5" creationId="{C0F751F4-D391-867E-E075-7085BDB74AD0}"/>
          </ac:picMkLst>
        </pc:picChg>
      </pc:sldChg>
    </pc:docChg>
  </pc:docChgLst>
  <pc:docChgLst>
    <pc:chgData name="Mathias Olsson" userId="S::matholss@ug.kth.se::fec71c33-517b-442a-960e-bc86c9b67c9c" providerId="AD" clId="Web-{7587321D-5312-9986-0242-FE8D29677461}"/>
    <pc:docChg chg="modSld">
      <pc:chgData name="Mathias Olsson" userId="S::matholss@ug.kth.se::fec71c33-517b-442a-960e-bc86c9b67c9c" providerId="AD" clId="Web-{7587321D-5312-9986-0242-FE8D29677461}" dt="2024-05-30T11:23:29.987" v="31" actId="20577"/>
      <pc:docMkLst>
        <pc:docMk/>
      </pc:docMkLst>
      <pc:sldChg chg="addSp modSp">
        <pc:chgData name="Mathias Olsson" userId="S::matholss@ug.kth.se::fec71c33-517b-442a-960e-bc86c9b67c9c" providerId="AD" clId="Web-{7587321D-5312-9986-0242-FE8D29677461}" dt="2024-05-30T11:23:29.987" v="31" actId="20577"/>
        <pc:sldMkLst>
          <pc:docMk/>
          <pc:sldMk cId="855215445" sldId="325"/>
        </pc:sldMkLst>
        <pc:spChg chg="add mod">
          <ac:chgData name="Mathias Olsson" userId="S::matholss@ug.kth.se::fec71c33-517b-442a-960e-bc86c9b67c9c" providerId="AD" clId="Web-{7587321D-5312-9986-0242-FE8D29677461}" dt="2024-05-30T11:23:29.987" v="31" actId="20577"/>
          <ac:spMkLst>
            <pc:docMk/>
            <pc:sldMk cId="855215445" sldId="325"/>
            <ac:spMk id="6" creationId="{49136ED0-8D43-7874-8466-D9BA4BCF2C32}"/>
          </ac:spMkLst>
        </pc:spChg>
      </pc:sldChg>
    </pc:docChg>
  </pc:docChgLst>
  <pc:docChgLst>
    <pc:chgData name="Mathias Olsson" userId="S::matholss@ug.kth.se::fec71c33-517b-442a-960e-bc86c9b67c9c" providerId="AD" clId="Web-{2B1491D8-8032-9BED-34C9-BA00ACECF9C6}"/>
    <pc:docChg chg="modSld">
      <pc:chgData name="Mathias Olsson" userId="S::matholss@ug.kth.se::fec71c33-517b-442a-960e-bc86c9b67c9c" providerId="AD" clId="Web-{2B1491D8-8032-9BED-34C9-BA00ACECF9C6}" dt="2024-05-27T11:46:57.428" v="18" actId="1076"/>
      <pc:docMkLst>
        <pc:docMk/>
      </pc:docMkLst>
      <pc:sldChg chg="addSp modSp">
        <pc:chgData name="Mathias Olsson" userId="S::matholss@ug.kth.se::fec71c33-517b-442a-960e-bc86c9b67c9c" providerId="AD" clId="Web-{2B1491D8-8032-9BED-34C9-BA00ACECF9C6}" dt="2024-05-27T11:46:57.428" v="18" actId="1076"/>
        <pc:sldMkLst>
          <pc:docMk/>
          <pc:sldMk cId="876123863" sldId="357"/>
        </pc:sldMkLst>
        <pc:picChg chg="add mod modCrop">
          <ac:chgData name="Mathias Olsson" userId="S::matholss@ug.kth.se::fec71c33-517b-442a-960e-bc86c9b67c9c" providerId="AD" clId="Web-{2B1491D8-8032-9BED-34C9-BA00ACECF9C6}" dt="2024-05-27T11:46:57.428" v="18" actId="1076"/>
          <ac:picMkLst>
            <pc:docMk/>
            <pc:sldMk cId="876123863" sldId="357"/>
            <ac:picMk id="6" creationId="{A66A07D9-1E9D-6707-6BAB-E25DF89D43C4}"/>
          </ac:picMkLst>
        </pc:picChg>
      </pc:sldChg>
      <pc:sldChg chg="modSp">
        <pc:chgData name="Mathias Olsson" userId="S::matholss@ug.kth.se::fec71c33-517b-442a-960e-bc86c9b67c9c" providerId="AD" clId="Web-{2B1491D8-8032-9BED-34C9-BA00ACECF9C6}" dt="2024-05-27T10:35:00.599" v="11" actId="20577"/>
        <pc:sldMkLst>
          <pc:docMk/>
          <pc:sldMk cId="3444379465" sldId="367"/>
        </pc:sldMkLst>
        <pc:spChg chg="mod">
          <ac:chgData name="Mathias Olsson" userId="S::matholss@ug.kth.se::fec71c33-517b-442a-960e-bc86c9b67c9c" providerId="AD" clId="Web-{2B1491D8-8032-9BED-34C9-BA00ACECF9C6}" dt="2024-05-27T10:35:00.599" v="11" actId="20577"/>
          <ac:spMkLst>
            <pc:docMk/>
            <pc:sldMk cId="3444379465" sldId="367"/>
            <ac:spMk id="5" creationId="{8A776D34-6C5E-4FB0-E26A-03011A96595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4BA57456-157A-C12A-2FEC-91B7B9EE49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sv-SE" sz="1200"/>
            </a:lvl1pPr>
          </a:lstStyle>
          <a:p>
            <a:pPr rtl="0"/>
            <a:endParaRPr lang="sv-SE"/>
          </a:p>
        </p:txBody>
      </p:sp>
      <p:sp>
        <p:nvSpPr>
          <p:cNvPr id="3" name="Platshållare för datum 2">
            <a:extLst>
              <a:ext uri="{FF2B5EF4-FFF2-40B4-BE49-F238E27FC236}">
                <a16:creationId xmlns:a16="http://schemas.microsoft.com/office/drawing/2014/main" id="{D9D46761-828E-1508-56BD-BAEADF348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sv-SE" sz="1200"/>
            </a:lvl1pPr>
          </a:lstStyle>
          <a:p>
            <a:pPr rtl="0"/>
            <a:fld id="{D5D320F5-AC76-4CFE-A6BF-09A6B1A6095A}" type="datetime1">
              <a:rPr lang="sv-SE" smtClean="0"/>
              <a:t>2024-05-30</a:t>
            </a:fld>
            <a:endParaRPr lang="sv-SE"/>
          </a:p>
        </p:txBody>
      </p:sp>
      <p:sp>
        <p:nvSpPr>
          <p:cNvPr id="4" name="Platshållare för sidfot 3">
            <a:extLst>
              <a:ext uri="{FF2B5EF4-FFF2-40B4-BE49-F238E27FC236}">
                <a16:creationId xmlns:a16="http://schemas.microsoft.com/office/drawing/2014/main" id="{CD428A7E-6B0E-809C-73D1-4B5E2FF47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sv-SE" sz="1200"/>
            </a:lvl1pPr>
          </a:lstStyle>
          <a:p>
            <a:pPr rtl="0"/>
            <a:endParaRPr lang="sv-SE"/>
          </a:p>
        </p:txBody>
      </p:sp>
      <p:sp>
        <p:nvSpPr>
          <p:cNvPr id="5" name="Platshållare för bildnummer 4">
            <a:extLst>
              <a:ext uri="{FF2B5EF4-FFF2-40B4-BE49-F238E27FC236}">
                <a16:creationId xmlns:a16="http://schemas.microsoft.com/office/drawing/2014/main" id="{789A5AA6-0C5B-430A-E0C4-C90B2F0A1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sv-SE" sz="1200"/>
            </a:lvl1pPr>
          </a:lstStyle>
          <a:p>
            <a:pPr rtl="0"/>
            <a:fld id="{0E476440-F66F-F947-8EFC-EA5202ACFD25}" type="slidenum">
              <a:rPr lang="sv-SE" smtClean="0"/>
              <a:t>‹#›</a:t>
            </a:fld>
            <a:endParaRPr lang="sv-SE"/>
          </a:p>
        </p:txBody>
      </p:sp>
    </p:spTree>
    <p:extLst>
      <p:ext uri="{BB962C8B-B14F-4D97-AF65-F5344CB8AC3E}">
        <p14:creationId xmlns:p14="http://schemas.microsoft.com/office/powerpoint/2010/main" val="23371176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sv-SE" sz="1200"/>
            </a:lvl1pPr>
          </a:lstStyle>
          <a:p>
            <a:pPr rtl="0"/>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sv-SE" sz="1200"/>
            </a:lvl1pPr>
          </a:lstStyle>
          <a:p>
            <a:pPr rtl="0"/>
            <a:fld id="{E413C413-B45B-490F-B489-938D231EFE19}" type="datetime1">
              <a:rPr lang="sv-SE" smtClean="0"/>
              <a:t>2024-05-30</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sv-SE"/>
            </a:defPPr>
          </a:lstStyle>
          <a:p>
            <a:pPr rtl="0"/>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sv-SE"/>
            </a:defPPr>
          </a:lstStyle>
          <a:p>
            <a:pPr lvl="0" rtl="0"/>
            <a:r>
              <a:rPr lang="sv-SE"/>
              <a:t>Redigera format för bakgrundstext</a:t>
            </a:r>
          </a:p>
          <a:p>
            <a:pPr lvl="1" rtl="0"/>
            <a:r>
              <a:rPr lang="sv-SE"/>
              <a:t>Nivå två</a:t>
            </a:r>
          </a:p>
          <a:p>
            <a:pPr lvl="2" rtl="0"/>
            <a:r>
              <a:rPr lang="sv-SE"/>
              <a:t>Nivå tre</a:t>
            </a:r>
          </a:p>
          <a:p>
            <a:pPr lvl="3" rtl="0"/>
            <a:r>
              <a:rPr lang="sv-SE"/>
              <a:t>Nivå fyra</a:t>
            </a:r>
          </a:p>
          <a:p>
            <a:pPr lvl="4" rtl="0"/>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sv-SE" sz="1200"/>
            </a:lvl1pPr>
          </a:lstStyle>
          <a:p>
            <a:pPr rtl="0"/>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sv-SE" sz="1200"/>
            </a:lvl1pPr>
          </a:lstStyle>
          <a:p>
            <a:pPr rtl="0"/>
            <a:fld id="{6B79E9EB-07EB-9D44-9F5A-AB1FBECCDD88}" type="slidenum">
              <a:rPr lang="sv-SE" smtClean="0"/>
              <a:t>‹#›</a:t>
            </a:fld>
            <a:endParaRPr lang="sv-SE"/>
          </a:p>
        </p:txBody>
      </p:sp>
    </p:spTree>
    <p:extLst>
      <p:ext uri="{BB962C8B-B14F-4D97-AF65-F5344CB8AC3E}">
        <p14:creationId xmlns:p14="http://schemas.microsoft.com/office/powerpoint/2010/main" val="154675874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lang="sv-SE" sz="1200" kern="1200">
        <a:solidFill>
          <a:schemeClr val="tx1"/>
        </a:solidFill>
        <a:latin typeface="+mn-lt"/>
        <a:ea typeface="+mn-ea"/>
        <a:cs typeface="+mn-cs"/>
      </a:defRPr>
    </a:lvl1pPr>
    <a:lvl2pPr marL="457200" algn="l" defTabSz="914400" rtl="0" eaLnBrk="1" latinLnBrk="0" hangingPunct="1">
      <a:defRPr lang="sv-SE" sz="1200" kern="1200">
        <a:solidFill>
          <a:schemeClr val="tx1"/>
        </a:solidFill>
        <a:latin typeface="+mn-lt"/>
        <a:ea typeface="+mn-ea"/>
        <a:cs typeface="+mn-cs"/>
      </a:defRPr>
    </a:lvl2pPr>
    <a:lvl3pPr marL="914400" algn="l" defTabSz="914400" rtl="0" eaLnBrk="1" latinLnBrk="0" hangingPunct="1">
      <a:defRPr lang="sv-SE" sz="1200" kern="1200">
        <a:solidFill>
          <a:schemeClr val="tx1"/>
        </a:solidFill>
        <a:latin typeface="+mn-lt"/>
        <a:ea typeface="+mn-ea"/>
        <a:cs typeface="+mn-cs"/>
      </a:defRPr>
    </a:lvl3pPr>
    <a:lvl4pPr marL="1371600" algn="l" defTabSz="914400" rtl="0" eaLnBrk="1" latinLnBrk="0" hangingPunct="1">
      <a:defRPr lang="sv-SE" sz="1200" kern="1200">
        <a:solidFill>
          <a:schemeClr val="tx1"/>
        </a:solidFill>
        <a:latin typeface="+mn-lt"/>
        <a:ea typeface="+mn-ea"/>
        <a:cs typeface="+mn-cs"/>
      </a:defRPr>
    </a:lvl4pPr>
    <a:lvl5pPr marL="1828800" algn="l" defTabSz="914400" rtl="0" eaLnBrk="1" latinLnBrk="0" hangingPunct="1">
      <a:defRPr lang="sv-SE" sz="1200" kern="1200">
        <a:solidFill>
          <a:schemeClr val="tx1"/>
        </a:solidFill>
        <a:latin typeface="+mn-lt"/>
        <a:ea typeface="+mn-ea"/>
        <a:cs typeface="+mn-cs"/>
      </a:defRPr>
    </a:lvl5pPr>
    <a:lvl6pPr marL="2286000" algn="l" defTabSz="914400" rtl="0" eaLnBrk="1" latinLnBrk="0" hangingPunct="1">
      <a:defRPr lang="sv-SE" sz="1200" kern="1200">
        <a:solidFill>
          <a:schemeClr val="tx1"/>
        </a:solidFill>
        <a:latin typeface="+mn-lt"/>
        <a:ea typeface="+mn-ea"/>
        <a:cs typeface="+mn-cs"/>
      </a:defRPr>
    </a:lvl6pPr>
    <a:lvl7pPr marL="2743200" algn="l" defTabSz="914400" rtl="0" eaLnBrk="1" latinLnBrk="0" hangingPunct="1">
      <a:defRPr lang="sv-SE" sz="1200" kern="1200">
        <a:solidFill>
          <a:schemeClr val="tx1"/>
        </a:solidFill>
        <a:latin typeface="+mn-lt"/>
        <a:ea typeface="+mn-ea"/>
        <a:cs typeface="+mn-cs"/>
      </a:defRPr>
    </a:lvl7pPr>
    <a:lvl8pPr marL="3200400" algn="l" defTabSz="914400" rtl="0" eaLnBrk="1" latinLnBrk="0" hangingPunct="1">
      <a:defRPr lang="sv-SE" sz="1200" kern="1200">
        <a:solidFill>
          <a:schemeClr val="tx1"/>
        </a:solidFill>
        <a:latin typeface="+mn-lt"/>
        <a:ea typeface="+mn-ea"/>
        <a:cs typeface="+mn-cs"/>
      </a:defRPr>
    </a:lvl8pPr>
    <a:lvl9pPr marL="3657600" algn="l" defTabSz="914400" rtl="0" eaLnBrk="1" latinLnBrk="0" hangingPunct="1">
      <a:defRPr lang="sv-SE"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Intro: 3min (Mathias)</a:t>
            </a:r>
          </a:p>
          <a:p>
            <a:r>
              <a:rPr lang="sv-SE"/>
              <a:t>Bakgrund: 5min (Mathias)</a:t>
            </a:r>
          </a:p>
          <a:p>
            <a:r>
              <a:rPr lang="sv-SE"/>
              <a:t>Metod: 4min (Sahand)</a:t>
            </a:r>
          </a:p>
          <a:p>
            <a:r>
              <a:rPr lang="sv-SE"/>
              <a:t>Resultat: 3min (Sahand)</a:t>
            </a:r>
          </a:p>
          <a:p>
            <a:r>
              <a:rPr lang="sv-SE"/>
              <a:t>Diskussion: 5min (Mathias och Sahand)</a:t>
            </a:r>
          </a:p>
          <a:p>
            <a:r>
              <a:rPr lang="sv-SE"/>
              <a:t>Slutsats: 1min ()</a:t>
            </a:r>
          </a:p>
          <a:p>
            <a:endParaRPr lang="sv-SE"/>
          </a:p>
          <a:p>
            <a:r>
              <a:rPr lang="sv-SE"/>
              <a:t>Totalt: ca 21 min. MAX 25min!!!!!!</a:t>
            </a:r>
          </a:p>
          <a:p>
            <a:endParaRPr lang="sv-SE"/>
          </a:p>
          <a:p>
            <a:r>
              <a:rPr lang="sv-SE"/>
              <a:t>Gör klart tills på tisdag!!</a:t>
            </a:r>
          </a:p>
        </p:txBody>
      </p:sp>
    </p:spTree>
    <p:extLst>
      <p:ext uri="{BB962C8B-B14F-4D97-AF65-F5344CB8AC3E}">
        <p14:creationId xmlns:p14="http://schemas.microsoft.com/office/powerpoint/2010/main" val="3655616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Tree>
    <p:extLst>
      <p:ext uri="{BB962C8B-B14F-4D97-AF65-F5344CB8AC3E}">
        <p14:creationId xmlns:p14="http://schemas.microsoft.com/office/powerpoint/2010/main" val="42117811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Tree>
    <p:extLst>
      <p:ext uri="{BB962C8B-B14F-4D97-AF65-F5344CB8AC3E}">
        <p14:creationId xmlns:p14="http://schemas.microsoft.com/office/powerpoint/2010/main" val="3871271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indent="0" rtl="0">
              <a:buFont typeface="Arial" panose="020B0604020202020204" pitchFamily="34" charset="0"/>
              <a:buNone/>
            </a:pPr>
            <a:endParaRPr lang="sv-SE"/>
          </a:p>
        </p:txBody>
      </p:sp>
    </p:spTree>
    <p:extLst>
      <p:ext uri="{BB962C8B-B14F-4D97-AF65-F5344CB8AC3E}">
        <p14:creationId xmlns:p14="http://schemas.microsoft.com/office/powerpoint/2010/main" val="3399008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Tree>
    <p:extLst>
      <p:ext uri="{BB962C8B-B14F-4D97-AF65-F5344CB8AC3E}">
        <p14:creationId xmlns:p14="http://schemas.microsoft.com/office/powerpoint/2010/main" val="1677949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Tree>
    <p:extLst>
      <p:ext uri="{BB962C8B-B14F-4D97-AF65-F5344CB8AC3E}">
        <p14:creationId xmlns:p14="http://schemas.microsoft.com/office/powerpoint/2010/main" val="222602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a:p>
        </p:txBody>
      </p:sp>
    </p:spTree>
    <p:extLst>
      <p:ext uri="{BB962C8B-B14F-4D97-AF65-F5344CB8AC3E}">
        <p14:creationId xmlns:p14="http://schemas.microsoft.com/office/powerpoint/2010/main" val="1096676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Förklara vad en stegmotor är och hur den fungerar först.</a:t>
            </a:r>
          </a:p>
          <a:p>
            <a:endParaRPr lang="sv-SE"/>
          </a:p>
          <a:p>
            <a:r>
              <a:rPr lang="sv-SE"/>
              <a:t>Gå sen in på </a:t>
            </a:r>
          </a:p>
        </p:txBody>
      </p:sp>
    </p:spTree>
    <p:extLst>
      <p:ext uri="{BB962C8B-B14F-4D97-AF65-F5344CB8AC3E}">
        <p14:creationId xmlns:p14="http://schemas.microsoft.com/office/powerpoint/2010/main" val="1527308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800">
                <a:effectLst/>
                <a:latin typeface="Calibri" panose="020F0502020204030204" pitchFamily="34" charset="0"/>
                <a:ea typeface="Aptos" panose="020B0004020202020204" pitchFamily="34" charset="0"/>
              </a:rPr>
              <a:t>Vidare till metoden</a:t>
            </a:r>
          </a:p>
        </p:txBody>
      </p:sp>
    </p:spTree>
    <p:extLst>
      <p:ext uri="{BB962C8B-B14F-4D97-AF65-F5344CB8AC3E}">
        <p14:creationId xmlns:p14="http://schemas.microsoft.com/office/powerpoint/2010/main" val="1238988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sv-SE" sz="1800">
                <a:effectLst/>
                <a:latin typeface="Calibri" panose="020F0502020204030204" pitchFamily="34" charset="0"/>
                <a:ea typeface="Aptos" panose="020B0004020202020204" pitchFamily="34" charset="0"/>
              </a:rPr>
              <a:t>Alla delar, sammansättningar och ritningar CAD-designades i programmet Solid </a:t>
            </a:r>
            <a:r>
              <a:rPr lang="sv-SE" sz="1800" err="1">
                <a:effectLst/>
                <a:latin typeface="Calibri" panose="020F0502020204030204" pitchFamily="34" charset="0"/>
                <a:ea typeface="Aptos" panose="020B0004020202020204" pitchFamily="34" charset="0"/>
              </a:rPr>
              <a:t>Edge</a:t>
            </a:r>
            <a:r>
              <a:rPr lang="sv-SE" sz="1800">
                <a:effectLst/>
                <a:latin typeface="Calibri" panose="020F0502020204030204" pitchFamily="34" charset="0"/>
                <a:ea typeface="Aptos" panose="020B0004020202020204" pitchFamily="34" charset="0"/>
              </a:rPr>
              <a:t>.</a:t>
            </a:r>
          </a:p>
          <a:p>
            <a:pPr>
              <a:lnSpc>
                <a:spcPct val="107000"/>
              </a:lnSpc>
            </a:pPr>
            <a:endParaRPr lang="sv-SE" sz="1800">
              <a:effectLst/>
              <a:latin typeface="Calibri" panose="020F0502020204030204" pitchFamily="34" charset="0"/>
              <a:ea typeface="Aptos" panose="020B0004020202020204" pitchFamily="34" charset="0"/>
            </a:endParaRPr>
          </a:p>
          <a:p>
            <a:pPr>
              <a:lnSpc>
                <a:spcPct val="107000"/>
              </a:lnSpc>
            </a:pPr>
            <a:r>
              <a:rPr lang="sv-SE" sz="1800">
                <a:effectLst/>
                <a:latin typeface="Calibri" panose="020F0502020204030204" pitchFamily="34" charset="0"/>
                <a:ea typeface="Aptos" panose="020B0004020202020204" pitchFamily="34" charset="0"/>
              </a:rPr>
              <a:t>För att få en verklig representation med ljus och kontrast skapades renderingar i programmet </a:t>
            </a:r>
            <a:r>
              <a:rPr lang="sv-SE" sz="1800" err="1">
                <a:effectLst/>
                <a:latin typeface="Calibri" panose="020F0502020204030204" pitchFamily="34" charset="0"/>
                <a:ea typeface="Aptos" panose="020B0004020202020204" pitchFamily="34" charset="0"/>
              </a:rPr>
              <a:t>Keyshot</a:t>
            </a:r>
            <a:r>
              <a:rPr lang="sv-SE" sz="1800">
                <a:effectLst/>
                <a:latin typeface="Calibri" panose="020F0502020204030204" pitchFamily="34" charset="0"/>
                <a:ea typeface="Aptos" panose="020B0004020202020204" pitchFamily="34" charset="0"/>
              </a:rPr>
              <a:t>, som också installerades med Solid </a:t>
            </a:r>
            <a:r>
              <a:rPr lang="sv-SE" sz="1800" err="1">
                <a:effectLst/>
                <a:latin typeface="Calibri" panose="020F0502020204030204" pitchFamily="34" charset="0"/>
                <a:ea typeface="Aptos" panose="020B0004020202020204" pitchFamily="34" charset="0"/>
              </a:rPr>
              <a:t>Edge</a:t>
            </a:r>
            <a:r>
              <a:rPr lang="sv-SE" sz="1800">
                <a:effectLst/>
                <a:latin typeface="Calibri" panose="020F0502020204030204" pitchFamily="34" charset="0"/>
                <a:ea typeface="Aptos" panose="020B0004020202020204" pitchFamily="34" charset="0"/>
              </a:rPr>
              <a:t>.</a:t>
            </a:r>
          </a:p>
          <a:p>
            <a:endParaRPr lang="sv-SE"/>
          </a:p>
        </p:txBody>
      </p:sp>
    </p:spTree>
    <p:extLst>
      <p:ext uri="{BB962C8B-B14F-4D97-AF65-F5344CB8AC3E}">
        <p14:creationId xmlns:p14="http://schemas.microsoft.com/office/powerpoint/2010/main" val="937493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sv-SE" sz="1800">
                <a:effectLst/>
                <a:latin typeface="Calibri" panose="020F0502020204030204" pitchFamily="34" charset="0"/>
                <a:ea typeface="Aptos" panose="020B0004020202020204" pitchFamily="34" charset="0"/>
              </a:rPr>
              <a:t>Drivaxeln designades som en cylinder i rostfritt stål med en M5-gängad respektive 100 mm M10-gängad ände.</a:t>
            </a:r>
          </a:p>
          <a:p>
            <a:pPr>
              <a:lnSpc>
                <a:spcPct val="107000"/>
              </a:lnSpc>
            </a:pPr>
            <a:endParaRPr lang="sv-SE" sz="1800">
              <a:effectLst/>
              <a:latin typeface="Calibri" panose="020F0502020204030204" pitchFamily="34" charset="0"/>
              <a:ea typeface="Aptos" panose="020B0004020202020204" pitchFamily="34" charset="0"/>
            </a:endParaRPr>
          </a:p>
          <a:p>
            <a:pPr>
              <a:lnSpc>
                <a:spcPct val="107000"/>
              </a:lnSpc>
            </a:pPr>
            <a:r>
              <a:rPr lang="sv-SE" sz="1800">
                <a:effectLst/>
                <a:latin typeface="Calibri" panose="020F0502020204030204" pitchFamily="34" charset="0"/>
                <a:ea typeface="Aptos" panose="020B0004020202020204" pitchFamily="34" charset="0"/>
              </a:rPr>
              <a:t>Skivan designades som en tunn platta i aluminium med en central urholkning och två cirkelsektorutskärningar, vars kanter avfasades i en vinkel.</a:t>
            </a:r>
          </a:p>
          <a:p>
            <a:pPr>
              <a:lnSpc>
                <a:spcPct val="107000"/>
              </a:lnSpc>
            </a:pPr>
            <a:r>
              <a:rPr lang="sv-SE" sz="1800">
                <a:effectLst/>
                <a:latin typeface="Calibri" panose="020F0502020204030204" pitchFamily="34" charset="0"/>
                <a:ea typeface="Aptos" panose="020B0004020202020204" pitchFamily="34" charset="0"/>
              </a:rPr>
              <a:t>Alla kanter av skivan utom den centrala urholkningen rundades. </a:t>
            </a:r>
          </a:p>
          <a:p>
            <a:pPr>
              <a:lnSpc>
                <a:spcPct val="107000"/>
              </a:lnSpc>
            </a:pPr>
            <a:r>
              <a:rPr lang="sv-SE" sz="1800">
                <a:effectLst/>
                <a:latin typeface="Calibri" panose="020F0502020204030204" pitchFamily="34" charset="0"/>
                <a:ea typeface="Aptos" panose="020B0004020202020204" pitchFamily="34" charset="0"/>
              </a:rPr>
              <a:t> </a:t>
            </a:r>
          </a:p>
          <a:p>
            <a:pPr>
              <a:lnSpc>
                <a:spcPct val="107000"/>
              </a:lnSpc>
            </a:pPr>
            <a:r>
              <a:rPr lang="sv-SE" sz="1800">
                <a:effectLst/>
                <a:latin typeface="Calibri" panose="020F0502020204030204" pitchFamily="34" charset="0"/>
                <a:ea typeface="Aptos" panose="020B0004020202020204" pitchFamily="34" charset="0"/>
              </a:rPr>
              <a:t>Slutligen skickades dessa ritningar till Peter </a:t>
            </a:r>
            <a:r>
              <a:rPr lang="sv-SE" sz="1800" err="1">
                <a:effectLst/>
                <a:latin typeface="Calibri" panose="020F0502020204030204" pitchFamily="34" charset="0"/>
                <a:ea typeface="Aptos" panose="020B0004020202020204" pitchFamily="34" charset="0"/>
              </a:rPr>
              <a:t>Arfert</a:t>
            </a:r>
            <a:r>
              <a:rPr lang="sv-SE" sz="1800">
                <a:effectLst/>
                <a:latin typeface="Calibri" panose="020F0502020204030204" pitchFamily="34" charset="0"/>
                <a:ea typeface="Aptos" panose="020B0004020202020204" pitchFamily="34" charset="0"/>
              </a:rPr>
              <a:t> som tillverkade delarna i verkstaden.</a:t>
            </a:r>
          </a:p>
        </p:txBody>
      </p:sp>
    </p:spTree>
    <p:extLst>
      <p:ext uri="{BB962C8B-B14F-4D97-AF65-F5344CB8AC3E}">
        <p14:creationId xmlns:p14="http://schemas.microsoft.com/office/powerpoint/2010/main" val="830030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sv-SE" sz="1800" err="1">
                <a:effectLst/>
                <a:latin typeface="Calibri" panose="020F0502020204030204" pitchFamily="34" charset="0"/>
                <a:ea typeface="Aptos" panose="020B0004020202020204" pitchFamily="34" charset="0"/>
              </a:rPr>
              <a:t>Faraday</a:t>
            </a:r>
            <a:r>
              <a:rPr lang="sv-SE" sz="1800">
                <a:effectLst/>
                <a:latin typeface="Calibri" panose="020F0502020204030204" pitchFamily="34" charset="0"/>
                <a:ea typeface="Aptos" panose="020B0004020202020204" pitchFamily="34" charset="0"/>
              </a:rPr>
              <a:t>-koppen designades som en kopparcylinder med ett centralt hål som gradvis minskade i diameter inåt. Denna kopparkopp omslöts i rostfritt stål.</a:t>
            </a:r>
          </a:p>
          <a:p>
            <a:pPr>
              <a:lnSpc>
                <a:spcPct val="107000"/>
              </a:lnSpc>
            </a:pPr>
            <a:r>
              <a:rPr lang="sv-SE" sz="1800">
                <a:effectLst/>
                <a:latin typeface="Calibri" panose="020F0502020204030204" pitchFamily="34" charset="0"/>
                <a:ea typeface="Aptos" panose="020B0004020202020204" pitchFamily="34" charset="0"/>
              </a:rPr>
              <a:t> </a:t>
            </a:r>
          </a:p>
          <a:p>
            <a:pPr>
              <a:lnSpc>
                <a:spcPct val="107000"/>
              </a:lnSpc>
            </a:pPr>
            <a:r>
              <a:rPr lang="sv-SE" sz="1800">
                <a:effectLst/>
                <a:latin typeface="Calibri" panose="020F0502020204030204" pitchFamily="34" charset="0"/>
                <a:ea typeface="Aptos" panose="020B0004020202020204" pitchFamily="34" charset="0"/>
              </a:rPr>
              <a:t>På framsidan av koppen placerades en aperturplatta av rostfritt stål med ett centralt 1 mm hål och två skruvhål på kanterna för sammansättning med kopparkoppen.</a:t>
            </a:r>
          </a:p>
          <a:p>
            <a:pPr>
              <a:lnSpc>
                <a:spcPct val="107000"/>
              </a:lnSpc>
            </a:pPr>
            <a:r>
              <a:rPr lang="sv-SE" sz="1800">
                <a:effectLst/>
                <a:latin typeface="Calibri" panose="020F0502020204030204" pitchFamily="34" charset="0"/>
                <a:ea typeface="Aptos" panose="020B0004020202020204" pitchFamily="34" charset="0"/>
              </a:rPr>
              <a:t> </a:t>
            </a:r>
          </a:p>
          <a:p>
            <a:pPr>
              <a:lnSpc>
                <a:spcPct val="107000"/>
              </a:lnSpc>
            </a:pPr>
            <a:r>
              <a:rPr lang="sv-SE" sz="1800">
                <a:effectLst/>
                <a:latin typeface="Calibri" panose="020F0502020204030204" pitchFamily="34" charset="0"/>
                <a:ea typeface="Aptos" panose="020B0004020202020204" pitchFamily="34" charset="0"/>
              </a:rPr>
              <a:t>Slutligen designades fästanordningen med ett centralt hål för stålomslutningen med kopparkoppen, ett hål för drivaxeln och två hål för att hålla fästanordningen på plats i den kompletta uppställningen.</a:t>
            </a:r>
          </a:p>
        </p:txBody>
      </p:sp>
    </p:spTree>
    <p:extLst>
      <p:ext uri="{BB962C8B-B14F-4D97-AF65-F5344CB8AC3E}">
        <p14:creationId xmlns:p14="http://schemas.microsoft.com/office/powerpoint/2010/main" val="614896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sv-SE" sz="1800">
                <a:effectLst/>
                <a:latin typeface="Calibri" panose="020F0502020204030204" pitchFamily="34" charset="0"/>
                <a:ea typeface="Aptos" panose="020B0004020202020204" pitchFamily="34" charset="0"/>
              </a:rPr>
              <a:t>Den yttre flänsen designades som en modifierad flänsplatta i rostfritt stål med ett motorfäste i rostfritt stål och en </a:t>
            </a:r>
            <a:r>
              <a:rPr lang="sv-SE" sz="1800" err="1">
                <a:effectLst/>
                <a:latin typeface="Calibri" panose="020F0502020204030204" pitchFamily="34" charset="0"/>
                <a:ea typeface="Aptos" panose="020B0004020202020204" pitchFamily="34" charset="0"/>
              </a:rPr>
              <a:t>elgenomföring</a:t>
            </a:r>
            <a:r>
              <a:rPr lang="sv-SE" sz="1800">
                <a:effectLst/>
                <a:latin typeface="Calibri" panose="020F0502020204030204" pitchFamily="34" charset="0"/>
                <a:ea typeface="Aptos" panose="020B0004020202020204" pitchFamily="34" charset="0"/>
              </a:rPr>
              <a:t> från </a:t>
            </a:r>
            <a:r>
              <a:rPr lang="sv-SE" sz="1800" err="1">
                <a:effectLst/>
                <a:latin typeface="Calibri" panose="020F0502020204030204" pitchFamily="34" charset="0"/>
                <a:ea typeface="Aptos" panose="020B0004020202020204" pitchFamily="34" charset="0"/>
              </a:rPr>
              <a:t>Faraday</a:t>
            </a:r>
            <a:r>
              <a:rPr lang="sv-SE" sz="1800">
                <a:effectLst/>
                <a:latin typeface="Calibri" panose="020F0502020204030204" pitchFamily="34" charset="0"/>
                <a:ea typeface="Aptos" panose="020B0004020202020204" pitchFamily="34" charset="0"/>
              </a:rPr>
              <a:t>-koppen i form av en </a:t>
            </a:r>
            <a:r>
              <a:rPr lang="sv-SE" sz="1800" err="1">
                <a:effectLst/>
                <a:latin typeface="Calibri" panose="020F0502020204030204" pitchFamily="34" charset="0"/>
                <a:ea typeface="Aptos" panose="020B0004020202020204" pitchFamily="34" charset="0"/>
              </a:rPr>
              <a:t>sexhörnig</a:t>
            </a:r>
            <a:r>
              <a:rPr lang="sv-SE" sz="1800">
                <a:effectLst/>
                <a:latin typeface="Calibri" panose="020F0502020204030204" pitchFamily="34" charset="0"/>
                <a:ea typeface="Aptos" panose="020B0004020202020204" pitchFamily="34" charset="0"/>
              </a:rPr>
              <a:t> mutter med </a:t>
            </a:r>
            <a:r>
              <a:rPr lang="sv-SE" sz="1800" err="1">
                <a:effectLst/>
                <a:latin typeface="Calibri" panose="020F0502020204030204" pitchFamily="34" charset="0"/>
                <a:ea typeface="Aptos" panose="020B0004020202020204" pitchFamily="34" charset="0"/>
              </a:rPr>
              <a:t>epoxyifyllning</a:t>
            </a:r>
            <a:r>
              <a:rPr lang="sv-SE" sz="1800">
                <a:effectLst/>
                <a:latin typeface="Calibri" panose="020F0502020204030204" pitchFamily="34" charset="0"/>
                <a:ea typeface="Aptos" panose="020B0004020202020204" pitchFamily="34" charset="0"/>
              </a:rPr>
              <a:t> och fyra hål för sladdar.</a:t>
            </a:r>
          </a:p>
        </p:txBody>
      </p:sp>
    </p:spTree>
    <p:extLst>
      <p:ext uri="{BB962C8B-B14F-4D97-AF65-F5344CB8AC3E}">
        <p14:creationId xmlns:p14="http://schemas.microsoft.com/office/powerpoint/2010/main" val="1866778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sv-SE" sz="1800">
                <a:effectLst/>
                <a:latin typeface="Calibri" panose="020F0502020204030204" pitchFamily="34" charset="0"/>
                <a:ea typeface="Aptos" panose="020B0004020202020204" pitchFamily="34" charset="0"/>
              </a:rPr>
              <a:t>En ritning av den kompletta uppställningen skapades, där stegmotorn fästes till motorfästet på den yttre flänsen, drivaxeln med skivan fördes igenom motorfästet och skruvades fast och </a:t>
            </a:r>
            <a:r>
              <a:rPr lang="sv-SE" sz="1800" err="1">
                <a:effectLst/>
                <a:latin typeface="Calibri" panose="020F0502020204030204" pitchFamily="34" charset="0"/>
                <a:ea typeface="Aptos" panose="020B0004020202020204" pitchFamily="34" charset="0"/>
              </a:rPr>
              <a:t>Faraday</a:t>
            </a:r>
            <a:r>
              <a:rPr lang="sv-SE" sz="1800">
                <a:effectLst/>
                <a:latin typeface="Calibri" panose="020F0502020204030204" pitchFamily="34" charset="0"/>
                <a:ea typeface="Aptos" panose="020B0004020202020204" pitchFamily="34" charset="0"/>
              </a:rPr>
              <a:t>-koppen monterades inne i inkapslingen.</a:t>
            </a:r>
          </a:p>
        </p:txBody>
      </p:sp>
    </p:spTree>
    <p:extLst>
      <p:ext uri="{BB962C8B-B14F-4D97-AF65-F5344CB8AC3E}">
        <p14:creationId xmlns:p14="http://schemas.microsoft.com/office/powerpoint/2010/main" val="3153809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a:p>
        </p:txBody>
      </p:sp>
    </p:spTree>
    <p:extLst>
      <p:ext uri="{BB962C8B-B14F-4D97-AF65-F5344CB8AC3E}">
        <p14:creationId xmlns:p14="http://schemas.microsoft.com/office/powerpoint/2010/main" val="2843561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800">
                <a:effectLst/>
                <a:latin typeface="Calibri" panose="020F0502020204030204" pitchFamily="34" charset="0"/>
                <a:ea typeface="Aptos" panose="020B0004020202020204" pitchFamily="34" charset="0"/>
              </a:rPr>
              <a:t>Till vänster visas den renderade sammansättningen av drivaxeln och aluminiumskivan, som är fastsatt med två muttrar på vardera sidan.</a:t>
            </a:r>
          </a:p>
          <a:p>
            <a:pPr marL="0" marR="0" lvl="0" indent="0" algn="l" defTabSz="914400" rtl="0" eaLnBrk="1" fontAlgn="auto" latinLnBrk="0" hangingPunct="1">
              <a:lnSpc>
                <a:spcPct val="100000"/>
              </a:lnSpc>
              <a:spcBef>
                <a:spcPts val="0"/>
              </a:spcBef>
              <a:spcAft>
                <a:spcPts val="0"/>
              </a:spcAft>
              <a:buClrTx/>
              <a:buSzTx/>
              <a:buFontTx/>
              <a:buNone/>
              <a:tabLst/>
              <a:defRPr/>
            </a:pPr>
            <a:endParaRPr lang="sv-SE" sz="1800">
              <a:effectLst/>
              <a:latin typeface="Calibri" panose="020F0502020204030204" pitchFamily="34" charset="0"/>
              <a:ea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sv-SE" sz="1800">
                <a:effectLst/>
                <a:latin typeface="Calibri" panose="020F0502020204030204" pitchFamily="34" charset="0"/>
                <a:ea typeface="Aptos" panose="020B0004020202020204" pitchFamily="34" charset="0"/>
              </a:rPr>
              <a:t>Till höger visas den tillverkade produkten.</a:t>
            </a:r>
          </a:p>
          <a:p>
            <a:endParaRPr lang="sv-SE"/>
          </a:p>
        </p:txBody>
      </p:sp>
    </p:spTree>
    <p:extLst>
      <p:ext uri="{BB962C8B-B14F-4D97-AF65-F5344CB8AC3E}">
        <p14:creationId xmlns:p14="http://schemas.microsoft.com/office/powerpoint/2010/main" val="19753917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800">
                <a:effectLst/>
                <a:latin typeface="Calibri" panose="020F0502020204030204" pitchFamily="34" charset="0"/>
                <a:ea typeface="Aptos" panose="020B0004020202020204" pitchFamily="34" charset="0"/>
              </a:rPr>
              <a:t>Rendering av </a:t>
            </a:r>
            <a:r>
              <a:rPr lang="sv-SE" sz="1800" err="1">
                <a:effectLst/>
                <a:latin typeface="Calibri" panose="020F0502020204030204" pitchFamily="34" charset="0"/>
                <a:ea typeface="Aptos" panose="020B0004020202020204" pitchFamily="34" charset="0"/>
              </a:rPr>
              <a:t>Faraday</a:t>
            </a:r>
            <a:r>
              <a:rPr lang="sv-SE" sz="1800">
                <a:effectLst/>
                <a:latin typeface="Calibri" panose="020F0502020204030204" pitchFamily="34" charset="0"/>
                <a:ea typeface="Aptos" panose="020B0004020202020204" pitchFamily="34" charset="0"/>
              </a:rPr>
              <a:t>-koppen visar sammansättningen av aperturplatta, kopparkopp, stålomslutning och fästanordning.</a:t>
            </a:r>
          </a:p>
        </p:txBody>
      </p:sp>
    </p:spTree>
    <p:extLst>
      <p:ext uri="{BB962C8B-B14F-4D97-AF65-F5344CB8AC3E}">
        <p14:creationId xmlns:p14="http://schemas.microsoft.com/office/powerpoint/2010/main" val="40573736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sv-SE" sz="1800">
                <a:effectLst/>
                <a:latin typeface="Calibri" panose="020F0502020204030204" pitchFamily="34" charset="0"/>
                <a:ea typeface="Aptos" panose="020B0004020202020204" pitchFamily="34" charset="0"/>
              </a:rPr>
              <a:t>Renderingen av hela uppställningen visar sammansättningen av stegmotor, yttre fläns, </a:t>
            </a:r>
            <a:r>
              <a:rPr lang="sv-SE" sz="1800" err="1">
                <a:effectLst/>
                <a:latin typeface="Calibri" panose="020F0502020204030204" pitchFamily="34" charset="0"/>
                <a:ea typeface="Aptos" panose="020B0004020202020204" pitchFamily="34" charset="0"/>
              </a:rPr>
              <a:t>Faraday</a:t>
            </a:r>
            <a:r>
              <a:rPr lang="sv-SE" sz="1800">
                <a:effectLst/>
                <a:latin typeface="Calibri" panose="020F0502020204030204" pitchFamily="34" charset="0"/>
                <a:ea typeface="Aptos" panose="020B0004020202020204" pitchFamily="34" charset="0"/>
              </a:rPr>
              <a:t>-kopp och roterande skiva samt en flänsöppning på toppen.</a:t>
            </a:r>
          </a:p>
          <a:p>
            <a:pPr>
              <a:lnSpc>
                <a:spcPct val="107000"/>
              </a:lnSpc>
            </a:pPr>
            <a:endParaRPr lang="sv-SE" sz="1800">
              <a:effectLst/>
              <a:latin typeface="Calibri" panose="020F0502020204030204" pitchFamily="34" charset="0"/>
              <a:ea typeface="Aptos" panose="020B0004020202020204" pitchFamily="34" charset="0"/>
            </a:endParaRPr>
          </a:p>
          <a:p>
            <a:pPr>
              <a:lnSpc>
                <a:spcPct val="107000"/>
              </a:lnSpc>
            </a:pPr>
            <a:r>
              <a:rPr lang="sv-SE" sz="1800">
                <a:effectLst/>
                <a:latin typeface="Calibri" panose="020F0502020204030204" pitchFamily="34" charset="0"/>
                <a:ea typeface="Aptos" panose="020B0004020202020204" pitchFamily="34" charset="0"/>
              </a:rPr>
              <a:t>Värt att påpeka är att inkapslingen är av rostfritt stål och inte genomskinlig som i figuren. Detta är enbart för visualisering av insidan.</a:t>
            </a:r>
          </a:p>
        </p:txBody>
      </p:sp>
    </p:spTree>
    <p:extLst>
      <p:ext uri="{BB962C8B-B14F-4D97-AF65-F5344CB8AC3E}">
        <p14:creationId xmlns:p14="http://schemas.microsoft.com/office/powerpoint/2010/main" val="4407067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sv-SE" sz="1800">
                <a:effectLst/>
                <a:latin typeface="Calibri" panose="020F0502020204030204" pitchFamily="34" charset="0"/>
                <a:ea typeface="Aptos" panose="020B0004020202020204" pitchFamily="34" charset="0"/>
              </a:rPr>
              <a:t>Diagrammet visar temperaturfördelningen hos en koppar- och aluminiumskiva vid 20 grader Celsius, där x-axeln visar avståndet från centrum och y-axeln visar temperaturen i Celsius.</a:t>
            </a:r>
          </a:p>
          <a:p>
            <a:pPr>
              <a:lnSpc>
                <a:spcPct val="107000"/>
              </a:lnSpc>
            </a:pPr>
            <a:endParaRPr lang="sv-SE" sz="1800">
              <a:effectLst/>
              <a:latin typeface="Calibri" panose="020F0502020204030204" pitchFamily="34" charset="0"/>
              <a:ea typeface="Aptos" panose="020B0004020202020204" pitchFamily="34" charset="0"/>
            </a:endParaRPr>
          </a:p>
          <a:p>
            <a:pPr>
              <a:lnSpc>
                <a:spcPct val="107000"/>
              </a:lnSpc>
            </a:pPr>
            <a:r>
              <a:rPr lang="sv-SE" sz="1800">
                <a:effectLst/>
                <a:latin typeface="Calibri" panose="020F0502020204030204" pitchFamily="34" charset="0"/>
                <a:ea typeface="Aptos" panose="020B0004020202020204" pitchFamily="34" charset="0"/>
              </a:rPr>
              <a:t>Formeln som tillämpats presenteras nedan.</a:t>
            </a:r>
          </a:p>
        </p:txBody>
      </p:sp>
    </p:spTree>
    <p:extLst>
      <p:ext uri="{BB962C8B-B14F-4D97-AF65-F5344CB8AC3E}">
        <p14:creationId xmlns:p14="http://schemas.microsoft.com/office/powerpoint/2010/main" val="2008419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sv-SE" sz="1800">
                <a:effectLst/>
                <a:latin typeface="Calibri" panose="020F0502020204030204" pitchFamily="34" charset="0"/>
                <a:ea typeface="Aptos" panose="020B0004020202020204" pitchFamily="34" charset="0"/>
              </a:rPr>
              <a:t>När det gäller den roterande skivan, möjliggör den 100 mm M10-gängade delen placering av skivan på olika avstånd med hjälp av två muttrar på vardera sidan av skivan, vilket innebär att tester med olika avstånd kan göras för att optimera mätningen av elektronstrålen.</a:t>
            </a:r>
          </a:p>
          <a:p>
            <a:pPr>
              <a:lnSpc>
                <a:spcPct val="107000"/>
              </a:lnSpc>
            </a:pPr>
            <a:r>
              <a:rPr lang="sv-SE" sz="1800">
                <a:effectLst/>
                <a:latin typeface="Calibri" panose="020F0502020204030204" pitchFamily="34" charset="0"/>
                <a:ea typeface="Aptos" panose="020B0004020202020204" pitchFamily="34" charset="0"/>
              </a:rPr>
              <a:t> </a:t>
            </a:r>
          </a:p>
          <a:p>
            <a:pPr>
              <a:lnSpc>
                <a:spcPct val="107000"/>
              </a:lnSpc>
            </a:pPr>
            <a:r>
              <a:rPr lang="sv-SE" sz="1800">
                <a:effectLst/>
                <a:latin typeface="Calibri" panose="020F0502020204030204" pitchFamily="34" charset="0"/>
                <a:ea typeface="Aptos" panose="020B0004020202020204" pitchFamily="34" charset="0"/>
              </a:rPr>
              <a:t>Avfasningen av kanterna syftar till att skapa en mjukare övergång i stället för en skarp kant så att oavsiktlig strålexponering undviks, medan rundningen av alla kanter syftar till att förhindra Sankt Elmseld, som är ett fenomen där elektriska laddningar samlas i kanter, vilket kan påverka strålens karakteristik.</a:t>
            </a:r>
          </a:p>
          <a:p>
            <a:pPr>
              <a:lnSpc>
                <a:spcPct val="107000"/>
              </a:lnSpc>
            </a:pPr>
            <a:r>
              <a:rPr lang="sv-SE" sz="1800">
                <a:effectLst/>
                <a:latin typeface="Calibri" panose="020F0502020204030204" pitchFamily="34" charset="0"/>
                <a:ea typeface="Aptos" panose="020B0004020202020204" pitchFamily="34" charset="0"/>
              </a:rPr>
              <a:t> </a:t>
            </a:r>
          </a:p>
          <a:p>
            <a:pPr>
              <a:lnSpc>
                <a:spcPct val="107000"/>
              </a:lnSpc>
            </a:pPr>
            <a:r>
              <a:rPr lang="sv-SE" sz="1800">
                <a:effectLst/>
                <a:latin typeface="Calibri" panose="020F0502020204030204" pitchFamily="34" charset="0"/>
                <a:ea typeface="Aptos" panose="020B0004020202020204" pitchFamily="34" charset="0"/>
              </a:rPr>
              <a:t>För materialvalet eftersträvades hög tolerans och minimal påverkan på strålegenskaper. Materialet valdes primärt till koppar, men på grund av avsaknad av koppar i verkstaden valdes aluminium i stället. Båda materialen har god termisk och elektrisk konduktivitet samt är hållbara över tid.</a:t>
            </a:r>
          </a:p>
          <a:p>
            <a:endParaRPr lang="sv-SE"/>
          </a:p>
          <a:p>
            <a:pPr marL="0" marR="0" lvl="0" indent="0" algn="l" defTabSz="914400" rtl="0" eaLnBrk="1" fontAlgn="auto" latinLnBrk="0" hangingPunct="1">
              <a:lnSpc>
                <a:spcPct val="100000"/>
              </a:lnSpc>
              <a:spcBef>
                <a:spcPts val="0"/>
              </a:spcBef>
              <a:spcAft>
                <a:spcPts val="0"/>
              </a:spcAft>
              <a:buClrTx/>
              <a:buSzTx/>
              <a:buFontTx/>
              <a:buNone/>
              <a:tabLst/>
              <a:defRPr/>
            </a:pPr>
            <a:r>
              <a:rPr lang="sv-SE" sz="1800">
                <a:effectLst/>
                <a:latin typeface="Calibri" panose="020F0502020204030204" pitchFamily="34" charset="0"/>
                <a:ea typeface="Aptos" panose="020B0004020202020204" pitchFamily="34" charset="0"/>
              </a:rPr>
              <a:t>Materialvalet baserades även på sekundäremission av elektroner med tanke på att den primära elektronstrålen kan överföra energi och inducera emission av sekundära elektroner från materialet. Problemet med sekundära elektroner är att de kan störa mätningen av den primära elektronstrålen.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sv-SE" sz="1800">
              <a:effectLst/>
              <a:latin typeface="Calibri" panose="020F0502020204030204" pitchFamily="34" charset="0"/>
              <a:ea typeface="Aptos" panose="020B0004020202020204" pitchFamily="34" charset="0"/>
            </a:endParaRPr>
          </a:p>
          <a:p>
            <a:pPr>
              <a:lnSpc>
                <a:spcPct val="107000"/>
              </a:lnSpc>
            </a:pPr>
            <a:r>
              <a:rPr lang="sv-SE" sz="1800">
                <a:effectLst/>
                <a:latin typeface="Calibri" panose="020F0502020204030204" pitchFamily="34" charset="0"/>
                <a:ea typeface="Aptos" panose="020B0004020202020204" pitchFamily="34" charset="0"/>
              </a:rPr>
              <a:t>En möjlig förbättring för att reducera sekundäremissionen är att behandla ytan av skivan eftersom antalet sekundära partiklar är starkt beroende av ytans jämnhet. Däremot kan detta öka designens komplexitet och kostnad.</a:t>
            </a:r>
          </a:p>
          <a:p>
            <a:pPr>
              <a:lnSpc>
                <a:spcPct val="107000"/>
              </a:lnSpc>
            </a:pPr>
            <a:r>
              <a:rPr lang="sv-SE" sz="1800">
                <a:effectLst/>
                <a:latin typeface="Calibri" panose="020F0502020204030204" pitchFamily="34" charset="0"/>
                <a:ea typeface="Aptos" panose="020B0004020202020204" pitchFamily="34" charset="0"/>
              </a:rPr>
              <a:t> </a:t>
            </a:r>
          </a:p>
          <a:p>
            <a:pPr>
              <a:lnSpc>
                <a:spcPct val="107000"/>
              </a:lnSpc>
            </a:pPr>
            <a:r>
              <a:rPr lang="sv-SE" sz="1800">
                <a:effectLst/>
                <a:latin typeface="Calibri" panose="020F0502020204030204" pitchFamily="34" charset="0"/>
                <a:ea typeface="Aptos" panose="020B0004020202020204" pitchFamily="34" charset="0"/>
              </a:rPr>
              <a:t>Att skivans temperaturfördelning är mindre än 20 grader Celsius, är sannolikt ett resultat av att den tillämpade formeln är en enorm förenkling av verkligheten. Exempelvis tar formeln hänsyn till en tunn cylinder utan utskärningar samt att strålen träffar i centrum av skivan.</a:t>
            </a:r>
          </a:p>
          <a:p>
            <a:pPr>
              <a:lnSpc>
                <a:spcPct val="107000"/>
              </a:lnSpc>
            </a:pPr>
            <a:r>
              <a:rPr lang="sv-SE" sz="1800">
                <a:effectLst/>
                <a:latin typeface="Calibri" panose="020F0502020204030204" pitchFamily="34" charset="0"/>
                <a:ea typeface="Aptos" panose="020B0004020202020204" pitchFamily="34" charset="0"/>
              </a:rPr>
              <a:t> </a:t>
            </a:r>
          </a:p>
          <a:p>
            <a:pPr>
              <a:lnSpc>
                <a:spcPct val="107000"/>
              </a:lnSpc>
            </a:pPr>
            <a:r>
              <a:rPr lang="sv-SE" sz="1800">
                <a:effectLst/>
                <a:latin typeface="Calibri" panose="020F0502020204030204" pitchFamily="34" charset="0"/>
                <a:ea typeface="Aptos" panose="020B0004020202020204" pitchFamily="34" charset="0"/>
              </a:rPr>
              <a:t>En jämnare rotation av skivan kan åstadkommas med hjälp av ett styrhjul i form av en tjockare ring på randen av skivan som balanserar skivan genom att minska vibrationer, särskilt vid höga rotationshastigheter.</a:t>
            </a:r>
          </a:p>
          <a:p>
            <a:endParaRPr lang="sv-SE"/>
          </a:p>
        </p:txBody>
      </p:sp>
    </p:spTree>
    <p:extLst>
      <p:ext uri="{BB962C8B-B14F-4D97-AF65-F5344CB8AC3E}">
        <p14:creationId xmlns:p14="http://schemas.microsoft.com/office/powerpoint/2010/main" val="2705728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sv-SE" sz="1800">
                <a:effectLst/>
                <a:latin typeface="Calibri" panose="020F0502020204030204" pitchFamily="34" charset="0"/>
                <a:ea typeface="Aptos" panose="020B0004020202020204" pitchFamily="34" charset="0"/>
              </a:rPr>
              <a:t>När det kommer till </a:t>
            </a:r>
            <a:r>
              <a:rPr lang="sv-SE" sz="1800" err="1">
                <a:effectLst/>
                <a:latin typeface="Calibri" panose="020F0502020204030204" pitchFamily="34" charset="0"/>
                <a:ea typeface="Aptos" panose="020B0004020202020204" pitchFamily="34" charset="0"/>
              </a:rPr>
              <a:t>Faraday</a:t>
            </a:r>
            <a:r>
              <a:rPr lang="sv-SE" sz="1800">
                <a:effectLst/>
                <a:latin typeface="Calibri" panose="020F0502020204030204" pitchFamily="34" charset="0"/>
                <a:ea typeface="Aptos" panose="020B0004020202020204" pitchFamily="34" charset="0"/>
              </a:rPr>
              <a:t>-koppen baserades designen på att strömmen är proportionell mot antalet elektroner som samlas i koppen. Koppar valdes som material på grund av dess goda elektriska ledningsförmåga.</a:t>
            </a:r>
          </a:p>
          <a:p>
            <a:pPr marL="457200">
              <a:lnSpc>
                <a:spcPct val="107000"/>
              </a:lnSpc>
            </a:pPr>
            <a:r>
              <a:rPr lang="sv-SE" sz="1800">
                <a:effectLst/>
                <a:latin typeface="Calibri" panose="020F0502020204030204" pitchFamily="34" charset="0"/>
                <a:ea typeface="Aptos" panose="020B0004020202020204" pitchFamily="34" charset="0"/>
              </a:rPr>
              <a:t> </a:t>
            </a:r>
          </a:p>
          <a:p>
            <a:pPr>
              <a:lnSpc>
                <a:spcPct val="107000"/>
              </a:lnSpc>
            </a:pPr>
            <a:r>
              <a:rPr lang="sv-SE" sz="1800">
                <a:effectLst/>
                <a:latin typeface="Calibri" panose="020F0502020204030204" pitchFamily="34" charset="0"/>
                <a:ea typeface="Aptos" panose="020B0004020202020204" pitchFamily="34" charset="0"/>
              </a:rPr>
              <a:t>Anledningen till att koppen gradvis minskar i diameter inåt är för att reducera antalet elektroner som studsar ut ur koppen. Aperturplattan reducerar detta ytterligare, men det krävs tester för att optimera aperturhålets storlek. Materialet valdes som rostfritt stål </a:t>
            </a:r>
            <a:r>
              <a:rPr lang="sv-SE" sz="1800" err="1">
                <a:effectLst/>
                <a:latin typeface="Calibri" panose="020F0502020204030204" pitchFamily="34" charset="0"/>
                <a:ea typeface="Aptos" panose="020B0004020202020204" pitchFamily="34" charset="0"/>
              </a:rPr>
              <a:t>pga</a:t>
            </a:r>
            <a:r>
              <a:rPr lang="sv-SE" sz="1800">
                <a:effectLst/>
                <a:latin typeface="Calibri" panose="020F0502020204030204" pitchFamily="34" charset="0"/>
                <a:ea typeface="Aptos" panose="020B0004020202020204" pitchFamily="34" charset="0"/>
              </a:rPr>
              <a:t> den höga smältpunkten.</a:t>
            </a:r>
          </a:p>
          <a:p>
            <a:pPr marL="457200">
              <a:lnSpc>
                <a:spcPct val="107000"/>
              </a:lnSpc>
            </a:pPr>
            <a:r>
              <a:rPr lang="sv-SE" sz="1800">
                <a:effectLst/>
                <a:latin typeface="Calibri" panose="020F0502020204030204" pitchFamily="34" charset="0"/>
                <a:ea typeface="Aptos" panose="020B0004020202020204" pitchFamily="34" charset="0"/>
              </a:rPr>
              <a:t> </a:t>
            </a:r>
          </a:p>
          <a:p>
            <a:pPr>
              <a:lnSpc>
                <a:spcPct val="107000"/>
              </a:lnSpc>
            </a:pPr>
            <a:r>
              <a:rPr lang="sv-SE" sz="1800">
                <a:effectLst/>
                <a:latin typeface="Calibri" panose="020F0502020204030204" pitchFamily="34" charset="0"/>
                <a:ea typeface="Aptos" panose="020B0004020202020204" pitchFamily="34" charset="0"/>
              </a:rPr>
              <a:t>Ett förslag på att minska förlusten av elektroner är att ladda upp en undertryckningsring runt koppen (eng. </a:t>
            </a:r>
            <a:r>
              <a:rPr lang="sv-SE" sz="1800" err="1">
                <a:effectLst/>
                <a:latin typeface="Calibri" panose="020F0502020204030204" pitchFamily="34" charset="0"/>
                <a:ea typeface="Aptos" panose="020B0004020202020204" pitchFamily="34" charset="0"/>
              </a:rPr>
              <a:t>suppression</a:t>
            </a:r>
            <a:r>
              <a:rPr lang="sv-SE" sz="1800">
                <a:effectLst/>
                <a:latin typeface="Calibri" panose="020F0502020204030204" pitchFamily="34" charset="0"/>
                <a:ea typeface="Aptos" panose="020B0004020202020204" pitchFamily="34" charset="0"/>
              </a:rPr>
              <a:t> ring) med en elektrisk spänning.</a:t>
            </a:r>
          </a:p>
          <a:p>
            <a:pPr marL="457200">
              <a:lnSpc>
                <a:spcPct val="107000"/>
              </a:lnSpc>
            </a:pPr>
            <a:r>
              <a:rPr lang="sv-SE" sz="1800">
                <a:effectLst/>
                <a:latin typeface="Calibri" panose="020F0502020204030204" pitchFamily="34" charset="0"/>
                <a:ea typeface="Aptos" panose="020B0004020202020204" pitchFamily="34" charset="0"/>
              </a:rPr>
              <a:t> </a:t>
            </a:r>
          </a:p>
          <a:p>
            <a:pPr>
              <a:lnSpc>
                <a:spcPct val="107000"/>
              </a:lnSpc>
            </a:pPr>
            <a:r>
              <a:rPr lang="sv-SE" sz="1800">
                <a:effectLst/>
                <a:latin typeface="Calibri" panose="020F0502020204030204" pitchFamily="34" charset="0"/>
                <a:ea typeface="Aptos" panose="020B0004020202020204" pitchFamily="34" charset="0"/>
              </a:rPr>
              <a:t>Ett tänkbart problem som kan uppstå är uppvärmning av koppen, men enligt en opublicerad rapport av </a:t>
            </a:r>
            <a:r>
              <a:rPr lang="sv-SE" sz="1800" err="1">
                <a:effectLst/>
                <a:latin typeface="Calibri" panose="020F0502020204030204" pitchFamily="34" charset="0"/>
                <a:ea typeface="Aptos" panose="020B0004020202020204" pitchFamily="34" charset="0"/>
              </a:rPr>
              <a:t>masterstudenter</a:t>
            </a:r>
            <a:r>
              <a:rPr lang="sv-SE" sz="1800">
                <a:effectLst/>
                <a:latin typeface="Calibri" panose="020F0502020204030204" pitchFamily="34" charset="0"/>
                <a:ea typeface="Aptos" panose="020B0004020202020204" pitchFamily="34" charset="0"/>
              </a:rPr>
              <a:t> på KTH, bör uppvärmning inte vara ett problem med den elektronstrålen som används eftersom koppar har god termisk ledningsförmåga.</a:t>
            </a:r>
          </a:p>
          <a:p>
            <a:pPr marL="457200">
              <a:lnSpc>
                <a:spcPct val="107000"/>
              </a:lnSpc>
            </a:pPr>
            <a:r>
              <a:rPr lang="sv-SE" sz="1800">
                <a:effectLst/>
                <a:latin typeface="Calibri" panose="020F0502020204030204" pitchFamily="34" charset="0"/>
                <a:ea typeface="Aptos" panose="020B0004020202020204" pitchFamily="34" charset="0"/>
              </a:rPr>
              <a:t> </a:t>
            </a:r>
          </a:p>
          <a:p>
            <a:pPr>
              <a:lnSpc>
                <a:spcPct val="107000"/>
              </a:lnSpc>
            </a:pPr>
            <a:r>
              <a:rPr lang="sv-SE" sz="1800">
                <a:effectLst/>
                <a:latin typeface="Calibri" panose="020F0502020204030204" pitchFamily="34" charset="0"/>
                <a:ea typeface="Aptos" panose="020B0004020202020204" pitchFamily="34" charset="0"/>
              </a:rPr>
              <a:t>Stålomslutningen på koppen verkar som ett skydd mot eventuell extern elektromagnetisk interferens som kan störa den uppmätta signalen.</a:t>
            </a:r>
          </a:p>
          <a:p>
            <a:pPr marL="457200">
              <a:lnSpc>
                <a:spcPct val="107000"/>
              </a:lnSpc>
            </a:pPr>
            <a:r>
              <a:rPr lang="sv-SE" sz="1800">
                <a:effectLst/>
                <a:latin typeface="Calibri" panose="020F0502020204030204" pitchFamily="34" charset="0"/>
                <a:ea typeface="Aptos" panose="020B0004020202020204" pitchFamily="34" charset="0"/>
              </a:rPr>
              <a:t> </a:t>
            </a:r>
          </a:p>
          <a:p>
            <a:pPr>
              <a:lnSpc>
                <a:spcPct val="107000"/>
              </a:lnSpc>
            </a:pPr>
            <a:r>
              <a:rPr lang="sv-SE" sz="1800">
                <a:effectLst/>
                <a:latin typeface="Calibri" panose="020F0502020204030204" pitchFamily="34" charset="0"/>
                <a:ea typeface="Aptos" panose="020B0004020202020204" pitchFamily="34" charset="0"/>
              </a:rPr>
              <a:t>En annan möjlig förbättring är att styra strålen </a:t>
            </a:r>
            <a:r>
              <a:rPr lang="sv-SE" sz="1800" err="1">
                <a:effectLst/>
                <a:latin typeface="Calibri" panose="020F0502020204030204" pitchFamily="34" charset="0"/>
                <a:ea typeface="Aptos" panose="020B0004020202020204" pitchFamily="34" charset="0"/>
              </a:rPr>
              <a:t>mha</a:t>
            </a:r>
            <a:r>
              <a:rPr lang="sv-SE" sz="1800">
                <a:effectLst/>
                <a:latin typeface="Calibri" panose="020F0502020204030204" pitchFamily="34" charset="0"/>
                <a:ea typeface="Aptos" panose="020B0004020202020204" pitchFamily="34" charset="0"/>
              </a:rPr>
              <a:t> en </a:t>
            </a:r>
            <a:r>
              <a:rPr lang="sv-SE" sz="1800" err="1">
                <a:effectLst/>
                <a:latin typeface="Calibri" panose="020F0502020204030204" pitchFamily="34" charset="0"/>
                <a:ea typeface="Aptos" panose="020B0004020202020204" pitchFamily="34" charset="0"/>
              </a:rPr>
              <a:t>deflektor</a:t>
            </a:r>
            <a:r>
              <a:rPr lang="sv-SE" sz="1800">
                <a:effectLst/>
                <a:latin typeface="Calibri" panose="020F0502020204030204" pitchFamily="34" charset="0"/>
                <a:ea typeface="Aptos" panose="020B0004020202020204" pitchFamily="34" charset="0"/>
              </a:rPr>
              <a:t>, så att strålen verkligen träffar mitt i koppen.</a:t>
            </a:r>
          </a:p>
          <a:p>
            <a:endParaRPr lang="en-US"/>
          </a:p>
        </p:txBody>
      </p:sp>
    </p:spTree>
    <p:extLst>
      <p:ext uri="{BB962C8B-B14F-4D97-AF65-F5344CB8AC3E}">
        <p14:creationId xmlns:p14="http://schemas.microsoft.com/office/powerpoint/2010/main" val="3062005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Tree>
    <p:extLst>
      <p:ext uri="{BB962C8B-B14F-4D97-AF65-F5344CB8AC3E}">
        <p14:creationId xmlns:p14="http://schemas.microsoft.com/office/powerpoint/2010/main" val="5946011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Tree>
    <p:extLst>
      <p:ext uri="{BB962C8B-B14F-4D97-AF65-F5344CB8AC3E}">
        <p14:creationId xmlns:p14="http://schemas.microsoft.com/office/powerpoint/2010/main" val="2774457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ubrikbild">
    <p:bg>
      <p:bgPr>
        <a:solidFill>
          <a:schemeClr val="accent2"/>
        </a:solidFill>
        <a:effectLst/>
      </p:bgPr>
    </p:bg>
    <p:spTree>
      <p:nvGrpSpPr>
        <p:cNvPr id="1" name=""/>
        <p:cNvGrpSpPr/>
        <p:nvPr/>
      </p:nvGrpSpPr>
      <p:grpSpPr>
        <a:xfrm>
          <a:off x="0" y="0"/>
          <a:ext cx="0" cy="0"/>
          <a:chOff x="0" y="0"/>
          <a:chExt cx="0" cy="0"/>
        </a:xfrm>
      </p:grpSpPr>
      <p:sp>
        <p:nvSpPr>
          <p:cNvPr id="2" name="Rektangulär 1">
            <a:extLst>
              <a:ext uri="{FF2B5EF4-FFF2-40B4-BE49-F238E27FC236}">
                <a16:creationId xmlns:a16="http://schemas.microsoft.com/office/drawing/2014/main" id="{F51C745E-9B5A-59BF-BF50-4F251E39D58D}"/>
              </a:ext>
            </a:extLst>
          </p:cNvPr>
          <p:cNvSpPr/>
          <p:nvPr userDrawn="1"/>
        </p:nvSpPr>
        <p:spPr>
          <a:xfrm>
            <a:off x="304800" y="266701"/>
            <a:ext cx="11582400" cy="63245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sv-SE"/>
            </a:defPPr>
          </a:lstStyle>
          <a:p>
            <a:pPr algn="ctr" rtl="0"/>
            <a:endParaRPr lang="sv-SE"/>
          </a:p>
        </p:txBody>
      </p:sp>
      <p:sp>
        <p:nvSpPr>
          <p:cNvPr id="3" name="Underrubrik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rtlCol="0"/>
          <a:lstStyle>
            <a:lvl1pPr marL="0" indent="0" algn="ctr">
              <a:buNone/>
              <a:defRPr lang="sv-SE" sz="2400" cap="all" baseline="0"/>
            </a:lvl1pPr>
            <a:lvl2pPr marL="457200" indent="0" algn="ctr">
              <a:buNone/>
              <a:defRPr lang="sv-SE" sz="2000"/>
            </a:lvl2pPr>
            <a:lvl3pPr marL="914400" indent="0" algn="ctr">
              <a:buNone/>
              <a:defRPr lang="sv-SE" sz="1800"/>
            </a:lvl3pPr>
            <a:lvl4pPr marL="1371600" indent="0" algn="ctr">
              <a:buNone/>
              <a:defRPr lang="sv-SE" sz="1600"/>
            </a:lvl4pPr>
            <a:lvl5pPr marL="1828800" indent="0" algn="ctr">
              <a:buNone/>
              <a:defRPr lang="sv-SE" sz="1600"/>
            </a:lvl5pPr>
            <a:lvl6pPr marL="2286000" indent="0" algn="ctr">
              <a:buNone/>
              <a:defRPr lang="sv-SE" sz="1600"/>
            </a:lvl6pPr>
            <a:lvl7pPr marL="2743200" indent="0" algn="ctr">
              <a:buNone/>
              <a:defRPr lang="sv-SE" sz="1600"/>
            </a:lvl7pPr>
            <a:lvl8pPr marL="3200400" indent="0" algn="ctr">
              <a:buNone/>
              <a:defRPr lang="sv-SE" sz="1600"/>
            </a:lvl8pPr>
            <a:lvl9pPr marL="3657600" indent="0" algn="ctr">
              <a:buNone/>
              <a:defRPr lang="sv-SE" sz="1600"/>
            </a:lvl9pPr>
          </a:lstStyle>
          <a:p>
            <a:pPr rtl="0"/>
            <a:r>
              <a:rPr lang="en-US"/>
              <a:t>Click to edit Master subtitle style</a:t>
            </a:r>
            <a:endParaRPr lang="sv-SE"/>
          </a:p>
        </p:txBody>
      </p:sp>
      <p:sp>
        <p:nvSpPr>
          <p:cNvPr id="10" name="Platshållare för bild 9">
            <a:extLst>
              <a:ext uri="{FF2B5EF4-FFF2-40B4-BE49-F238E27FC236}">
                <a16:creationId xmlns:a16="http://schemas.microsoft.com/office/drawing/2014/main" id="{F2B4A7EA-9E3F-9CE1-56B5-92F4FDDA6991}"/>
              </a:ext>
            </a:extLst>
          </p:cNvPr>
          <p:cNvSpPr>
            <a:spLocks noGrp="1"/>
          </p:cNvSpPr>
          <p:nvPr>
            <p:ph type="pic" sz="quarter" idx="10"/>
          </p:nvPr>
        </p:nvSpPr>
        <p:spPr>
          <a:xfrm>
            <a:off x="2324100" y="758952"/>
            <a:ext cx="7543800" cy="5029200"/>
          </a:xfrm>
          <a:custGeom>
            <a:avLst/>
            <a:gdLst>
              <a:gd name="connsiteX0" fmla="*/ 3567113 w 7543800"/>
              <a:gd name="connsiteY0" fmla="*/ 4869270 h 5029200"/>
              <a:gd name="connsiteX1" fmla="*/ 3567113 w 7543800"/>
              <a:gd name="connsiteY1" fmla="*/ 4957572 h 5029200"/>
              <a:gd name="connsiteX2" fmla="*/ 3976688 w 7543800"/>
              <a:gd name="connsiteY2" fmla="*/ 4957572 h 5029200"/>
              <a:gd name="connsiteX3" fmla="*/ 3976688 w 7543800"/>
              <a:gd name="connsiteY3" fmla="*/ 4869270 h 5029200"/>
              <a:gd name="connsiteX4" fmla="*/ 0 w 7543800"/>
              <a:gd name="connsiteY4" fmla="*/ 0 h 5029200"/>
              <a:gd name="connsiteX5" fmla="*/ 7543800 w 7543800"/>
              <a:gd name="connsiteY5" fmla="*/ 0 h 5029200"/>
              <a:gd name="connsiteX6" fmla="*/ 7543800 w 7543800"/>
              <a:gd name="connsiteY6" fmla="*/ 5029200 h 5029200"/>
              <a:gd name="connsiteX7" fmla="*/ 0 w 7543800"/>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43800" h="5029200">
                <a:moveTo>
                  <a:pt x="3567113" y="4869270"/>
                </a:moveTo>
                <a:lnTo>
                  <a:pt x="3567113" y="4957572"/>
                </a:lnTo>
                <a:lnTo>
                  <a:pt x="3976688" y="4957572"/>
                </a:lnTo>
                <a:lnTo>
                  <a:pt x="3976688" y="4869270"/>
                </a:lnTo>
                <a:close/>
                <a:moveTo>
                  <a:pt x="0" y="0"/>
                </a:moveTo>
                <a:lnTo>
                  <a:pt x="7543800" y="0"/>
                </a:lnTo>
                <a:lnTo>
                  <a:pt x="7543800" y="5029200"/>
                </a:lnTo>
                <a:lnTo>
                  <a:pt x="0" y="5029200"/>
                </a:lnTo>
                <a:close/>
              </a:path>
            </a:pathLst>
          </a:custGeom>
        </p:spPr>
        <p:txBody>
          <a:bodyPr wrap="square" rtlCol="0">
            <a:noAutofit/>
          </a:bodyPr>
          <a:lstStyle>
            <a:lvl1pPr marL="0" indent="0" algn="ctr">
              <a:buNone/>
              <a:defRPr lang="sv-SE"/>
            </a:lvl1pPr>
          </a:lstStyle>
          <a:p>
            <a:pPr rtl="0"/>
            <a:r>
              <a:rPr lang="en-US"/>
              <a:t>Click icon to add picture</a:t>
            </a:r>
            <a:endParaRPr lang="sv-SE"/>
          </a:p>
        </p:txBody>
      </p:sp>
      <p:sp>
        <p:nvSpPr>
          <p:cNvPr id="9" name="Rubrik 8">
            <a:extLst>
              <a:ext uri="{FF2B5EF4-FFF2-40B4-BE49-F238E27FC236}">
                <a16:creationId xmlns:a16="http://schemas.microsoft.com/office/drawing/2014/main" id="{42398E06-9E0E-BC81-DEB5-1DB2F8635C23}"/>
              </a:ext>
            </a:extLst>
          </p:cNvPr>
          <p:cNvSpPr>
            <a:spLocks noGrp="1"/>
          </p:cNvSpPr>
          <p:nvPr>
            <p:ph type="title"/>
          </p:nvPr>
        </p:nvSpPr>
        <p:spPr>
          <a:xfrm>
            <a:off x="838200" y="3108960"/>
            <a:ext cx="10515600" cy="640080"/>
          </a:xfrm>
        </p:spPr>
        <p:txBody>
          <a:bodyPr rtlCol="0" anchor="ctr"/>
          <a:lstStyle>
            <a:lvl1pPr algn="ctr">
              <a:defRPr lang="sv-SE" sz="6000" spc="300" baseline="0"/>
            </a:lvl1pPr>
          </a:lstStyle>
          <a:p>
            <a:pPr rtl="0"/>
            <a:r>
              <a:rPr lang="en-US"/>
              <a:t>Click to edit Master title style</a:t>
            </a:r>
            <a:endParaRPr lang="sv-SE"/>
          </a:p>
        </p:txBody>
      </p:sp>
      <p:sp>
        <p:nvSpPr>
          <p:cNvPr id="11" name="Rektangulär 10">
            <a:extLst>
              <a:ext uri="{FF2B5EF4-FFF2-40B4-BE49-F238E27FC236}">
                <a16:creationId xmlns:a16="http://schemas.microsoft.com/office/drawing/2014/main" id="{39F70834-CB8D-A95B-D859-6E5B4C6B4F78}"/>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sv-SE"/>
            </a:defPPr>
          </a:lstStyle>
          <a:p>
            <a:pPr algn="ctr" rtl="0"/>
            <a:endParaRPr lang="sv-SE"/>
          </a:p>
        </p:txBody>
      </p:sp>
    </p:spTree>
    <p:extLst>
      <p:ext uri="{BB962C8B-B14F-4D97-AF65-F5344CB8AC3E}">
        <p14:creationId xmlns:p14="http://schemas.microsoft.com/office/powerpoint/2010/main" val="3190691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ubrik och innehåll med bildrätt">
    <p:spTree>
      <p:nvGrpSpPr>
        <p:cNvPr id="1" name=""/>
        <p:cNvGrpSpPr/>
        <p:nvPr/>
      </p:nvGrpSpPr>
      <p:grpSpPr>
        <a:xfrm>
          <a:off x="0" y="0"/>
          <a:ext cx="0" cy="0"/>
          <a:chOff x="0" y="0"/>
          <a:chExt cx="0" cy="0"/>
        </a:xfrm>
      </p:grpSpPr>
      <p:sp>
        <p:nvSpPr>
          <p:cNvPr id="4" name="Rektangulär 3">
            <a:extLst>
              <a:ext uri="{FF2B5EF4-FFF2-40B4-BE49-F238E27FC236}">
                <a16:creationId xmlns:a16="http://schemas.microsoft.com/office/drawing/2014/main" id="{A94B2501-78A9-E41B-7C2D-09F09ADDCB5E}"/>
              </a:ext>
            </a:extLst>
          </p:cNvPr>
          <p:cNvSpPr/>
          <p:nvPr userDrawn="1"/>
        </p:nvSpPr>
        <p:spPr>
          <a:xfrm>
            <a:off x="8610600" y="0"/>
            <a:ext cx="35814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sv-SE"/>
            </a:defPPr>
          </a:lstStyle>
          <a:p>
            <a:pPr algn="ctr" rtl="0"/>
            <a:endParaRPr lang="sv-SE"/>
          </a:p>
        </p:txBody>
      </p:sp>
      <p:sp>
        <p:nvSpPr>
          <p:cNvPr id="12" name="Rektangulär 11">
            <a:extLst>
              <a:ext uri="{FF2B5EF4-FFF2-40B4-BE49-F238E27FC236}">
                <a16:creationId xmlns:a16="http://schemas.microsoft.com/office/drawing/2014/main" id="{BBA0478E-A529-CF4E-CE5C-583ACA20D66C}"/>
              </a:ext>
            </a:extLst>
          </p:cNvPr>
          <p:cNvSpPr/>
          <p:nvPr userDrawn="1"/>
        </p:nvSpPr>
        <p:spPr>
          <a:xfrm>
            <a:off x="4462849" y="685800"/>
            <a:ext cx="7119551" cy="54864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sv-SE"/>
            </a:defPPr>
          </a:lstStyle>
          <a:p>
            <a:pPr algn="ctr" rtl="0"/>
            <a:endParaRPr lang="sv-SE"/>
          </a:p>
        </p:txBody>
      </p:sp>
      <p:sp>
        <p:nvSpPr>
          <p:cNvPr id="2" name="Rubrik 1">
            <a:extLst>
              <a:ext uri="{FF2B5EF4-FFF2-40B4-BE49-F238E27FC236}">
                <a16:creationId xmlns:a16="http://schemas.microsoft.com/office/drawing/2014/main" id="{3CD97974-B93C-4C96-B3F6-F69E3D6DE6CA}"/>
              </a:ext>
            </a:extLst>
          </p:cNvPr>
          <p:cNvSpPr>
            <a:spLocks noGrp="1"/>
          </p:cNvSpPr>
          <p:nvPr>
            <p:ph type="title"/>
          </p:nvPr>
        </p:nvSpPr>
        <p:spPr>
          <a:xfrm>
            <a:off x="1295400" y="1124712"/>
            <a:ext cx="3886200" cy="548640"/>
          </a:xfrm>
        </p:spPr>
        <p:txBody>
          <a:bodyPr rtlCol="0"/>
          <a:lstStyle>
            <a:lvl1pPr>
              <a:defRPr lang="sv-SE" spc="300" baseline="0"/>
            </a:lvl1pPr>
          </a:lstStyle>
          <a:p>
            <a:pPr rtl="0"/>
            <a:r>
              <a:rPr lang="en-US"/>
              <a:t>Click to edit Master title style</a:t>
            </a:r>
            <a:endParaRPr lang="sv-SE"/>
          </a:p>
        </p:txBody>
      </p:sp>
      <p:sp>
        <p:nvSpPr>
          <p:cNvPr id="3" name="Platshållare för innehåll 2">
            <a:extLst>
              <a:ext uri="{FF2B5EF4-FFF2-40B4-BE49-F238E27FC236}">
                <a16:creationId xmlns:a16="http://schemas.microsoft.com/office/drawing/2014/main" id="{8A6FC6F2-80B4-49A7-9448-33FE2DF0E967}"/>
              </a:ext>
            </a:extLst>
          </p:cNvPr>
          <p:cNvSpPr>
            <a:spLocks noGrp="1"/>
          </p:cNvSpPr>
          <p:nvPr>
            <p:ph idx="1"/>
          </p:nvPr>
        </p:nvSpPr>
        <p:spPr>
          <a:xfrm>
            <a:off x="1295400" y="2816352"/>
            <a:ext cx="3602736" cy="3364992"/>
          </a:xfrm>
        </p:spPr>
        <p:txBody>
          <a:bodyPr rtlCol="0"/>
          <a:lstStyle>
            <a:lvl1pPr marL="0" indent="0">
              <a:lnSpc>
                <a:spcPct val="150000"/>
              </a:lnSpc>
              <a:buNone/>
              <a:defRPr lang="sv-SE" sz="2000" cap="all" spc="0" baseline="0"/>
            </a:lvl1pPr>
            <a:lvl2pPr marL="228600">
              <a:defRPr lang="sv-SE" spc="0" baseline="0"/>
            </a:lvl2pPr>
            <a:lvl3pPr marL="457200">
              <a:defRPr lang="sv-SE" spc="0" baseline="0"/>
            </a:lvl3pPr>
            <a:lvl4pPr marL="685800">
              <a:defRPr lang="sv-SE" spc="0" baseline="0"/>
            </a:lvl4pPr>
            <a:lvl5pPr marL="1143000">
              <a:defRPr lang="sv-SE" spc="0" baseline="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sv-SE"/>
          </a:p>
        </p:txBody>
      </p:sp>
      <p:sp>
        <p:nvSpPr>
          <p:cNvPr id="6" name="Textruta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defPPr>
              <a:defRPr lang="sv-SE"/>
            </a:defPPr>
          </a:lstStyle>
          <a:p>
            <a:pPr rtl="0"/>
            <a:endParaRPr lang="sv-SE"/>
          </a:p>
        </p:txBody>
      </p:sp>
      <p:sp>
        <p:nvSpPr>
          <p:cNvPr id="9" name="Platshållare för bildnumm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t>‹#›</a:t>
            </a:fld>
            <a:endParaRPr lang="sv-SE"/>
          </a:p>
        </p:txBody>
      </p:sp>
      <p:sp>
        <p:nvSpPr>
          <p:cNvPr id="10" name="Platshållare för sidfot 9">
            <a:extLst>
              <a:ext uri="{FF2B5EF4-FFF2-40B4-BE49-F238E27FC236}">
                <a16:creationId xmlns:a16="http://schemas.microsoft.com/office/drawing/2014/main" id="{1E607086-83FC-E680-56CD-FD986ACF5B7E}"/>
              </a:ext>
            </a:extLst>
          </p:cNvPr>
          <p:cNvSpPr>
            <a:spLocks noGrp="1"/>
          </p:cNvSpPr>
          <p:nvPr>
            <p:ph type="ftr" sz="quarter" idx="12"/>
          </p:nvPr>
        </p:nvSpPr>
        <p:spPr/>
        <p:txBody>
          <a:bodyPr rtlCol="0"/>
          <a:lstStyle>
            <a:defPPr>
              <a:defRPr lang="sv-SE"/>
            </a:defPPr>
          </a:lstStyle>
          <a:p>
            <a:pPr rtl="0"/>
            <a:r>
              <a:rPr lang="sv-SE"/>
              <a:t>presentationsrubrik</a:t>
            </a:r>
          </a:p>
        </p:txBody>
      </p:sp>
      <p:sp>
        <p:nvSpPr>
          <p:cNvPr id="7" name="Platshållare för bild 6">
            <a:extLst>
              <a:ext uri="{FF2B5EF4-FFF2-40B4-BE49-F238E27FC236}">
                <a16:creationId xmlns:a16="http://schemas.microsoft.com/office/drawing/2014/main" id="{90AD0F96-99DE-C9D9-569E-AE6FC6307EA7}"/>
              </a:ext>
            </a:extLst>
          </p:cNvPr>
          <p:cNvSpPr>
            <a:spLocks noGrp="1"/>
          </p:cNvSpPr>
          <p:nvPr>
            <p:ph type="pic" sz="quarter" idx="13"/>
          </p:nvPr>
        </p:nvSpPr>
        <p:spPr>
          <a:xfrm>
            <a:off x="4946904" y="1188720"/>
            <a:ext cx="6638544" cy="4480560"/>
          </a:xfrm>
          <a:noFill/>
        </p:spPr>
        <p:txBody>
          <a:bodyPr rtlCol="0" anchor="ctr"/>
          <a:lstStyle>
            <a:lvl1pPr marL="0" indent="0" algn="ctr">
              <a:buNone/>
              <a:defRPr lang="sv-SE"/>
            </a:lvl1pPr>
          </a:lstStyle>
          <a:p>
            <a:pPr rtl="0"/>
            <a:r>
              <a:rPr lang="en-US"/>
              <a:t>Click icon to add picture</a:t>
            </a:r>
            <a:endParaRPr lang="sv-SE"/>
          </a:p>
        </p:txBody>
      </p:sp>
      <p:cxnSp>
        <p:nvCxnSpPr>
          <p:cNvPr id="8" name="Rak 7">
            <a:extLst>
              <a:ext uri="{FF2B5EF4-FFF2-40B4-BE49-F238E27FC236}">
                <a16:creationId xmlns:a16="http://schemas.microsoft.com/office/drawing/2014/main" id="{D792E47F-4E2C-B4B2-51F0-43D9D15C5A60}"/>
              </a:ext>
            </a:extLst>
          </p:cNvPr>
          <p:cNvCxnSpPr>
            <a:cxnSpLocks/>
          </p:cNvCxnSpPr>
          <p:nvPr userDrawn="1"/>
        </p:nvCxnSpPr>
        <p:spPr>
          <a:xfrm>
            <a:off x="1295400"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816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ubrik och innehåll">
    <p:bg>
      <p:bgPr>
        <a:solidFill>
          <a:schemeClr val="accent4"/>
        </a:solidFill>
        <a:effectLst/>
      </p:bgPr>
    </p:bg>
    <p:spTree>
      <p:nvGrpSpPr>
        <p:cNvPr id="1" name=""/>
        <p:cNvGrpSpPr/>
        <p:nvPr/>
      </p:nvGrpSpPr>
      <p:grpSpPr>
        <a:xfrm>
          <a:off x="0" y="0"/>
          <a:ext cx="0" cy="0"/>
          <a:chOff x="0" y="0"/>
          <a:chExt cx="0" cy="0"/>
        </a:xfrm>
      </p:grpSpPr>
      <p:sp>
        <p:nvSpPr>
          <p:cNvPr id="12" name="Rektangulär 11">
            <a:extLst>
              <a:ext uri="{FF2B5EF4-FFF2-40B4-BE49-F238E27FC236}">
                <a16:creationId xmlns:a16="http://schemas.microsoft.com/office/drawing/2014/main" id="{BBA0478E-A529-CF4E-CE5C-583ACA20D66C}"/>
              </a:ext>
            </a:extLst>
          </p:cNvPr>
          <p:cNvSpPr/>
          <p:nvPr userDrawn="1"/>
        </p:nvSpPr>
        <p:spPr>
          <a:xfrm>
            <a:off x="3578352" y="0"/>
            <a:ext cx="861364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sv-SE"/>
            </a:defPPr>
          </a:lstStyle>
          <a:p>
            <a:pPr algn="ctr" rtl="0"/>
            <a:endParaRPr lang="sv-SE"/>
          </a:p>
        </p:txBody>
      </p:sp>
      <p:sp>
        <p:nvSpPr>
          <p:cNvPr id="2" name="Rubrik 1">
            <a:extLst>
              <a:ext uri="{FF2B5EF4-FFF2-40B4-BE49-F238E27FC236}">
                <a16:creationId xmlns:a16="http://schemas.microsoft.com/office/drawing/2014/main" id="{3CD97974-B93C-4C96-B3F6-F69E3D6DE6CA}"/>
              </a:ext>
            </a:extLst>
          </p:cNvPr>
          <p:cNvSpPr>
            <a:spLocks noGrp="1"/>
          </p:cNvSpPr>
          <p:nvPr>
            <p:ph type="title"/>
          </p:nvPr>
        </p:nvSpPr>
        <p:spPr>
          <a:xfrm>
            <a:off x="5449824" y="1124712"/>
            <a:ext cx="5760720" cy="548640"/>
          </a:xfrm>
        </p:spPr>
        <p:txBody>
          <a:bodyPr rtlCol="0"/>
          <a:lstStyle>
            <a:lvl1pPr>
              <a:defRPr lang="sv-SE" spc="300" baseline="0"/>
            </a:lvl1pPr>
          </a:lstStyle>
          <a:p>
            <a:pPr rtl="0"/>
            <a:r>
              <a:rPr lang="en-US"/>
              <a:t>Click to edit Master title style</a:t>
            </a:r>
            <a:endParaRPr lang="sv-SE"/>
          </a:p>
        </p:txBody>
      </p:sp>
      <p:sp>
        <p:nvSpPr>
          <p:cNvPr id="3" name="Platshållare för innehåll 2">
            <a:extLst>
              <a:ext uri="{FF2B5EF4-FFF2-40B4-BE49-F238E27FC236}">
                <a16:creationId xmlns:a16="http://schemas.microsoft.com/office/drawing/2014/main" id="{8A6FC6F2-80B4-49A7-9448-33FE2DF0E967}"/>
              </a:ext>
            </a:extLst>
          </p:cNvPr>
          <p:cNvSpPr>
            <a:spLocks noGrp="1"/>
          </p:cNvSpPr>
          <p:nvPr>
            <p:ph idx="1"/>
          </p:nvPr>
        </p:nvSpPr>
        <p:spPr>
          <a:xfrm>
            <a:off x="5449824" y="2889504"/>
            <a:ext cx="5760720" cy="3319272"/>
          </a:xfrm>
        </p:spPr>
        <p:txBody>
          <a:bodyPr rtlCol="0"/>
          <a:lstStyle>
            <a:lvl1pPr marL="0" indent="0">
              <a:lnSpc>
                <a:spcPct val="150000"/>
              </a:lnSpc>
              <a:buNone/>
              <a:defRPr lang="sv-SE" sz="2000" cap="none" spc="0" baseline="0"/>
            </a:lvl1pPr>
            <a:lvl2pPr marL="228600">
              <a:defRPr lang="sv-SE" spc="0" baseline="0"/>
            </a:lvl2pPr>
            <a:lvl3pPr marL="457200">
              <a:defRPr lang="sv-SE" spc="0" baseline="0"/>
            </a:lvl3pPr>
            <a:lvl4pPr marL="685800">
              <a:defRPr lang="sv-SE" spc="0" baseline="0"/>
            </a:lvl4pPr>
            <a:lvl5pPr marL="1143000">
              <a:defRPr lang="sv-SE" spc="0" baseline="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sv-SE"/>
          </a:p>
        </p:txBody>
      </p:sp>
      <p:sp>
        <p:nvSpPr>
          <p:cNvPr id="6" name="Textruta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defPPr>
              <a:defRPr lang="sv-SE"/>
            </a:defPPr>
          </a:lstStyle>
          <a:p>
            <a:pPr rtl="0"/>
            <a:endParaRPr lang="sv-SE"/>
          </a:p>
        </p:txBody>
      </p:sp>
      <p:sp>
        <p:nvSpPr>
          <p:cNvPr id="9" name="Platshållare för bildnumm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rtlCol="0"/>
          <a:lstStyle>
            <a:lvl1pPr>
              <a:defRPr lang="sv-SE">
                <a:solidFill>
                  <a:schemeClr val="bg1"/>
                </a:solidFill>
              </a:defRPr>
            </a:lvl1pPr>
          </a:lstStyle>
          <a:p>
            <a:pPr rtl="0"/>
            <a:fld id="{75DF2D63-3FF5-D547-96B9-BE9CCD1ABA58}" type="slidenum">
              <a:rPr lang="sv-SE" smtClean="0"/>
              <a:pPr rtl="0"/>
              <a:t>‹#›</a:t>
            </a:fld>
            <a:endParaRPr lang="sv-SE"/>
          </a:p>
        </p:txBody>
      </p:sp>
      <p:sp>
        <p:nvSpPr>
          <p:cNvPr id="10" name="Platshållare för sidfot 9">
            <a:extLst>
              <a:ext uri="{FF2B5EF4-FFF2-40B4-BE49-F238E27FC236}">
                <a16:creationId xmlns:a16="http://schemas.microsoft.com/office/drawing/2014/main" id="{1E607086-83FC-E680-56CD-FD986ACF5B7E}"/>
              </a:ext>
            </a:extLst>
          </p:cNvPr>
          <p:cNvSpPr>
            <a:spLocks noGrp="1"/>
          </p:cNvSpPr>
          <p:nvPr>
            <p:ph type="ftr" sz="quarter" idx="12"/>
          </p:nvPr>
        </p:nvSpPr>
        <p:spPr/>
        <p:txBody>
          <a:bodyPr rtlCol="0"/>
          <a:lstStyle>
            <a:lvl1pPr>
              <a:defRPr lang="sv-SE">
                <a:solidFill>
                  <a:schemeClr val="bg1"/>
                </a:solidFill>
              </a:defRPr>
            </a:lvl1pPr>
          </a:lstStyle>
          <a:p>
            <a:pPr rtl="0"/>
            <a:r>
              <a:rPr lang="sv-SE"/>
              <a:t>presentationsrubrik</a:t>
            </a:r>
          </a:p>
        </p:txBody>
      </p:sp>
      <p:sp>
        <p:nvSpPr>
          <p:cNvPr id="7" name="Platshållare för bild 6">
            <a:extLst>
              <a:ext uri="{FF2B5EF4-FFF2-40B4-BE49-F238E27FC236}">
                <a16:creationId xmlns:a16="http://schemas.microsoft.com/office/drawing/2014/main" id="{90AD0F96-99DE-C9D9-569E-AE6FC6307EA7}"/>
              </a:ext>
            </a:extLst>
          </p:cNvPr>
          <p:cNvSpPr>
            <a:spLocks noGrp="1"/>
          </p:cNvSpPr>
          <p:nvPr>
            <p:ph type="pic" sz="quarter" idx="13"/>
          </p:nvPr>
        </p:nvSpPr>
        <p:spPr>
          <a:xfrm>
            <a:off x="1298448" y="1828800"/>
            <a:ext cx="3200400" cy="3200400"/>
          </a:xfrm>
          <a:prstGeom prst="ellipse">
            <a:avLst/>
          </a:prstGeom>
          <a:noFill/>
        </p:spPr>
        <p:txBody>
          <a:bodyPr rtlCol="0" anchor="ctr"/>
          <a:lstStyle>
            <a:lvl1pPr marL="0" indent="0" algn="ctr">
              <a:buNone/>
              <a:defRPr lang="sv-SE"/>
            </a:lvl1pPr>
          </a:lstStyle>
          <a:p>
            <a:pPr rtl="0"/>
            <a:r>
              <a:rPr lang="en-US"/>
              <a:t>Click icon to add picture</a:t>
            </a:r>
            <a:endParaRPr lang="sv-SE"/>
          </a:p>
        </p:txBody>
      </p:sp>
      <p:cxnSp>
        <p:nvCxnSpPr>
          <p:cNvPr id="11" name="Rak 10">
            <a:extLst>
              <a:ext uri="{FF2B5EF4-FFF2-40B4-BE49-F238E27FC236}">
                <a16:creationId xmlns:a16="http://schemas.microsoft.com/office/drawing/2014/main" id="{F036BAAC-D89F-682D-12A3-1C31F92F0FAF}"/>
              </a:ext>
            </a:extLst>
          </p:cNvPr>
          <p:cNvCxnSpPr>
            <a:cxnSpLocks/>
          </p:cNvCxnSpPr>
          <p:nvPr userDrawn="1"/>
        </p:nvCxnSpPr>
        <p:spPr>
          <a:xfrm>
            <a:off x="649224" y="2667000"/>
            <a:ext cx="0" cy="31242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Rak 4">
            <a:extLst>
              <a:ext uri="{FF2B5EF4-FFF2-40B4-BE49-F238E27FC236}">
                <a16:creationId xmlns:a16="http://schemas.microsoft.com/office/drawing/2014/main" id="{6F877625-E710-6DF2-3E49-374C6DD8DBC0}"/>
              </a:ext>
            </a:extLst>
          </p:cNvPr>
          <p:cNvCxnSpPr>
            <a:cxnSpLocks/>
          </p:cNvCxnSpPr>
          <p:nvPr userDrawn="1"/>
        </p:nvCxnSpPr>
        <p:spPr>
          <a:xfrm>
            <a:off x="5447344"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7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vsnittsrubrik">
    <p:bg>
      <p:bgPr>
        <a:solidFill>
          <a:schemeClr val="accent2"/>
        </a:solidFill>
        <a:effectLst/>
      </p:bgPr>
    </p:bg>
    <p:spTree>
      <p:nvGrpSpPr>
        <p:cNvPr id="1" name=""/>
        <p:cNvGrpSpPr/>
        <p:nvPr/>
      </p:nvGrpSpPr>
      <p:grpSpPr>
        <a:xfrm>
          <a:off x="0" y="0"/>
          <a:ext cx="0" cy="0"/>
          <a:chOff x="0" y="0"/>
          <a:chExt cx="0" cy="0"/>
        </a:xfrm>
      </p:grpSpPr>
      <p:sp>
        <p:nvSpPr>
          <p:cNvPr id="10" name="Platshållare för bild 9">
            <a:extLst>
              <a:ext uri="{FF2B5EF4-FFF2-40B4-BE49-F238E27FC236}">
                <a16:creationId xmlns:a16="http://schemas.microsoft.com/office/drawing/2014/main" id="{ED0AC02C-19A4-4754-CC96-34357DEFF55D}"/>
              </a:ext>
            </a:extLst>
          </p:cNvPr>
          <p:cNvSpPr>
            <a:spLocks noGrp="1"/>
          </p:cNvSpPr>
          <p:nvPr>
            <p:ph type="pic" sz="quarter" idx="10"/>
          </p:nvPr>
        </p:nvSpPr>
        <p:spPr>
          <a:xfrm>
            <a:off x="1527048" y="1481328"/>
            <a:ext cx="9144000" cy="3886200"/>
          </a:xfrm>
          <a:custGeom>
            <a:avLst/>
            <a:gdLst>
              <a:gd name="connsiteX0" fmla="*/ 6521576 w 9144000"/>
              <a:gd name="connsiteY0" fmla="*/ 2811867 h 3886200"/>
              <a:gd name="connsiteX1" fmla="*/ 6521576 w 9144000"/>
              <a:gd name="connsiteY1" fmla="*/ 2900169 h 3886200"/>
              <a:gd name="connsiteX2" fmla="*/ 6931151 w 9144000"/>
              <a:gd name="connsiteY2" fmla="*/ 2900169 h 3886200"/>
              <a:gd name="connsiteX3" fmla="*/ 6931151 w 9144000"/>
              <a:gd name="connsiteY3" fmla="*/ 2811867 h 3886200"/>
              <a:gd name="connsiteX4" fmla="*/ 0 w 9144000"/>
              <a:gd name="connsiteY4" fmla="*/ 0 h 3886200"/>
              <a:gd name="connsiteX5" fmla="*/ 9144000 w 9144000"/>
              <a:gd name="connsiteY5" fmla="*/ 0 h 3886200"/>
              <a:gd name="connsiteX6" fmla="*/ 9144000 w 9144000"/>
              <a:gd name="connsiteY6" fmla="*/ 3886200 h 3886200"/>
              <a:gd name="connsiteX7" fmla="*/ 0 w 9144000"/>
              <a:gd name="connsiteY7" fmla="*/ 3886200 h 388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3886200">
                <a:moveTo>
                  <a:pt x="6521576" y="2811867"/>
                </a:moveTo>
                <a:lnTo>
                  <a:pt x="6521576" y="2900169"/>
                </a:lnTo>
                <a:lnTo>
                  <a:pt x="6931151" y="2900169"/>
                </a:lnTo>
                <a:lnTo>
                  <a:pt x="6931151" y="2811867"/>
                </a:lnTo>
                <a:close/>
                <a:moveTo>
                  <a:pt x="0" y="0"/>
                </a:moveTo>
                <a:lnTo>
                  <a:pt x="9144000" y="0"/>
                </a:lnTo>
                <a:lnTo>
                  <a:pt x="9144000" y="3886200"/>
                </a:lnTo>
                <a:lnTo>
                  <a:pt x="0" y="3886200"/>
                </a:lnTo>
                <a:close/>
              </a:path>
            </a:pathLst>
          </a:custGeom>
        </p:spPr>
        <p:txBody>
          <a:bodyPr wrap="square" rtlCol="0">
            <a:noAutofit/>
          </a:bodyPr>
          <a:lstStyle>
            <a:defPPr>
              <a:defRPr lang="sv-SE"/>
            </a:defPPr>
          </a:lstStyle>
          <a:p>
            <a:pPr rtl="0"/>
            <a:r>
              <a:rPr lang="en-US"/>
              <a:t>Click icon to add picture</a:t>
            </a:r>
            <a:endParaRPr lang="sv-SE"/>
          </a:p>
        </p:txBody>
      </p:sp>
      <p:sp>
        <p:nvSpPr>
          <p:cNvPr id="2" name="Rubrik 1">
            <a:extLst>
              <a:ext uri="{FF2B5EF4-FFF2-40B4-BE49-F238E27FC236}">
                <a16:creationId xmlns:a16="http://schemas.microsoft.com/office/drawing/2014/main" id="{A2DFA2E8-50A1-4465-AC33-6FAC0E7736E9}"/>
              </a:ext>
            </a:extLst>
          </p:cNvPr>
          <p:cNvSpPr>
            <a:spLocks noGrp="1"/>
          </p:cNvSpPr>
          <p:nvPr>
            <p:ph type="title"/>
          </p:nvPr>
        </p:nvSpPr>
        <p:spPr>
          <a:xfrm>
            <a:off x="2040636" y="3200400"/>
            <a:ext cx="8110728" cy="457200"/>
          </a:xfrm>
        </p:spPr>
        <p:txBody>
          <a:bodyPr rtlCol="0" anchor="ctr"/>
          <a:lstStyle>
            <a:lvl1pPr algn="ctr">
              <a:defRPr lang="sv-SE" sz="4800" spc="300" baseline="0"/>
            </a:lvl1pPr>
          </a:lstStyle>
          <a:p>
            <a:pPr rtl="0"/>
            <a:r>
              <a:rPr lang="en-US"/>
              <a:t>Click to edit Master title style</a:t>
            </a:r>
            <a:endParaRPr lang="sv-SE"/>
          </a:p>
        </p:txBody>
      </p:sp>
      <p:sp>
        <p:nvSpPr>
          <p:cNvPr id="3" name="Platshållare för text 2">
            <a:extLst>
              <a:ext uri="{FF2B5EF4-FFF2-40B4-BE49-F238E27FC236}">
                <a16:creationId xmlns:a16="http://schemas.microsoft.com/office/drawing/2014/main" id="{2E65DE34-CDB7-41F7-A95A-592B99558C69}"/>
              </a:ext>
            </a:extLst>
          </p:cNvPr>
          <p:cNvSpPr>
            <a:spLocks noGrp="1"/>
          </p:cNvSpPr>
          <p:nvPr>
            <p:ph type="body" idx="1"/>
          </p:nvPr>
        </p:nvSpPr>
        <p:spPr>
          <a:xfrm>
            <a:off x="8046720" y="4745736"/>
            <a:ext cx="1389888" cy="1280160"/>
          </a:xfrm>
        </p:spPr>
        <p:txBody>
          <a:bodyPr rtlCol="0"/>
          <a:lstStyle>
            <a:lvl1pPr marL="0" indent="0">
              <a:buNone/>
              <a:defRPr lang="sv-SE" sz="2400" cap="all" baseline="0">
                <a:solidFill>
                  <a:schemeClr val="tx1"/>
                </a:solidFill>
              </a:defRPr>
            </a:lvl1pPr>
            <a:lvl2pPr marL="457200" indent="0">
              <a:buNone/>
              <a:defRPr lang="sv-SE" sz="2000">
                <a:solidFill>
                  <a:schemeClr val="tx1">
                    <a:tint val="75000"/>
                  </a:schemeClr>
                </a:solidFill>
              </a:defRPr>
            </a:lvl2pPr>
            <a:lvl3pPr marL="914400" indent="0">
              <a:buNone/>
              <a:defRPr lang="sv-SE" sz="1800">
                <a:solidFill>
                  <a:schemeClr val="tx1">
                    <a:tint val="75000"/>
                  </a:schemeClr>
                </a:solidFill>
              </a:defRPr>
            </a:lvl3pPr>
            <a:lvl4pPr marL="1371600" indent="0">
              <a:buNone/>
              <a:defRPr lang="sv-SE" sz="1600">
                <a:solidFill>
                  <a:schemeClr val="tx1">
                    <a:tint val="75000"/>
                  </a:schemeClr>
                </a:solidFill>
              </a:defRPr>
            </a:lvl4pPr>
            <a:lvl5pPr marL="1828800" indent="0">
              <a:buNone/>
              <a:defRPr lang="sv-SE" sz="1600">
                <a:solidFill>
                  <a:schemeClr val="tx1">
                    <a:tint val="75000"/>
                  </a:schemeClr>
                </a:solidFill>
              </a:defRPr>
            </a:lvl5pPr>
            <a:lvl6pPr marL="2286000" indent="0">
              <a:buNone/>
              <a:defRPr lang="sv-SE" sz="1600">
                <a:solidFill>
                  <a:schemeClr val="tx1">
                    <a:tint val="75000"/>
                  </a:schemeClr>
                </a:solidFill>
              </a:defRPr>
            </a:lvl6pPr>
            <a:lvl7pPr marL="2743200" indent="0">
              <a:buNone/>
              <a:defRPr lang="sv-SE" sz="1600">
                <a:solidFill>
                  <a:schemeClr val="tx1">
                    <a:tint val="75000"/>
                  </a:schemeClr>
                </a:solidFill>
              </a:defRPr>
            </a:lvl7pPr>
            <a:lvl8pPr marL="3200400" indent="0">
              <a:buNone/>
              <a:defRPr lang="sv-SE" sz="1600">
                <a:solidFill>
                  <a:schemeClr val="tx1">
                    <a:tint val="75000"/>
                  </a:schemeClr>
                </a:solidFill>
              </a:defRPr>
            </a:lvl8pPr>
            <a:lvl9pPr marL="3657600" indent="0">
              <a:buNone/>
              <a:defRPr lang="sv-SE" sz="1600">
                <a:solidFill>
                  <a:schemeClr val="tx1">
                    <a:tint val="75000"/>
                  </a:schemeClr>
                </a:solidFill>
              </a:defRPr>
            </a:lvl9pPr>
          </a:lstStyle>
          <a:p>
            <a:pPr lvl="0" rtl="0"/>
            <a:r>
              <a:rPr lang="en-US"/>
              <a:t>Click to edit Master text styles</a:t>
            </a:r>
          </a:p>
        </p:txBody>
      </p:sp>
      <p:sp>
        <p:nvSpPr>
          <p:cNvPr id="12" name="Rektangulär 11">
            <a:extLst>
              <a:ext uri="{FF2B5EF4-FFF2-40B4-BE49-F238E27FC236}">
                <a16:creationId xmlns:a16="http://schemas.microsoft.com/office/drawing/2014/main" id="{42E7004C-CFEF-6E88-A3C1-60FBC7F8CD13}"/>
              </a:ext>
            </a:extLst>
          </p:cNvPr>
          <p:cNvSpPr/>
          <p:nvPr userDrawn="1"/>
        </p:nvSpPr>
        <p:spPr>
          <a:xfrm>
            <a:off x="8048624" y="4293195"/>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sv-SE"/>
            </a:defPPr>
          </a:lstStyle>
          <a:p>
            <a:pPr algn="ctr" rtl="0"/>
            <a:endParaRPr lang="sv-SE"/>
          </a:p>
        </p:txBody>
      </p:sp>
    </p:spTree>
    <p:extLst>
      <p:ext uri="{BB962C8B-B14F-4D97-AF65-F5344CB8AC3E}">
        <p14:creationId xmlns:p14="http://schemas.microsoft.com/office/powerpoint/2010/main" val="340031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Rubrik och innehåll 2">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CD97974-B93C-4C96-B3F6-F69E3D6DE6CA}"/>
              </a:ext>
            </a:extLst>
          </p:cNvPr>
          <p:cNvSpPr>
            <a:spLocks noGrp="1"/>
          </p:cNvSpPr>
          <p:nvPr>
            <p:ph type="title"/>
          </p:nvPr>
        </p:nvSpPr>
        <p:spPr>
          <a:xfrm>
            <a:off x="1295399" y="609600"/>
            <a:ext cx="10058400" cy="914400"/>
          </a:xfrm>
        </p:spPr>
        <p:txBody>
          <a:bodyPr rtlCol="0"/>
          <a:lstStyle>
            <a:lvl1pPr>
              <a:defRPr lang="sv-SE" spc="300"/>
            </a:lvl1pPr>
          </a:lstStyle>
          <a:p>
            <a:pPr rtl="0"/>
            <a:r>
              <a:rPr lang="en-US"/>
              <a:t>Click to edit Master title style</a:t>
            </a:r>
            <a:endParaRPr lang="sv-SE"/>
          </a:p>
        </p:txBody>
      </p:sp>
      <p:sp>
        <p:nvSpPr>
          <p:cNvPr id="3" name="Platshållare för innehåll 2">
            <a:extLst>
              <a:ext uri="{FF2B5EF4-FFF2-40B4-BE49-F238E27FC236}">
                <a16:creationId xmlns:a16="http://schemas.microsoft.com/office/drawing/2014/main" id="{8A6FC6F2-80B4-49A7-9448-33FE2DF0E967}"/>
              </a:ext>
            </a:extLst>
          </p:cNvPr>
          <p:cNvSpPr>
            <a:spLocks noGrp="1"/>
          </p:cNvSpPr>
          <p:nvPr>
            <p:ph idx="1"/>
          </p:nvPr>
        </p:nvSpPr>
        <p:spPr>
          <a:xfrm>
            <a:off x="1295400" y="1855945"/>
            <a:ext cx="9820656" cy="4352544"/>
          </a:xfrm>
        </p:spPr>
        <p:txBody>
          <a:bodyPr rtlCol="0"/>
          <a:lstStyle>
            <a:lvl1pPr>
              <a:defRPr lang="sv-SE" spc="0" baseline="0"/>
            </a:lvl1pPr>
            <a:lvl2pPr>
              <a:defRPr lang="sv-SE" spc="0" baseline="0"/>
            </a:lvl2pPr>
            <a:lvl3pPr>
              <a:defRPr lang="sv-SE" spc="0" baseline="0"/>
            </a:lvl3pPr>
            <a:lvl4pPr>
              <a:defRPr lang="sv-SE" spc="0" baseline="0"/>
            </a:lvl4pPr>
            <a:lvl5pPr>
              <a:defRPr lang="sv-SE" spc="0" baseline="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sv-SE"/>
          </a:p>
        </p:txBody>
      </p:sp>
      <p:sp>
        <p:nvSpPr>
          <p:cNvPr id="6" name="Textruta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defPPr>
              <a:defRPr lang="sv-SE"/>
            </a:defPPr>
          </a:lstStyle>
          <a:p>
            <a:pPr rtl="0"/>
            <a:endParaRPr lang="sv-SE"/>
          </a:p>
        </p:txBody>
      </p:sp>
      <p:sp>
        <p:nvSpPr>
          <p:cNvPr id="9" name="Platshållare för bildnumm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t>‹#›</a:t>
            </a:fld>
            <a:endParaRPr lang="sv-SE"/>
          </a:p>
        </p:txBody>
      </p:sp>
      <p:sp>
        <p:nvSpPr>
          <p:cNvPr id="10" name="Platshållare för sidfot 9">
            <a:extLst>
              <a:ext uri="{FF2B5EF4-FFF2-40B4-BE49-F238E27FC236}">
                <a16:creationId xmlns:a16="http://schemas.microsoft.com/office/drawing/2014/main" id="{1E607086-83FC-E680-56CD-FD986ACF5B7E}"/>
              </a:ext>
            </a:extLst>
          </p:cNvPr>
          <p:cNvSpPr>
            <a:spLocks noGrp="1"/>
          </p:cNvSpPr>
          <p:nvPr>
            <p:ph type="ftr" sz="quarter" idx="12"/>
          </p:nvPr>
        </p:nvSpPr>
        <p:spPr/>
        <p:txBody>
          <a:bodyPr rtlCol="0"/>
          <a:lstStyle>
            <a:defPPr>
              <a:defRPr lang="sv-SE"/>
            </a:defPPr>
          </a:lstStyle>
          <a:p>
            <a:pPr rtl="0"/>
            <a:r>
              <a:rPr lang="sv-SE"/>
              <a:t>presentationsrubrik</a:t>
            </a:r>
          </a:p>
        </p:txBody>
      </p:sp>
    </p:spTree>
    <p:extLst>
      <p:ext uri="{BB962C8B-B14F-4D97-AF65-F5344CB8AC3E}">
        <p14:creationId xmlns:p14="http://schemas.microsoft.com/office/powerpoint/2010/main" val="1521339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Rubrik och innehåll 3">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CD97974-B93C-4C96-B3F6-F69E3D6DE6CA}"/>
              </a:ext>
            </a:extLst>
          </p:cNvPr>
          <p:cNvSpPr>
            <a:spLocks noGrp="1"/>
          </p:cNvSpPr>
          <p:nvPr>
            <p:ph type="title"/>
          </p:nvPr>
        </p:nvSpPr>
        <p:spPr>
          <a:xfrm>
            <a:off x="1188720" y="609600"/>
            <a:ext cx="9829800" cy="914400"/>
          </a:xfrm>
        </p:spPr>
        <p:txBody>
          <a:bodyPr rtlCol="0"/>
          <a:lstStyle>
            <a:lvl1pPr algn="ctr">
              <a:defRPr lang="sv-SE" spc="300"/>
            </a:lvl1pPr>
          </a:lstStyle>
          <a:p>
            <a:pPr rtl="0"/>
            <a:r>
              <a:rPr lang="en-US"/>
              <a:t>Click to edit Master title style</a:t>
            </a:r>
            <a:endParaRPr lang="sv-SE"/>
          </a:p>
        </p:txBody>
      </p:sp>
      <p:sp>
        <p:nvSpPr>
          <p:cNvPr id="3" name="Platshållare för innehåll 2">
            <a:extLst>
              <a:ext uri="{FF2B5EF4-FFF2-40B4-BE49-F238E27FC236}">
                <a16:creationId xmlns:a16="http://schemas.microsoft.com/office/drawing/2014/main" id="{8A6FC6F2-80B4-49A7-9448-33FE2DF0E967}"/>
              </a:ext>
            </a:extLst>
          </p:cNvPr>
          <p:cNvSpPr>
            <a:spLocks noGrp="1"/>
          </p:cNvSpPr>
          <p:nvPr>
            <p:ph idx="1"/>
          </p:nvPr>
        </p:nvSpPr>
        <p:spPr>
          <a:xfrm>
            <a:off x="1188720" y="1746504"/>
            <a:ext cx="9829800" cy="4352544"/>
          </a:xfrm>
        </p:spPr>
        <p:txBody>
          <a:bodyPr rtlCol="0"/>
          <a:lstStyle>
            <a:lvl1pPr>
              <a:defRPr lang="sv-SE" spc="0" baseline="0"/>
            </a:lvl1pPr>
            <a:lvl2pPr>
              <a:defRPr lang="sv-SE" spc="0" baseline="0"/>
            </a:lvl2pPr>
            <a:lvl3pPr>
              <a:defRPr lang="sv-SE" spc="0" baseline="0"/>
            </a:lvl3pPr>
            <a:lvl4pPr>
              <a:defRPr lang="sv-SE" spc="0" baseline="0"/>
            </a:lvl4pPr>
            <a:lvl5pPr>
              <a:defRPr lang="sv-SE" spc="0" baseline="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sv-SE"/>
          </a:p>
        </p:txBody>
      </p:sp>
      <p:sp>
        <p:nvSpPr>
          <p:cNvPr id="6" name="Textruta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defPPr>
              <a:defRPr lang="sv-SE"/>
            </a:defPPr>
          </a:lstStyle>
          <a:p>
            <a:pPr rtl="0"/>
            <a:endParaRPr lang="sv-SE"/>
          </a:p>
        </p:txBody>
      </p:sp>
      <p:sp>
        <p:nvSpPr>
          <p:cNvPr id="9" name="Platshållare för bildnumm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t>‹#›</a:t>
            </a:fld>
            <a:endParaRPr lang="sv-SE"/>
          </a:p>
        </p:txBody>
      </p:sp>
      <p:sp>
        <p:nvSpPr>
          <p:cNvPr id="10" name="Platshållare för sidfot 9">
            <a:extLst>
              <a:ext uri="{FF2B5EF4-FFF2-40B4-BE49-F238E27FC236}">
                <a16:creationId xmlns:a16="http://schemas.microsoft.com/office/drawing/2014/main" id="{1E607086-83FC-E680-56CD-FD986ACF5B7E}"/>
              </a:ext>
            </a:extLst>
          </p:cNvPr>
          <p:cNvSpPr>
            <a:spLocks noGrp="1"/>
          </p:cNvSpPr>
          <p:nvPr>
            <p:ph type="ftr" sz="quarter" idx="12"/>
          </p:nvPr>
        </p:nvSpPr>
        <p:spPr/>
        <p:txBody>
          <a:bodyPr rtlCol="0"/>
          <a:lstStyle>
            <a:defPPr>
              <a:defRPr lang="sv-SE"/>
            </a:defPPr>
          </a:lstStyle>
          <a:p>
            <a:pPr rtl="0"/>
            <a:r>
              <a:rPr lang="sv-SE"/>
              <a:t>presentationsrubrik</a:t>
            </a:r>
          </a:p>
        </p:txBody>
      </p:sp>
    </p:spTree>
    <p:extLst>
      <p:ext uri="{BB962C8B-B14F-4D97-AF65-F5344CB8AC3E}">
        <p14:creationId xmlns:p14="http://schemas.microsoft.com/office/powerpoint/2010/main" val="1641840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t">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defPPr>
              <a:defRPr lang="sv-SE"/>
            </a:defPPr>
          </a:lstStyle>
          <a:p>
            <a:pPr rtl="0"/>
            <a:endParaRPr lang="sv-SE"/>
          </a:p>
        </p:txBody>
      </p:sp>
      <p:sp>
        <p:nvSpPr>
          <p:cNvPr id="9" name="Platshållare för bildnumm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t>‹#›</a:t>
            </a:fld>
            <a:endParaRPr lang="sv-SE"/>
          </a:p>
        </p:txBody>
      </p:sp>
      <p:sp>
        <p:nvSpPr>
          <p:cNvPr id="10" name="Platshållare för sidfot 9">
            <a:extLst>
              <a:ext uri="{FF2B5EF4-FFF2-40B4-BE49-F238E27FC236}">
                <a16:creationId xmlns:a16="http://schemas.microsoft.com/office/drawing/2014/main" id="{1E607086-83FC-E680-56CD-FD986ACF5B7E}"/>
              </a:ext>
            </a:extLst>
          </p:cNvPr>
          <p:cNvSpPr>
            <a:spLocks noGrp="1"/>
          </p:cNvSpPr>
          <p:nvPr>
            <p:ph type="ftr" sz="quarter" idx="12"/>
          </p:nvPr>
        </p:nvSpPr>
        <p:spPr/>
        <p:txBody>
          <a:bodyPr rtlCol="0"/>
          <a:lstStyle>
            <a:defPPr>
              <a:defRPr lang="sv-SE"/>
            </a:defPPr>
          </a:lstStyle>
          <a:p>
            <a:pPr rtl="0"/>
            <a:r>
              <a:rPr lang="sv-SE"/>
              <a:t>presentationsrubrik</a:t>
            </a:r>
          </a:p>
        </p:txBody>
      </p:sp>
      <p:sp>
        <p:nvSpPr>
          <p:cNvPr id="5" name="Platshållare för bild 4">
            <a:extLst>
              <a:ext uri="{FF2B5EF4-FFF2-40B4-BE49-F238E27FC236}">
                <a16:creationId xmlns:a16="http://schemas.microsoft.com/office/drawing/2014/main" id="{B7811310-A21F-0BFB-8198-22EDFCF9F45B}"/>
              </a:ext>
            </a:extLst>
          </p:cNvPr>
          <p:cNvSpPr>
            <a:spLocks noGrp="1"/>
          </p:cNvSpPr>
          <p:nvPr>
            <p:ph type="pic" sz="quarter" idx="10"/>
          </p:nvPr>
        </p:nvSpPr>
        <p:spPr>
          <a:xfrm>
            <a:off x="5370576" y="658368"/>
            <a:ext cx="6821424" cy="3346704"/>
          </a:xfrm>
          <a:prstGeom prst="rect">
            <a:avLst/>
          </a:prstGeom>
        </p:spPr>
        <p:txBody>
          <a:bodyPr wrap="square" rtlCol="0">
            <a:noAutofit/>
          </a:bodyPr>
          <a:lstStyle>
            <a:defPPr>
              <a:defRPr lang="sv-SE"/>
            </a:defPPr>
          </a:lstStyle>
          <a:p>
            <a:pPr rtl="0"/>
            <a:r>
              <a:rPr lang="en-US"/>
              <a:t>Click icon to add picture</a:t>
            </a:r>
            <a:endParaRPr lang="sv-SE"/>
          </a:p>
        </p:txBody>
      </p:sp>
      <p:cxnSp>
        <p:nvCxnSpPr>
          <p:cNvPr id="7" name="Rak 6">
            <a:extLst>
              <a:ext uri="{FF2B5EF4-FFF2-40B4-BE49-F238E27FC236}">
                <a16:creationId xmlns:a16="http://schemas.microsoft.com/office/drawing/2014/main" id="{A73D2EFC-F14F-5508-06EE-4E5B5C535E16}"/>
              </a:ext>
            </a:extLst>
          </p:cNvPr>
          <p:cNvCxnSpPr>
            <a:cxnSpLocks/>
          </p:cNvCxnSpPr>
          <p:nvPr userDrawn="1"/>
        </p:nvCxnSpPr>
        <p:spPr>
          <a:xfrm>
            <a:off x="1819102" y="554884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Underrubrik 2">
            <a:extLst>
              <a:ext uri="{FF2B5EF4-FFF2-40B4-BE49-F238E27FC236}">
                <a16:creationId xmlns:a16="http://schemas.microsoft.com/office/drawing/2014/main" id="{28A6ACFB-D620-056D-1C62-903C5FBCEBCF}"/>
              </a:ext>
            </a:extLst>
          </p:cNvPr>
          <p:cNvSpPr>
            <a:spLocks noGrp="1"/>
          </p:cNvSpPr>
          <p:nvPr>
            <p:ph type="subTitle" idx="1"/>
          </p:nvPr>
        </p:nvSpPr>
        <p:spPr>
          <a:xfrm>
            <a:off x="1819656" y="5943600"/>
            <a:ext cx="4809744" cy="256032"/>
          </a:xfrm>
        </p:spPr>
        <p:txBody>
          <a:bodyPr rtlCol="0"/>
          <a:lstStyle>
            <a:lvl1pPr marL="0" indent="0" algn="l">
              <a:buNone/>
              <a:defRPr lang="sv-SE" sz="2000" cap="all" spc="200" baseline="0">
                <a:latin typeface="+mj-lt"/>
              </a:defRPr>
            </a:lvl1pPr>
            <a:lvl2pPr marL="457200" indent="0" algn="ctr">
              <a:buNone/>
              <a:defRPr lang="sv-SE" sz="2000"/>
            </a:lvl2pPr>
            <a:lvl3pPr marL="914400" indent="0" algn="ctr">
              <a:buNone/>
              <a:defRPr lang="sv-SE" sz="1800"/>
            </a:lvl3pPr>
            <a:lvl4pPr marL="1371600" indent="0" algn="ctr">
              <a:buNone/>
              <a:defRPr lang="sv-SE" sz="1600"/>
            </a:lvl4pPr>
            <a:lvl5pPr marL="1828800" indent="0" algn="ctr">
              <a:buNone/>
              <a:defRPr lang="sv-SE" sz="1600"/>
            </a:lvl5pPr>
            <a:lvl6pPr marL="2286000" indent="0" algn="ctr">
              <a:buNone/>
              <a:defRPr lang="sv-SE" sz="1600"/>
            </a:lvl6pPr>
            <a:lvl7pPr marL="2743200" indent="0" algn="ctr">
              <a:buNone/>
              <a:defRPr lang="sv-SE" sz="1600"/>
            </a:lvl7pPr>
            <a:lvl8pPr marL="3200400" indent="0" algn="ctr">
              <a:buNone/>
              <a:defRPr lang="sv-SE" sz="1600"/>
            </a:lvl8pPr>
            <a:lvl9pPr marL="3657600" indent="0" algn="ctr">
              <a:buNone/>
              <a:defRPr lang="sv-SE" sz="1600"/>
            </a:lvl9pPr>
          </a:lstStyle>
          <a:p>
            <a:pPr rtl="0"/>
            <a:r>
              <a:rPr lang="en-US"/>
              <a:t>Click to edit Master subtitle style</a:t>
            </a:r>
            <a:endParaRPr lang="sv-SE"/>
          </a:p>
        </p:txBody>
      </p:sp>
      <p:sp>
        <p:nvSpPr>
          <p:cNvPr id="2" name="Rubrik 1">
            <a:extLst>
              <a:ext uri="{FF2B5EF4-FFF2-40B4-BE49-F238E27FC236}">
                <a16:creationId xmlns:a16="http://schemas.microsoft.com/office/drawing/2014/main" id="{3CD97974-B93C-4C96-B3F6-F69E3D6DE6CA}"/>
              </a:ext>
            </a:extLst>
          </p:cNvPr>
          <p:cNvSpPr>
            <a:spLocks noGrp="1"/>
          </p:cNvSpPr>
          <p:nvPr>
            <p:ph type="title"/>
          </p:nvPr>
        </p:nvSpPr>
        <p:spPr>
          <a:xfrm>
            <a:off x="1819656" y="2459736"/>
            <a:ext cx="5157216" cy="2670048"/>
          </a:xfrm>
        </p:spPr>
        <p:txBody>
          <a:bodyPr rtlCol="0" anchor="b"/>
          <a:lstStyle>
            <a:lvl1pPr algn="l">
              <a:lnSpc>
                <a:spcPts val="5200"/>
              </a:lnSpc>
              <a:defRPr lang="sv-SE" sz="3600" spc="0" baseline="0">
                <a:latin typeface="+mn-lt"/>
              </a:defRPr>
            </a:lvl1pPr>
          </a:lstStyle>
          <a:p>
            <a:pPr rtl="0"/>
            <a:r>
              <a:rPr lang="en-US"/>
              <a:t>Click to edit Master title style</a:t>
            </a:r>
            <a:endParaRPr lang="sv-SE"/>
          </a:p>
        </p:txBody>
      </p:sp>
    </p:spTree>
    <p:extLst>
      <p:ext uri="{BB962C8B-B14F-4D97-AF65-F5344CB8AC3E}">
        <p14:creationId xmlns:p14="http://schemas.microsoft.com/office/powerpoint/2010/main" val="340618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021824" cy="539496"/>
          </a:xfrm>
        </p:spPr>
        <p:txBody>
          <a:bodyPr rtlCol="0"/>
          <a:lstStyle>
            <a:lvl1pPr algn="ctr">
              <a:defRPr lang="sv-SE"/>
            </a:lvl1pPr>
          </a:lstStyle>
          <a:p>
            <a:pPr rtl="0"/>
            <a:r>
              <a:rPr lang="en-US"/>
              <a:t>Click to edit Master title style</a:t>
            </a:r>
            <a:endParaRPr lang="sv-SE"/>
          </a:p>
        </p:txBody>
      </p:sp>
      <p:sp>
        <p:nvSpPr>
          <p:cNvPr id="3" name="Platshållare för bildnumm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rtlCol="0"/>
          <a:lstStyle>
            <a:defPPr>
              <a:defRPr lang="sv-SE"/>
            </a:defPPr>
          </a:lstStyle>
          <a:p>
            <a:pPr rtl="0"/>
            <a:fld id="{75DF2D63-3FF5-D547-96B9-BE9CCD1ABA58}" type="slidenum">
              <a:rPr lang="sv-SE" smtClean="0"/>
              <a:pPr rtl="0"/>
              <a:t>‹#›</a:t>
            </a:fld>
            <a:endParaRPr lang="sv-SE"/>
          </a:p>
        </p:txBody>
      </p:sp>
      <p:sp>
        <p:nvSpPr>
          <p:cNvPr id="4" name="Platshållare för sidfot 3">
            <a:extLst>
              <a:ext uri="{FF2B5EF4-FFF2-40B4-BE49-F238E27FC236}">
                <a16:creationId xmlns:a16="http://schemas.microsoft.com/office/drawing/2014/main" id="{56746F73-AB2D-A55B-67FD-85A2F20D50E8}"/>
              </a:ext>
            </a:extLst>
          </p:cNvPr>
          <p:cNvSpPr>
            <a:spLocks noGrp="1"/>
          </p:cNvSpPr>
          <p:nvPr>
            <p:ph type="ftr" sz="quarter" idx="11"/>
          </p:nvPr>
        </p:nvSpPr>
        <p:spPr/>
        <p:txBody>
          <a:bodyPr rtlCol="0"/>
          <a:lstStyle>
            <a:defPPr>
              <a:defRPr lang="sv-SE"/>
            </a:defPPr>
          </a:lstStyle>
          <a:p>
            <a:pPr rtl="0"/>
            <a:r>
              <a:rPr lang="sv-SE"/>
              <a:t>presentationsrubrik</a:t>
            </a:r>
          </a:p>
        </p:txBody>
      </p:sp>
      <p:sp>
        <p:nvSpPr>
          <p:cNvPr id="5" name="Platshållare för bild 8">
            <a:extLst>
              <a:ext uri="{FF2B5EF4-FFF2-40B4-BE49-F238E27FC236}">
                <a16:creationId xmlns:a16="http://schemas.microsoft.com/office/drawing/2014/main" id="{6F01F221-54DA-6EF2-D9DE-2B9A7AB60B1C}"/>
              </a:ext>
            </a:extLst>
          </p:cNvPr>
          <p:cNvSpPr>
            <a:spLocks noGrp="1"/>
          </p:cNvSpPr>
          <p:nvPr>
            <p:ph type="pic" sz="quarter" idx="12"/>
          </p:nvPr>
        </p:nvSpPr>
        <p:spPr>
          <a:xfrm>
            <a:off x="1298448" y="2441448"/>
            <a:ext cx="1828800" cy="1828800"/>
          </a:xfrm>
          <a:prstGeom prst="ellipse">
            <a:avLst/>
          </a:prstGeom>
        </p:spPr>
        <p:txBody>
          <a:bodyPr rtlCol="0" anchor="ctr">
            <a:noAutofit/>
          </a:bodyPr>
          <a:lstStyle>
            <a:lvl1pPr marL="0" indent="0" algn="ctr">
              <a:buNone/>
              <a:defRPr lang="sv-SE" sz="1600"/>
            </a:lvl1pPr>
          </a:lstStyle>
          <a:p>
            <a:pPr rtl="0"/>
            <a:r>
              <a:rPr lang="en-US"/>
              <a:t>Click icon to add picture</a:t>
            </a:r>
            <a:endParaRPr lang="sv-SE"/>
          </a:p>
        </p:txBody>
      </p:sp>
      <p:sp>
        <p:nvSpPr>
          <p:cNvPr id="6" name="Platshållare för bild 8">
            <a:extLst>
              <a:ext uri="{FF2B5EF4-FFF2-40B4-BE49-F238E27FC236}">
                <a16:creationId xmlns:a16="http://schemas.microsoft.com/office/drawing/2014/main" id="{9BEECCD2-A0EF-0622-7377-A2BAE978656E}"/>
              </a:ext>
            </a:extLst>
          </p:cNvPr>
          <p:cNvSpPr>
            <a:spLocks noGrp="1"/>
          </p:cNvSpPr>
          <p:nvPr>
            <p:ph type="pic" sz="quarter" idx="13"/>
          </p:nvPr>
        </p:nvSpPr>
        <p:spPr>
          <a:xfrm>
            <a:off x="3886200" y="2441448"/>
            <a:ext cx="1828800" cy="1828800"/>
          </a:xfrm>
          <a:prstGeom prst="ellipse">
            <a:avLst/>
          </a:prstGeom>
        </p:spPr>
        <p:txBody>
          <a:bodyPr rtlCol="0" anchor="ctr">
            <a:noAutofit/>
          </a:bodyPr>
          <a:lstStyle>
            <a:lvl1pPr marL="0" indent="0" algn="ctr">
              <a:buNone/>
              <a:defRPr lang="sv-SE" sz="1600"/>
            </a:lvl1pPr>
          </a:lstStyle>
          <a:p>
            <a:pPr rtl="0"/>
            <a:r>
              <a:rPr lang="en-US"/>
              <a:t>Click icon to add picture</a:t>
            </a:r>
            <a:endParaRPr lang="sv-SE"/>
          </a:p>
        </p:txBody>
      </p:sp>
      <p:sp>
        <p:nvSpPr>
          <p:cNvPr id="7" name="Platshållare för bild 8">
            <a:extLst>
              <a:ext uri="{FF2B5EF4-FFF2-40B4-BE49-F238E27FC236}">
                <a16:creationId xmlns:a16="http://schemas.microsoft.com/office/drawing/2014/main" id="{DDD9A982-D940-ADB7-F949-B3898D1984E6}"/>
              </a:ext>
            </a:extLst>
          </p:cNvPr>
          <p:cNvSpPr>
            <a:spLocks noGrp="1"/>
          </p:cNvSpPr>
          <p:nvPr>
            <p:ph type="pic" sz="quarter" idx="14"/>
          </p:nvPr>
        </p:nvSpPr>
        <p:spPr>
          <a:xfrm>
            <a:off x="6473952" y="2441448"/>
            <a:ext cx="1828800" cy="1828800"/>
          </a:xfrm>
          <a:prstGeom prst="ellipse">
            <a:avLst/>
          </a:prstGeom>
        </p:spPr>
        <p:txBody>
          <a:bodyPr rtlCol="0" anchor="ctr">
            <a:noAutofit/>
          </a:bodyPr>
          <a:lstStyle>
            <a:lvl1pPr marL="0" indent="0" algn="ctr">
              <a:buNone/>
              <a:defRPr lang="sv-SE" sz="1600"/>
            </a:lvl1pPr>
          </a:lstStyle>
          <a:p>
            <a:pPr rtl="0"/>
            <a:r>
              <a:rPr lang="en-US"/>
              <a:t>Click icon to add picture</a:t>
            </a:r>
            <a:endParaRPr lang="sv-SE"/>
          </a:p>
        </p:txBody>
      </p:sp>
      <p:sp>
        <p:nvSpPr>
          <p:cNvPr id="8" name="Platshållare för bild 8">
            <a:extLst>
              <a:ext uri="{FF2B5EF4-FFF2-40B4-BE49-F238E27FC236}">
                <a16:creationId xmlns:a16="http://schemas.microsoft.com/office/drawing/2014/main" id="{492630AD-4FA0-C5D3-DC29-AE0E67CB6CAA}"/>
              </a:ext>
            </a:extLst>
          </p:cNvPr>
          <p:cNvSpPr>
            <a:spLocks noGrp="1"/>
          </p:cNvSpPr>
          <p:nvPr>
            <p:ph type="pic" sz="quarter" idx="15"/>
          </p:nvPr>
        </p:nvSpPr>
        <p:spPr>
          <a:xfrm>
            <a:off x="9034272" y="2441448"/>
            <a:ext cx="1828800" cy="1828800"/>
          </a:xfrm>
          <a:prstGeom prst="ellipse">
            <a:avLst/>
          </a:prstGeom>
        </p:spPr>
        <p:txBody>
          <a:bodyPr rtlCol="0" anchor="ctr">
            <a:noAutofit/>
          </a:bodyPr>
          <a:lstStyle>
            <a:lvl1pPr marL="0" indent="0" algn="ctr">
              <a:buNone/>
              <a:defRPr lang="sv-SE" sz="1600"/>
            </a:lvl1pPr>
          </a:lstStyle>
          <a:p>
            <a:pPr rtl="0"/>
            <a:r>
              <a:rPr lang="en-US"/>
              <a:t>Click icon to add picture</a:t>
            </a:r>
            <a:endParaRPr lang="sv-SE"/>
          </a:p>
        </p:txBody>
      </p:sp>
      <p:sp>
        <p:nvSpPr>
          <p:cNvPr id="9" name="Platshållare för text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4974336"/>
            <a:ext cx="1828800" cy="539496"/>
          </a:xfrm>
        </p:spPr>
        <p:txBody>
          <a:bodyPr lIns="0" tIns="0" rIns="0" bIns="0" rtlCol="0" anchor="b">
            <a:noAutofit/>
          </a:bodyPr>
          <a:lstStyle>
            <a:lvl1pPr marL="0" indent="0" algn="ctr">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10" name="Platshållare för text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5596128"/>
            <a:ext cx="1828800" cy="347472"/>
          </a:xfrm>
        </p:spPr>
        <p:txBody>
          <a:bodyPr lIns="0" tIns="0" rIns="0" bIns="0" rtlCol="0" anchor="t">
            <a:noAutofit/>
          </a:bodyPr>
          <a:lstStyle>
            <a:lvl1pPr marL="0" indent="0" algn="ctr">
              <a:lnSpc>
                <a:spcPct val="100000"/>
              </a:lnSpc>
              <a:spcBef>
                <a:spcPts val="0"/>
              </a:spcBef>
              <a:buNone/>
              <a:defRPr lang="sv-SE" sz="1400" b="0">
                <a:solidFill>
                  <a:schemeClr val="tx1"/>
                </a:solidFill>
                <a:latin typeface="+mn-lt"/>
              </a:defRPr>
            </a:lvl1pPr>
          </a:lstStyle>
          <a:p>
            <a:pPr lvl="0" rtl="0"/>
            <a:r>
              <a:rPr lang="en-US"/>
              <a:t>Click to edit Master text styles</a:t>
            </a:r>
          </a:p>
        </p:txBody>
      </p:sp>
      <p:sp>
        <p:nvSpPr>
          <p:cNvPr id="11" name="Platshållare för text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4974336"/>
            <a:ext cx="1828800" cy="539496"/>
          </a:xfrm>
        </p:spPr>
        <p:txBody>
          <a:bodyPr lIns="0" tIns="0" rIns="0" bIns="0" rtlCol="0" anchor="b">
            <a:noAutofit/>
          </a:bodyPr>
          <a:lstStyle>
            <a:lvl1pPr marL="0" indent="0" algn="ctr">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12" name="Platshållare för text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5596128"/>
            <a:ext cx="1828800" cy="347472"/>
          </a:xfrm>
        </p:spPr>
        <p:txBody>
          <a:bodyPr lIns="0" tIns="0" rIns="0" bIns="0" rtlCol="0" anchor="t">
            <a:noAutofit/>
          </a:bodyPr>
          <a:lstStyle>
            <a:lvl1pPr marL="0" indent="0" algn="ctr">
              <a:lnSpc>
                <a:spcPct val="100000"/>
              </a:lnSpc>
              <a:spcBef>
                <a:spcPts val="0"/>
              </a:spcBef>
              <a:buNone/>
              <a:defRPr lang="sv-SE" sz="1400" b="0">
                <a:solidFill>
                  <a:schemeClr val="tx1"/>
                </a:solidFill>
                <a:latin typeface="+mn-lt"/>
              </a:defRPr>
            </a:lvl1pPr>
          </a:lstStyle>
          <a:p>
            <a:pPr lvl="0" rtl="0"/>
            <a:r>
              <a:rPr lang="en-US"/>
              <a:t>Click to edit Master text styles</a:t>
            </a:r>
          </a:p>
        </p:txBody>
      </p:sp>
      <p:sp>
        <p:nvSpPr>
          <p:cNvPr id="13" name="Platshållare för text 13">
            <a:extLst>
              <a:ext uri="{FF2B5EF4-FFF2-40B4-BE49-F238E27FC236}">
                <a16:creationId xmlns:a16="http://schemas.microsoft.com/office/drawing/2014/main" id="{8E685B28-FC51-9FE8-2F7E-C8255BD75945}"/>
              </a:ext>
            </a:extLst>
          </p:cNvPr>
          <p:cNvSpPr>
            <a:spLocks noGrp="1"/>
          </p:cNvSpPr>
          <p:nvPr>
            <p:ph type="body" sz="quarter" idx="20"/>
          </p:nvPr>
        </p:nvSpPr>
        <p:spPr>
          <a:xfrm>
            <a:off x="6473952" y="4974336"/>
            <a:ext cx="1828800" cy="539496"/>
          </a:xfrm>
        </p:spPr>
        <p:txBody>
          <a:bodyPr lIns="0" tIns="0" rIns="0" bIns="0" rtlCol="0" anchor="b">
            <a:noAutofit/>
          </a:bodyPr>
          <a:lstStyle>
            <a:lvl1pPr marL="0" indent="0" algn="ctr">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14" name="Platshållare för text 13">
            <a:extLst>
              <a:ext uri="{FF2B5EF4-FFF2-40B4-BE49-F238E27FC236}">
                <a16:creationId xmlns:a16="http://schemas.microsoft.com/office/drawing/2014/main" id="{B472F1E6-DAE5-AE6D-F688-575FC243CD0C}"/>
              </a:ext>
            </a:extLst>
          </p:cNvPr>
          <p:cNvSpPr>
            <a:spLocks noGrp="1"/>
          </p:cNvSpPr>
          <p:nvPr>
            <p:ph type="body" sz="quarter" idx="21"/>
          </p:nvPr>
        </p:nvSpPr>
        <p:spPr>
          <a:xfrm>
            <a:off x="6473952" y="5596128"/>
            <a:ext cx="1828800" cy="347472"/>
          </a:xfrm>
        </p:spPr>
        <p:txBody>
          <a:bodyPr lIns="0" tIns="0" rIns="0" bIns="0" rtlCol="0" anchor="t">
            <a:noAutofit/>
          </a:bodyPr>
          <a:lstStyle>
            <a:lvl1pPr marL="0" indent="0" algn="ctr">
              <a:lnSpc>
                <a:spcPct val="100000"/>
              </a:lnSpc>
              <a:spcBef>
                <a:spcPts val="0"/>
              </a:spcBef>
              <a:buNone/>
              <a:defRPr lang="sv-SE" sz="1400" b="0">
                <a:solidFill>
                  <a:schemeClr val="tx1"/>
                </a:solidFill>
                <a:latin typeface="+mn-lt"/>
              </a:defRPr>
            </a:lvl1pPr>
          </a:lstStyle>
          <a:p>
            <a:pPr lvl="0" rtl="0"/>
            <a:r>
              <a:rPr lang="en-US"/>
              <a:t>Click to edit Master text styles</a:t>
            </a:r>
          </a:p>
        </p:txBody>
      </p:sp>
      <p:sp>
        <p:nvSpPr>
          <p:cNvPr id="15" name="Platshållare för text 13">
            <a:extLst>
              <a:ext uri="{FF2B5EF4-FFF2-40B4-BE49-F238E27FC236}">
                <a16:creationId xmlns:a16="http://schemas.microsoft.com/office/drawing/2014/main" id="{7138E486-F729-AEC8-0C2D-44FA21EDC617}"/>
              </a:ext>
            </a:extLst>
          </p:cNvPr>
          <p:cNvSpPr>
            <a:spLocks noGrp="1"/>
          </p:cNvSpPr>
          <p:nvPr>
            <p:ph type="body" sz="quarter" idx="22"/>
          </p:nvPr>
        </p:nvSpPr>
        <p:spPr>
          <a:xfrm>
            <a:off x="9070848" y="4974336"/>
            <a:ext cx="1828800" cy="539496"/>
          </a:xfrm>
        </p:spPr>
        <p:txBody>
          <a:bodyPr lIns="0" tIns="0" rIns="0" bIns="0" rtlCol="0" anchor="b">
            <a:noAutofit/>
          </a:bodyPr>
          <a:lstStyle>
            <a:lvl1pPr marL="0" indent="0" algn="ctr">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16" name="Platshållare för text 13">
            <a:extLst>
              <a:ext uri="{FF2B5EF4-FFF2-40B4-BE49-F238E27FC236}">
                <a16:creationId xmlns:a16="http://schemas.microsoft.com/office/drawing/2014/main" id="{0F182FA8-4DA0-527F-89C3-96D9A996F2C7}"/>
              </a:ext>
            </a:extLst>
          </p:cNvPr>
          <p:cNvSpPr>
            <a:spLocks noGrp="1"/>
          </p:cNvSpPr>
          <p:nvPr>
            <p:ph type="body" sz="quarter" idx="23"/>
          </p:nvPr>
        </p:nvSpPr>
        <p:spPr>
          <a:xfrm>
            <a:off x="9070848" y="5596128"/>
            <a:ext cx="1828800" cy="347472"/>
          </a:xfrm>
        </p:spPr>
        <p:txBody>
          <a:bodyPr lIns="0" tIns="0" rIns="0" bIns="0" rtlCol="0" anchor="t">
            <a:noAutofit/>
          </a:bodyPr>
          <a:lstStyle>
            <a:lvl1pPr marL="0" indent="0" algn="ctr">
              <a:lnSpc>
                <a:spcPct val="100000"/>
              </a:lnSpc>
              <a:spcBef>
                <a:spcPts val="0"/>
              </a:spcBef>
              <a:buNone/>
              <a:defRPr lang="sv-SE" sz="1400" b="0">
                <a:solidFill>
                  <a:schemeClr val="tx1"/>
                </a:solidFill>
                <a:latin typeface="+mn-lt"/>
              </a:defRPr>
            </a:lvl1pPr>
          </a:lstStyle>
          <a:p>
            <a:pPr lvl="0" rtl="0"/>
            <a:r>
              <a:rPr lang="en-US"/>
              <a:t>Click to edit Master text styles</a:t>
            </a:r>
          </a:p>
        </p:txBody>
      </p:sp>
      <p:cxnSp>
        <p:nvCxnSpPr>
          <p:cNvPr id="18" name="Rak 17">
            <a:extLst>
              <a:ext uri="{FF2B5EF4-FFF2-40B4-BE49-F238E27FC236}">
                <a16:creationId xmlns:a16="http://schemas.microsoft.com/office/drawing/2014/main" id="{B6E73E07-0346-2BA8-44BC-6CB3BDEAAA99}"/>
              </a:ext>
            </a:extLst>
          </p:cNvPr>
          <p:cNvCxnSpPr>
            <a:cxnSpLocks/>
          </p:cNvCxnSpPr>
          <p:nvPr userDrawn="1"/>
        </p:nvCxnSpPr>
        <p:spPr>
          <a:xfrm>
            <a:off x="4592478"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Rak 18">
            <a:extLst>
              <a:ext uri="{FF2B5EF4-FFF2-40B4-BE49-F238E27FC236}">
                <a16:creationId xmlns:a16="http://schemas.microsoft.com/office/drawing/2014/main" id="{56E62977-27C7-5882-6A33-75257911D09A}"/>
              </a:ext>
            </a:extLst>
          </p:cNvPr>
          <p:cNvCxnSpPr>
            <a:cxnSpLocks/>
          </p:cNvCxnSpPr>
          <p:nvPr userDrawn="1"/>
        </p:nvCxnSpPr>
        <p:spPr>
          <a:xfrm>
            <a:off x="2004720"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Rak 19">
            <a:extLst>
              <a:ext uri="{FF2B5EF4-FFF2-40B4-BE49-F238E27FC236}">
                <a16:creationId xmlns:a16="http://schemas.microsoft.com/office/drawing/2014/main" id="{E705476C-2972-A423-7282-BABA9AAB32E6}"/>
              </a:ext>
            </a:extLst>
          </p:cNvPr>
          <p:cNvCxnSpPr>
            <a:cxnSpLocks/>
          </p:cNvCxnSpPr>
          <p:nvPr userDrawn="1"/>
        </p:nvCxnSpPr>
        <p:spPr>
          <a:xfrm>
            <a:off x="9737699"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Rak 20">
            <a:extLst>
              <a:ext uri="{FF2B5EF4-FFF2-40B4-BE49-F238E27FC236}">
                <a16:creationId xmlns:a16="http://schemas.microsoft.com/office/drawing/2014/main" id="{DE0D781B-3CB4-A523-427F-3D444B28E60E}"/>
              </a:ext>
            </a:extLst>
          </p:cNvPr>
          <p:cNvCxnSpPr>
            <a:cxnSpLocks/>
          </p:cNvCxnSpPr>
          <p:nvPr userDrawn="1"/>
        </p:nvCxnSpPr>
        <p:spPr>
          <a:xfrm>
            <a:off x="7183278"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048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332720" cy="539496"/>
          </a:xfrm>
        </p:spPr>
        <p:txBody>
          <a:bodyPr rtlCol="0"/>
          <a:lstStyle>
            <a:lvl1pPr algn="ctr">
              <a:defRPr lang="sv-SE"/>
            </a:lvl1pPr>
          </a:lstStyle>
          <a:p>
            <a:pPr rtl="0"/>
            <a:r>
              <a:rPr lang="en-US"/>
              <a:t>Click to edit Master title style</a:t>
            </a:r>
            <a:endParaRPr lang="sv-SE"/>
          </a:p>
        </p:txBody>
      </p:sp>
      <p:sp>
        <p:nvSpPr>
          <p:cNvPr id="3" name="Platshållare för bildnumm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rtlCol="0"/>
          <a:lstStyle>
            <a:defPPr>
              <a:defRPr lang="sv-SE"/>
            </a:defPPr>
          </a:lstStyle>
          <a:p>
            <a:pPr rtl="0"/>
            <a:fld id="{75DF2D63-3FF5-D547-96B9-BE9CCD1ABA58}" type="slidenum">
              <a:rPr lang="sv-SE" smtClean="0"/>
              <a:pPr rtl="0"/>
              <a:t>‹#›</a:t>
            </a:fld>
            <a:endParaRPr lang="sv-SE"/>
          </a:p>
        </p:txBody>
      </p:sp>
      <p:sp>
        <p:nvSpPr>
          <p:cNvPr id="4" name="Platshållare för sidfot 3">
            <a:extLst>
              <a:ext uri="{FF2B5EF4-FFF2-40B4-BE49-F238E27FC236}">
                <a16:creationId xmlns:a16="http://schemas.microsoft.com/office/drawing/2014/main" id="{56746F73-AB2D-A55B-67FD-85A2F20D50E8}"/>
              </a:ext>
            </a:extLst>
          </p:cNvPr>
          <p:cNvSpPr>
            <a:spLocks noGrp="1"/>
          </p:cNvSpPr>
          <p:nvPr>
            <p:ph type="ftr" sz="quarter" idx="11"/>
          </p:nvPr>
        </p:nvSpPr>
        <p:spPr/>
        <p:txBody>
          <a:bodyPr rtlCol="0"/>
          <a:lstStyle>
            <a:defPPr>
              <a:defRPr lang="sv-SE"/>
            </a:defPPr>
          </a:lstStyle>
          <a:p>
            <a:pPr rtl="0"/>
            <a:r>
              <a:rPr lang="sv-SE"/>
              <a:t>presentationsrubrik</a:t>
            </a:r>
          </a:p>
        </p:txBody>
      </p:sp>
      <p:sp>
        <p:nvSpPr>
          <p:cNvPr id="5" name="Platshållare för bild 8">
            <a:extLst>
              <a:ext uri="{FF2B5EF4-FFF2-40B4-BE49-F238E27FC236}">
                <a16:creationId xmlns:a16="http://schemas.microsoft.com/office/drawing/2014/main" id="{6F01F221-54DA-6EF2-D9DE-2B9A7AB60B1C}"/>
              </a:ext>
            </a:extLst>
          </p:cNvPr>
          <p:cNvSpPr>
            <a:spLocks noGrp="1"/>
          </p:cNvSpPr>
          <p:nvPr>
            <p:ph type="pic" sz="quarter" idx="12"/>
          </p:nvPr>
        </p:nvSpPr>
        <p:spPr>
          <a:xfrm>
            <a:off x="1636776" y="1755648"/>
            <a:ext cx="1143000" cy="1143000"/>
          </a:xfrm>
          <a:prstGeom prst="ellipse">
            <a:avLst/>
          </a:prstGeom>
        </p:spPr>
        <p:txBody>
          <a:bodyPr rtlCol="0" anchor="ctr">
            <a:noAutofit/>
          </a:bodyPr>
          <a:lstStyle>
            <a:lvl1pPr marL="0" indent="0" algn="ctr">
              <a:buNone/>
              <a:defRPr lang="sv-SE" sz="1600"/>
            </a:lvl1pPr>
          </a:lstStyle>
          <a:p>
            <a:pPr rtl="0"/>
            <a:r>
              <a:rPr lang="en-US"/>
              <a:t>Click icon to add picture</a:t>
            </a:r>
            <a:endParaRPr lang="sv-SE"/>
          </a:p>
        </p:txBody>
      </p:sp>
      <p:sp>
        <p:nvSpPr>
          <p:cNvPr id="6" name="Platshållare för bild 8">
            <a:extLst>
              <a:ext uri="{FF2B5EF4-FFF2-40B4-BE49-F238E27FC236}">
                <a16:creationId xmlns:a16="http://schemas.microsoft.com/office/drawing/2014/main" id="{9BEECCD2-A0EF-0622-7377-A2BAE978656E}"/>
              </a:ext>
            </a:extLst>
          </p:cNvPr>
          <p:cNvSpPr>
            <a:spLocks noGrp="1"/>
          </p:cNvSpPr>
          <p:nvPr>
            <p:ph type="pic" sz="quarter" idx="13"/>
          </p:nvPr>
        </p:nvSpPr>
        <p:spPr>
          <a:xfrm>
            <a:off x="4224528" y="1755648"/>
            <a:ext cx="1143000" cy="1143000"/>
          </a:xfrm>
          <a:prstGeom prst="ellipse">
            <a:avLst/>
          </a:prstGeom>
        </p:spPr>
        <p:txBody>
          <a:bodyPr rtlCol="0" anchor="ctr">
            <a:noAutofit/>
          </a:bodyPr>
          <a:lstStyle>
            <a:lvl1pPr marL="0" indent="0" algn="ctr">
              <a:buNone/>
              <a:defRPr lang="sv-SE" sz="1600"/>
            </a:lvl1pPr>
          </a:lstStyle>
          <a:p>
            <a:pPr rtl="0"/>
            <a:r>
              <a:rPr lang="en-US"/>
              <a:t>Click icon to add picture</a:t>
            </a:r>
            <a:endParaRPr lang="sv-SE"/>
          </a:p>
        </p:txBody>
      </p:sp>
      <p:sp>
        <p:nvSpPr>
          <p:cNvPr id="7" name="Platshållare för bild 8">
            <a:extLst>
              <a:ext uri="{FF2B5EF4-FFF2-40B4-BE49-F238E27FC236}">
                <a16:creationId xmlns:a16="http://schemas.microsoft.com/office/drawing/2014/main" id="{DDD9A982-D940-ADB7-F949-B3898D1984E6}"/>
              </a:ext>
            </a:extLst>
          </p:cNvPr>
          <p:cNvSpPr>
            <a:spLocks noGrp="1"/>
          </p:cNvSpPr>
          <p:nvPr>
            <p:ph type="pic" sz="quarter" idx="14"/>
          </p:nvPr>
        </p:nvSpPr>
        <p:spPr>
          <a:xfrm>
            <a:off x="6848856" y="1755648"/>
            <a:ext cx="1143000" cy="1143000"/>
          </a:xfrm>
          <a:prstGeom prst="ellipse">
            <a:avLst/>
          </a:prstGeom>
        </p:spPr>
        <p:txBody>
          <a:bodyPr rtlCol="0" anchor="ctr">
            <a:noAutofit/>
          </a:bodyPr>
          <a:lstStyle>
            <a:lvl1pPr marL="0" indent="0" algn="ctr">
              <a:buNone/>
              <a:defRPr lang="sv-SE" sz="1600"/>
            </a:lvl1pPr>
          </a:lstStyle>
          <a:p>
            <a:pPr rtl="0"/>
            <a:r>
              <a:rPr lang="en-US"/>
              <a:t>Click icon to add picture</a:t>
            </a:r>
            <a:endParaRPr lang="sv-SE"/>
          </a:p>
        </p:txBody>
      </p:sp>
      <p:sp>
        <p:nvSpPr>
          <p:cNvPr id="8" name="Platshållare för bild 8">
            <a:extLst>
              <a:ext uri="{FF2B5EF4-FFF2-40B4-BE49-F238E27FC236}">
                <a16:creationId xmlns:a16="http://schemas.microsoft.com/office/drawing/2014/main" id="{492630AD-4FA0-C5D3-DC29-AE0E67CB6CAA}"/>
              </a:ext>
            </a:extLst>
          </p:cNvPr>
          <p:cNvSpPr>
            <a:spLocks noGrp="1"/>
          </p:cNvSpPr>
          <p:nvPr>
            <p:ph type="pic" sz="quarter" idx="15"/>
          </p:nvPr>
        </p:nvSpPr>
        <p:spPr>
          <a:xfrm>
            <a:off x="9381744" y="1755648"/>
            <a:ext cx="1143000" cy="1143000"/>
          </a:xfrm>
          <a:prstGeom prst="ellipse">
            <a:avLst/>
          </a:prstGeom>
        </p:spPr>
        <p:txBody>
          <a:bodyPr rtlCol="0" anchor="ctr">
            <a:noAutofit/>
          </a:bodyPr>
          <a:lstStyle>
            <a:lvl1pPr marL="0" indent="0" algn="ctr">
              <a:buNone/>
              <a:defRPr lang="sv-SE" sz="1600"/>
            </a:lvl1pPr>
          </a:lstStyle>
          <a:p>
            <a:pPr rtl="0"/>
            <a:r>
              <a:rPr lang="en-US"/>
              <a:t>Click icon to add picture</a:t>
            </a:r>
            <a:endParaRPr lang="sv-SE"/>
          </a:p>
        </p:txBody>
      </p:sp>
      <p:sp>
        <p:nvSpPr>
          <p:cNvPr id="9" name="Platshållare för text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00984"/>
            <a:ext cx="1828800" cy="411480"/>
          </a:xfrm>
        </p:spPr>
        <p:txBody>
          <a:bodyPr lIns="0" tIns="0" rIns="0" bIns="0" rtlCol="0" anchor="b">
            <a:noAutofit/>
          </a:bodyPr>
          <a:lstStyle>
            <a:lvl1pPr marL="0" indent="0" algn="ctr">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10" name="Platshållare för text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828800" cy="347472"/>
          </a:xfrm>
        </p:spPr>
        <p:txBody>
          <a:bodyPr lIns="0" tIns="0" rIns="0" bIns="0" rtlCol="0" anchor="t">
            <a:noAutofit/>
          </a:bodyPr>
          <a:lstStyle>
            <a:lvl1pPr marL="0" indent="0" algn="ctr">
              <a:lnSpc>
                <a:spcPct val="100000"/>
              </a:lnSpc>
              <a:spcBef>
                <a:spcPts val="0"/>
              </a:spcBef>
              <a:buNone/>
              <a:defRPr lang="sv-SE" sz="1200" b="0">
                <a:solidFill>
                  <a:schemeClr val="tx1"/>
                </a:solidFill>
                <a:latin typeface="+mn-lt"/>
              </a:defRPr>
            </a:lvl1pPr>
          </a:lstStyle>
          <a:p>
            <a:pPr lvl="0" rtl="0"/>
            <a:r>
              <a:rPr lang="en-US"/>
              <a:t>Click to edit Master text styles</a:t>
            </a:r>
          </a:p>
        </p:txBody>
      </p:sp>
      <p:sp>
        <p:nvSpPr>
          <p:cNvPr id="11" name="Platshållare för text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3300984"/>
            <a:ext cx="1828800" cy="411480"/>
          </a:xfrm>
        </p:spPr>
        <p:txBody>
          <a:bodyPr lIns="0" tIns="0" rIns="0" bIns="0" rtlCol="0" anchor="b">
            <a:noAutofit/>
          </a:bodyPr>
          <a:lstStyle>
            <a:lvl1pPr marL="0" indent="0" algn="ctr">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12" name="Platshållare för text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3730752"/>
            <a:ext cx="1828800" cy="347472"/>
          </a:xfrm>
        </p:spPr>
        <p:txBody>
          <a:bodyPr lIns="0" tIns="0" rIns="0" bIns="0" rtlCol="0" anchor="t">
            <a:noAutofit/>
          </a:bodyPr>
          <a:lstStyle>
            <a:lvl1pPr marL="0" indent="0" algn="ctr">
              <a:lnSpc>
                <a:spcPct val="100000"/>
              </a:lnSpc>
              <a:spcBef>
                <a:spcPts val="0"/>
              </a:spcBef>
              <a:buNone/>
              <a:defRPr lang="sv-SE" sz="1200" b="0">
                <a:solidFill>
                  <a:schemeClr val="tx1"/>
                </a:solidFill>
                <a:latin typeface="+mn-lt"/>
              </a:defRPr>
            </a:lvl1pPr>
          </a:lstStyle>
          <a:p>
            <a:pPr lvl="0" rtl="0"/>
            <a:r>
              <a:rPr lang="en-US"/>
              <a:t>Click to edit Master text styles</a:t>
            </a:r>
          </a:p>
        </p:txBody>
      </p:sp>
      <p:sp>
        <p:nvSpPr>
          <p:cNvPr id="13" name="Platshållare för text 13">
            <a:extLst>
              <a:ext uri="{FF2B5EF4-FFF2-40B4-BE49-F238E27FC236}">
                <a16:creationId xmlns:a16="http://schemas.microsoft.com/office/drawing/2014/main" id="{8E685B28-FC51-9FE8-2F7E-C8255BD75945}"/>
              </a:ext>
            </a:extLst>
          </p:cNvPr>
          <p:cNvSpPr>
            <a:spLocks noGrp="1"/>
          </p:cNvSpPr>
          <p:nvPr>
            <p:ph type="body" sz="quarter" idx="20"/>
          </p:nvPr>
        </p:nvSpPr>
        <p:spPr>
          <a:xfrm>
            <a:off x="6510528" y="3300984"/>
            <a:ext cx="1828800" cy="411480"/>
          </a:xfrm>
        </p:spPr>
        <p:txBody>
          <a:bodyPr lIns="0" tIns="0" rIns="0" bIns="0" rtlCol="0" anchor="b">
            <a:noAutofit/>
          </a:bodyPr>
          <a:lstStyle>
            <a:lvl1pPr marL="0" indent="0" algn="ctr">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14" name="Platshållare för text 13">
            <a:extLst>
              <a:ext uri="{FF2B5EF4-FFF2-40B4-BE49-F238E27FC236}">
                <a16:creationId xmlns:a16="http://schemas.microsoft.com/office/drawing/2014/main" id="{B472F1E6-DAE5-AE6D-F688-575FC243CD0C}"/>
              </a:ext>
            </a:extLst>
          </p:cNvPr>
          <p:cNvSpPr>
            <a:spLocks noGrp="1"/>
          </p:cNvSpPr>
          <p:nvPr>
            <p:ph type="body" sz="quarter" idx="21"/>
          </p:nvPr>
        </p:nvSpPr>
        <p:spPr>
          <a:xfrm>
            <a:off x="6510528" y="3730752"/>
            <a:ext cx="1828800" cy="347472"/>
          </a:xfrm>
        </p:spPr>
        <p:txBody>
          <a:bodyPr lIns="0" tIns="0" rIns="0" bIns="0" rtlCol="0" anchor="t">
            <a:noAutofit/>
          </a:bodyPr>
          <a:lstStyle>
            <a:lvl1pPr marL="0" indent="0" algn="ctr">
              <a:lnSpc>
                <a:spcPct val="100000"/>
              </a:lnSpc>
              <a:spcBef>
                <a:spcPts val="0"/>
              </a:spcBef>
              <a:buNone/>
              <a:defRPr lang="sv-SE" sz="1200" b="0">
                <a:solidFill>
                  <a:schemeClr val="tx1"/>
                </a:solidFill>
                <a:latin typeface="+mn-lt"/>
              </a:defRPr>
            </a:lvl1pPr>
          </a:lstStyle>
          <a:p>
            <a:pPr lvl="0" rtl="0"/>
            <a:r>
              <a:rPr lang="en-US"/>
              <a:t>Click to edit Master text styles</a:t>
            </a:r>
          </a:p>
        </p:txBody>
      </p:sp>
      <p:sp>
        <p:nvSpPr>
          <p:cNvPr id="15" name="Platshållare för text 13">
            <a:extLst>
              <a:ext uri="{FF2B5EF4-FFF2-40B4-BE49-F238E27FC236}">
                <a16:creationId xmlns:a16="http://schemas.microsoft.com/office/drawing/2014/main" id="{7138E486-F729-AEC8-0C2D-44FA21EDC617}"/>
              </a:ext>
            </a:extLst>
          </p:cNvPr>
          <p:cNvSpPr>
            <a:spLocks noGrp="1"/>
          </p:cNvSpPr>
          <p:nvPr>
            <p:ph type="body" sz="quarter" idx="22"/>
          </p:nvPr>
        </p:nvSpPr>
        <p:spPr>
          <a:xfrm>
            <a:off x="9034272" y="3300984"/>
            <a:ext cx="1828800" cy="411480"/>
          </a:xfrm>
        </p:spPr>
        <p:txBody>
          <a:bodyPr lIns="0" tIns="0" rIns="0" bIns="0" rtlCol="0" anchor="b">
            <a:noAutofit/>
          </a:bodyPr>
          <a:lstStyle>
            <a:lvl1pPr marL="0" indent="0" algn="ctr">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16" name="Platshållare för text 13">
            <a:extLst>
              <a:ext uri="{FF2B5EF4-FFF2-40B4-BE49-F238E27FC236}">
                <a16:creationId xmlns:a16="http://schemas.microsoft.com/office/drawing/2014/main" id="{0F182FA8-4DA0-527F-89C3-96D9A996F2C7}"/>
              </a:ext>
            </a:extLst>
          </p:cNvPr>
          <p:cNvSpPr>
            <a:spLocks noGrp="1"/>
          </p:cNvSpPr>
          <p:nvPr>
            <p:ph type="body" sz="quarter" idx="23"/>
          </p:nvPr>
        </p:nvSpPr>
        <p:spPr>
          <a:xfrm>
            <a:off x="9034272" y="3730752"/>
            <a:ext cx="1828800" cy="347472"/>
          </a:xfrm>
        </p:spPr>
        <p:txBody>
          <a:bodyPr lIns="0" tIns="0" rIns="0" bIns="0" rtlCol="0" anchor="t">
            <a:noAutofit/>
          </a:bodyPr>
          <a:lstStyle>
            <a:lvl1pPr marL="0" indent="0" algn="ctr">
              <a:lnSpc>
                <a:spcPct val="100000"/>
              </a:lnSpc>
              <a:spcBef>
                <a:spcPts val="0"/>
              </a:spcBef>
              <a:buNone/>
              <a:defRPr lang="sv-SE" sz="1200" b="0">
                <a:solidFill>
                  <a:schemeClr val="tx1"/>
                </a:solidFill>
                <a:latin typeface="+mn-lt"/>
              </a:defRPr>
            </a:lvl1pPr>
          </a:lstStyle>
          <a:p>
            <a:pPr lvl="0" rtl="0"/>
            <a:r>
              <a:rPr lang="en-US"/>
              <a:t>Click to edit Master text styles</a:t>
            </a:r>
          </a:p>
        </p:txBody>
      </p:sp>
      <p:cxnSp>
        <p:nvCxnSpPr>
          <p:cNvPr id="17" name="Rak 16">
            <a:extLst>
              <a:ext uri="{FF2B5EF4-FFF2-40B4-BE49-F238E27FC236}">
                <a16:creationId xmlns:a16="http://schemas.microsoft.com/office/drawing/2014/main" id="{BF42A71B-2F05-7F67-85C0-0C5AA947983D}"/>
              </a:ext>
            </a:extLst>
          </p:cNvPr>
          <p:cNvCxnSpPr>
            <a:cxnSpLocks/>
          </p:cNvCxnSpPr>
          <p:nvPr userDrawn="1"/>
        </p:nvCxnSpPr>
        <p:spPr>
          <a:xfrm>
            <a:off x="4684061"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Rak 17">
            <a:extLst>
              <a:ext uri="{FF2B5EF4-FFF2-40B4-BE49-F238E27FC236}">
                <a16:creationId xmlns:a16="http://schemas.microsoft.com/office/drawing/2014/main" id="{2BC25395-CA95-6040-8ED6-C7D8A2E16C49}"/>
              </a:ext>
            </a:extLst>
          </p:cNvPr>
          <p:cNvCxnSpPr>
            <a:cxnSpLocks/>
          </p:cNvCxnSpPr>
          <p:nvPr userDrawn="1"/>
        </p:nvCxnSpPr>
        <p:spPr>
          <a:xfrm>
            <a:off x="2096160"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Rak 18">
            <a:extLst>
              <a:ext uri="{FF2B5EF4-FFF2-40B4-BE49-F238E27FC236}">
                <a16:creationId xmlns:a16="http://schemas.microsoft.com/office/drawing/2014/main" id="{AE2F589B-649A-57C2-1D3E-79FDFF84BADB}"/>
              </a:ext>
            </a:extLst>
          </p:cNvPr>
          <p:cNvCxnSpPr>
            <a:cxnSpLocks/>
          </p:cNvCxnSpPr>
          <p:nvPr userDrawn="1"/>
        </p:nvCxnSpPr>
        <p:spPr>
          <a:xfrm>
            <a:off x="983798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Rak 19">
            <a:extLst>
              <a:ext uri="{FF2B5EF4-FFF2-40B4-BE49-F238E27FC236}">
                <a16:creationId xmlns:a16="http://schemas.microsoft.com/office/drawing/2014/main" id="{81F3728F-0FBF-5AD2-357E-FFCFFBF7687E}"/>
              </a:ext>
            </a:extLst>
          </p:cNvPr>
          <p:cNvCxnSpPr>
            <a:cxnSpLocks/>
          </p:cNvCxnSpPr>
          <p:nvPr userDrawn="1"/>
        </p:nvCxnSpPr>
        <p:spPr>
          <a:xfrm>
            <a:off x="730623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Platshållare för bild 8">
            <a:extLst>
              <a:ext uri="{FF2B5EF4-FFF2-40B4-BE49-F238E27FC236}">
                <a16:creationId xmlns:a16="http://schemas.microsoft.com/office/drawing/2014/main" id="{09A756E1-5275-58A9-7B09-95BEA4F4FACA}"/>
              </a:ext>
            </a:extLst>
          </p:cNvPr>
          <p:cNvSpPr>
            <a:spLocks noGrp="1"/>
          </p:cNvSpPr>
          <p:nvPr>
            <p:ph type="pic" sz="quarter" idx="24"/>
          </p:nvPr>
        </p:nvSpPr>
        <p:spPr>
          <a:xfrm>
            <a:off x="1636776" y="4270248"/>
            <a:ext cx="1143000" cy="1143000"/>
          </a:xfrm>
          <a:prstGeom prst="ellipse">
            <a:avLst/>
          </a:prstGeom>
        </p:spPr>
        <p:txBody>
          <a:bodyPr rtlCol="0" anchor="ctr">
            <a:noAutofit/>
          </a:bodyPr>
          <a:lstStyle>
            <a:lvl1pPr marL="0" indent="0" algn="ctr">
              <a:buNone/>
              <a:defRPr lang="sv-SE" sz="1600"/>
            </a:lvl1pPr>
          </a:lstStyle>
          <a:p>
            <a:pPr rtl="0"/>
            <a:r>
              <a:rPr lang="en-US"/>
              <a:t>Click icon to add picture</a:t>
            </a:r>
            <a:endParaRPr lang="sv-SE"/>
          </a:p>
        </p:txBody>
      </p:sp>
      <p:sp>
        <p:nvSpPr>
          <p:cNvPr id="22" name="Platshållare för bild 8">
            <a:extLst>
              <a:ext uri="{FF2B5EF4-FFF2-40B4-BE49-F238E27FC236}">
                <a16:creationId xmlns:a16="http://schemas.microsoft.com/office/drawing/2014/main" id="{A4DA2F88-85BF-29B8-6321-AF19B25A6261}"/>
              </a:ext>
            </a:extLst>
          </p:cNvPr>
          <p:cNvSpPr>
            <a:spLocks noGrp="1"/>
          </p:cNvSpPr>
          <p:nvPr>
            <p:ph type="pic" sz="quarter" idx="25"/>
          </p:nvPr>
        </p:nvSpPr>
        <p:spPr>
          <a:xfrm>
            <a:off x="4224528" y="4270248"/>
            <a:ext cx="1143000" cy="1143000"/>
          </a:xfrm>
          <a:prstGeom prst="ellipse">
            <a:avLst/>
          </a:prstGeom>
        </p:spPr>
        <p:txBody>
          <a:bodyPr rtlCol="0" anchor="ctr">
            <a:noAutofit/>
          </a:bodyPr>
          <a:lstStyle>
            <a:lvl1pPr marL="0" indent="0" algn="ctr">
              <a:buNone/>
              <a:defRPr lang="sv-SE" sz="1600"/>
            </a:lvl1pPr>
          </a:lstStyle>
          <a:p>
            <a:pPr rtl="0"/>
            <a:r>
              <a:rPr lang="en-US"/>
              <a:t>Click icon to add picture</a:t>
            </a:r>
            <a:endParaRPr lang="sv-SE"/>
          </a:p>
        </p:txBody>
      </p:sp>
      <p:sp>
        <p:nvSpPr>
          <p:cNvPr id="23" name="Platshållare för bild 8">
            <a:extLst>
              <a:ext uri="{FF2B5EF4-FFF2-40B4-BE49-F238E27FC236}">
                <a16:creationId xmlns:a16="http://schemas.microsoft.com/office/drawing/2014/main" id="{4636CEF4-05E9-F5BB-BD6F-6B081DBDCA9D}"/>
              </a:ext>
            </a:extLst>
          </p:cNvPr>
          <p:cNvSpPr>
            <a:spLocks noGrp="1"/>
          </p:cNvSpPr>
          <p:nvPr>
            <p:ph type="pic" sz="quarter" idx="26"/>
          </p:nvPr>
        </p:nvSpPr>
        <p:spPr>
          <a:xfrm>
            <a:off x="6848856" y="4270248"/>
            <a:ext cx="1143000" cy="1143000"/>
          </a:xfrm>
          <a:prstGeom prst="ellipse">
            <a:avLst/>
          </a:prstGeom>
        </p:spPr>
        <p:txBody>
          <a:bodyPr rtlCol="0" anchor="ctr">
            <a:noAutofit/>
          </a:bodyPr>
          <a:lstStyle>
            <a:lvl1pPr marL="0" indent="0" algn="ctr">
              <a:buNone/>
              <a:defRPr lang="sv-SE" sz="1600"/>
            </a:lvl1pPr>
          </a:lstStyle>
          <a:p>
            <a:pPr rtl="0"/>
            <a:r>
              <a:rPr lang="en-US"/>
              <a:t>Click icon to add picture</a:t>
            </a:r>
            <a:endParaRPr lang="sv-SE"/>
          </a:p>
        </p:txBody>
      </p:sp>
      <p:sp>
        <p:nvSpPr>
          <p:cNvPr id="24" name="Platshållare för bild 8">
            <a:extLst>
              <a:ext uri="{FF2B5EF4-FFF2-40B4-BE49-F238E27FC236}">
                <a16:creationId xmlns:a16="http://schemas.microsoft.com/office/drawing/2014/main" id="{67B57C06-A1D0-7C74-6A14-2BFF0B1FC172}"/>
              </a:ext>
            </a:extLst>
          </p:cNvPr>
          <p:cNvSpPr>
            <a:spLocks noGrp="1"/>
          </p:cNvSpPr>
          <p:nvPr>
            <p:ph type="pic" sz="quarter" idx="27"/>
          </p:nvPr>
        </p:nvSpPr>
        <p:spPr>
          <a:xfrm>
            <a:off x="9381744" y="4270248"/>
            <a:ext cx="1143000" cy="1143000"/>
          </a:xfrm>
          <a:prstGeom prst="ellipse">
            <a:avLst/>
          </a:prstGeom>
        </p:spPr>
        <p:txBody>
          <a:bodyPr rtlCol="0" anchor="ctr">
            <a:noAutofit/>
          </a:bodyPr>
          <a:lstStyle>
            <a:lvl1pPr marL="0" indent="0" algn="ctr">
              <a:buNone/>
              <a:defRPr lang="sv-SE" sz="1600"/>
            </a:lvl1pPr>
          </a:lstStyle>
          <a:p>
            <a:pPr rtl="0"/>
            <a:r>
              <a:rPr lang="en-US"/>
              <a:t>Click icon to add picture</a:t>
            </a:r>
            <a:endParaRPr lang="sv-SE"/>
          </a:p>
        </p:txBody>
      </p:sp>
      <p:sp>
        <p:nvSpPr>
          <p:cNvPr id="25" name="Platshållare för text 13">
            <a:extLst>
              <a:ext uri="{FF2B5EF4-FFF2-40B4-BE49-F238E27FC236}">
                <a16:creationId xmlns:a16="http://schemas.microsoft.com/office/drawing/2014/main" id="{1025D334-8990-1960-8865-C877ECC47E67}"/>
              </a:ext>
            </a:extLst>
          </p:cNvPr>
          <p:cNvSpPr>
            <a:spLocks noGrp="1"/>
          </p:cNvSpPr>
          <p:nvPr>
            <p:ph type="body" sz="quarter" idx="28"/>
          </p:nvPr>
        </p:nvSpPr>
        <p:spPr>
          <a:xfrm>
            <a:off x="1298448" y="5824728"/>
            <a:ext cx="1828800" cy="411480"/>
          </a:xfrm>
        </p:spPr>
        <p:txBody>
          <a:bodyPr lIns="0" tIns="0" rIns="0" bIns="0" rtlCol="0" anchor="b">
            <a:noAutofit/>
          </a:bodyPr>
          <a:lstStyle>
            <a:lvl1pPr marL="0" indent="0" algn="ctr">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26" name="Platshållare för text 13">
            <a:extLst>
              <a:ext uri="{FF2B5EF4-FFF2-40B4-BE49-F238E27FC236}">
                <a16:creationId xmlns:a16="http://schemas.microsoft.com/office/drawing/2014/main" id="{7F491CA2-1A10-E7DB-4203-DC7E9E48CCFF}"/>
              </a:ext>
            </a:extLst>
          </p:cNvPr>
          <p:cNvSpPr>
            <a:spLocks noGrp="1"/>
          </p:cNvSpPr>
          <p:nvPr>
            <p:ph type="body" sz="quarter" idx="29"/>
          </p:nvPr>
        </p:nvSpPr>
        <p:spPr>
          <a:xfrm>
            <a:off x="1298448" y="6245352"/>
            <a:ext cx="1828800" cy="347472"/>
          </a:xfrm>
        </p:spPr>
        <p:txBody>
          <a:bodyPr lIns="0" tIns="0" rIns="0" bIns="0" rtlCol="0" anchor="t">
            <a:noAutofit/>
          </a:bodyPr>
          <a:lstStyle>
            <a:lvl1pPr marL="0" indent="0" algn="ctr">
              <a:lnSpc>
                <a:spcPct val="100000"/>
              </a:lnSpc>
              <a:spcBef>
                <a:spcPts val="0"/>
              </a:spcBef>
              <a:buNone/>
              <a:defRPr lang="sv-SE" sz="1200" b="0">
                <a:solidFill>
                  <a:schemeClr val="tx1"/>
                </a:solidFill>
                <a:latin typeface="+mn-lt"/>
              </a:defRPr>
            </a:lvl1pPr>
          </a:lstStyle>
          <a:p>
            <a:pPr lvl="0" rtl="0"/>
            <a:r>
              <a:rPr lang="en-US"/>
              <a:t>Click to edit Master text styles</a:t>
            </a:r>
          </a:p>
        </p:txBody>
      </p:sp>
      <p:sp>
        <p:nvSpPr>
          <p:cNvPr id="27" name="Platshållare för text 13">
            <a:extLst>
              <a:ext uri="{FF2B5EF4-FFF2-40B4-BE49-F238E27FC236}">
                <a16:creationId xmlns:a16="http://schemas.microsoft.com/office/drawing/2014/main" id="{697C28E5-6260-6DA9-B4F0-665506F52586}"/>
              </a:ext>
            </a:extLst>
          </p:cNvPr>
          <p:cNvSpPr>
            <a:spLocks noGrp="1"/>
          </p:cNvSpPr>
          <p:nvPr>
            <p:ph type="body" sz="quarter" idx="30"/>
          </p:nvPr>
        </p:nvSpPr>
        <p:spPr>
          <a:xfrm>
            <a:off x="3886200" y="5824728"/>
            <a:ext cx="1828800" cy="411480"/>
          </a:xfrm>
        </p:spPr>
        <p:txBody>
          <a:bodyPr lIns="0" tIns="0" rIns="0" bIns="0" rtlCol="0" anchor="b">
            <a:noAutofit/>
          </a:bodyPr>
          <a:lstStyle>
            <a:lvl1pPr marL="0" indent="0" algn="ctr">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28" name="Platshållare för text 13">
            <a:extLst>
              <a:ext uri="{FF2B5EF4-FFF2-40B4-BE49-F238E27FC236}">
                <a16:creationId xmlns:a16="http://schemas.microsoft.com/office/drawing/2014/main" id="{A594A25E-7F2D-4188-16B7-C34485FDD2F8}"/>
              </a:ext>
            </a:extLst>
          </p:cNvPr>
          <p:cNvSpPr>
            <a:spLocks noGrp="1"/>
          </p:cNvSpPr>
          <p:nvPr>
            <p:ph type="body" sz="quarter" idx="31"/>
          </p:nvPr>
        </p:nvSpPr>
        <p:spPr>
          <a:xfrm>
            <a:off x="3886200" y="6245352"/>
            <a:ext cx="1828800" cy="347472"/>
          </a:xfrm>
        </p:spPr>
        <p:txBody>
          <a:bodyPr lIns="0" tIns="0" rIns="0" bIns="0" rtlCol="0" anchor="t">
            <a:noAutofit/>
          </a:bodyPr>
          <a:lstStyle>
            <a:lvl1pPr marL="0" indent="0" algn="ctr">
              <a:lnSpc>
                <a:spcPct val="100000"/>
              </a:lnSpc>
              <a:spcBef>
                <a:spcPts val="0"/>
              </a:spcBef>
              <a:buNone/>
              <a:defRPr lang="sv-SE" sz="1200" b="0">
                <a:solidFill>
                  <a:schemeClr val="tx1"/>
                </a:solidFill>
                <a:latin typeface="+mn-lt"/>
              </a:defRPr>
            </a:lvl1pPr>
          </a:lstStyle>
          <a:p>
            <a:pPr lvl="0" rtl="0"/>
            <a:r>
              <a:rPr lang="en-US"/>
              <a:t>Click to edit Master text styles</a:t>
            </a:r>
          </a:p>
        </p:txBody>
      </p:sp>
      <p:sp>
        <p:nvSpPr>
          <p:cNvPr id="29" name="Platshållare för text 13">
            <a:extLst>
              <a:ext uri="{FF2B5EF4-FFF2-40B4-BE49-F238E27FC236}">
                <a16:creationId xmlns:a16="http://schemas.microsoft.com/office/drawing/2014/main" id="{584B38BF-6197-486D-7134-F86E1754AF78}"/>
              </a:ext>
            </a:extLst>
          </p:cNvPr>
          <p:cNvSpPr>
            <a:spLocks noGrp="1"/>
          </p:cNvSpPr>
          <p:nvPr>
            <p:ph type="body" sz="quarter" idx="32"/>
          </p:nvPr>
        </p:nvSpPr>
        <p:spPr>
          <a:xfrm>
            <a:off x="6510528" y="5824728"/>
            <a:ext cx="1828800" cy="411480"/>
          </a:xfrm>
        </p:spPr>
        <p:txBody>
          <a:bodyPr lIns="0" tIns="0" rIns="0" bIns="0" rtlCol="0" anchor="b">
            <a:noAutofit/>
          </a:bodyPr>
          <a:lstStyle>
            <a:lvl1pPr marL="0" indent="0" algn="ctr">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30" name="Platshållare för text 13">
            <a:extLst>
              <a:ext uri="{FF2B5EF4-FFF2-40B4-BE49-F238E27FC236}">
                <a16:creationId xmlns:a16="http://schemas.microsoft.com/office/drawing/2014/main" id="{D788F8D9-8CDB-C458-9AAD-0426AB467D2A}"/>
              </a:ext>
            </a:extLst>
          </p:cNvPr>
          <p:cNvSpPr>
            <a:spLocks noGrp="1"/>
          </p:cNvSpPr>
          <p:nvPr>
            <p:ph type="body" sz="quarter" idx="33"/>
          </p:nvPr>
        </p:nvSpPr>
        <p:spPr>
          <a:xfrm>
            <a:off x="6510528" y="6245352"/>
            <a:ext cx="1828800" cy="347472"/>
          </a:xfrm>
        </p:spPr>
        <p:txBody>
          <a:bodyPr lIns="0" tIns="0" rIns="0" bIns="0" rtlCol="0" anchor="t">
            <a:noAutofit/>
          </a:bodyPr>
          <a:lstStyle>
            <a:lvl1pPr marL="0" indent="0" algn="ctr">
              <a:lnSpc>
                <a:spcPct val="100000"/>
              </a:lnSpc>
              <a:spcBef>
                <a:spcPts val="0"/>
              </a:spcBef>
              <a:buNone/>
              <a:defRPr lang="sv-SE" sz="1200" b="0">
                <a:solidFill>
                  <a:schemeClr val="tx1"/>
                </a:solidFill>
                <a:latin typeface="+mn-lt"/>
              </a:defRPr>
            </a:lvl1pPr>
          </a:lstStyle>
          <a:p>
            <a:pPr lvl="0" rtl="0"/>
            <a:r>
              <a:rPr lang="en-US"/>
              <a:t>Click to edit Master text styles</a:t>
            </a:r>
          </a:p>
        </p:txBody>
      </p:sp>
      <p:sp>
        <p:nvSpPr>
          <p:cNvPr id="31" name="Platshållare för text 13">
            <a:extLst>
              <a:ext uri="{FF2B5EF4-FFF2-40B4-BE49-F238E27FC236}">
                <a16:creationId xmlns:a16="http://schemas.microsoft.com/office/drawing/2014/main" id="{78447882-2C86-B3A7-9450-29A0778E1B08}"/>
              </a:ext>
            </a:extLst>
          </p:cNvPr>
          <p:cNvSpPr>
            <a:spLocks noGrp="1"/>
          </p:cNvSpPr>
          <p:nvPr>
            <p:ph type="body" sz="quarter" idx="34"/>
          </p:nvPr>
        </p:nvSpPr>
        <p:spPr>
          <a:xfrm>
            <a:off x="9034272" y="5824728"/>
            <a:ext cx="1828800" cy="411480"/>
          </a:xfrm>
        </p:spPr>
        <p:txBody>
          <a:bodyPr lIns="0" tIns="0" rIns="0" bIns="0" rtlCol="0" anchor="b">
            <a:noAutofit/>
          </a:bodyPr>
          <a:lstStyle>
            <a:lvl1pPr marL="0" indent="0" algn="ctr">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32" name="Platshållare för text 13">
            <a:extLst>
              <a:ext uri="{FF2B5EF4-FFF2-40B4-BE49-F238E27FC236}">
                <a16:creationId xmlns:a16="http://schemas.microsoft.com/office/drawing/2014/main" id="{E321AAE1-532A-23F0-9108-055D0D7BDFBA}"/>
              </a:ext>
            </a:extLst>
          </p:cNvPr>
          <p:cNvSpPr>
            <a:spLocks noGrp="1"/>
          </p:cNvSpPr>
          <p:nvPr>
            <p:ph type="body" sz="quarter" idx="35"/>
          </p:nvPr>
        </p:nvSpPr>
        <p:spPr>
          <a:xfrm>
            <a:off x="9034272" y="6245352"/>
            <a:ext cx="1828800" cy="347472"/>
          </a:xfrm>
        </p:spPr>
        <p:txBody>
          <a:bodyPr lIns="0" tIns="0" rIns="0" bIns="0" rtlCol="0" anchor="t">
            <a:noAutofit/>
          </a:bodyPr>
          <a:lstStyle>
            <a:lvl1pPr marL="0" indent="0" algn="ctr">
              <a:lnSpc>
                <a:spcPct val="100000"/>
              </a:lnSpc>
              <a:spcBef>
                <a:spcPts val="0"/>
              </a:spcBef>
              <a:buNone/>
              <a:defRPr lang="sv-SE" sz="1200" b="0">
                <a:solidFill>
                  <a:schemeClr val="tx1"/>
                </a:solidFill>
                <a:latin typeface="+mn-lt"/>
              </a:defRPr>
            </a:lvl1pPr>
          </a:lstStyle>
          <a:p>
            <a:pPr lvl="0" rtl="0"/>
            <a:r>
              <a:rPr lang="en-US"/>
              <a:t>Click to edit Master text styles</a:t>
            </a:r>
          </a:p>
        </p:txBody>
      </p:sp>
      <p:cxnSp>
        <p:nvCxnSpPr>
          <p:cNvPr id="33" name="Rak 32">
            <a:extLst>
              <a:ext uri="{FF2B5EF4-FFF2-40B4-BE49-F238E27FC236}">
                <a16:creationId xmlns:a16="http://schemas.microsoft.com/office/drawing/2014/main" id="{11BC4478-FBEA-422F-73BA-0A422F15D7EA}"/>
              </a:ext>
            </a:extLst>
          </p:cNvPr>
          <p:cNvCxnSpPr>
            <a:cxnSpLocks/>
          </p:cNvCxnSpPr>
          <p:nvPr userDrawn="1"/>
        </p:nvCxnSpPr>
        <p:spPr>
          <a:xfrm>
            <a:off x="4684061"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Rak 33">
            <a:extLst>
              <a:ext uri="{FF2B5EF4-FFF2-40B4-BE49-F238E27FC236}">
                <a16:creationId xmlns:a16="http://schemas.microsoft.com/office/drawing/2014/main" id="{7A9AA302-5107-FDE7-557C-3305A9A7DEC2}"/>
              </a:ext>
            </a:extLst>
          </p:cNvPr>
          <p:cNvCxnSpPr>
            <a:cxnSpLocks/>
          </p:cNvCxnSpPr>
          <p:nvPr userDrawn="1"/>
        </p:nvCxnSpPr>
        <p:spPr>
          <a:xfrm>
            <a:off x="2096160"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Rak 34">
            <a:extLst>
              <a:ext uri="{FF2B5EF4-FFF2-40B4-BE49-F238E27FC236}">
                <a16:creationId xmlns:a16="http://schemas.microsoft.com/office/drawing/2014/main" id="{A9C9F7A3-B120-C59A-E379-173F84B7D153}"/>
              </a:ext>
            </a:extLst>
          </p:cNvPr>
          <p:cNvCxnSpPr>
            <a:cxnSpLocks/>
          </p:cNvCxnSpPr>
          <p:nvPr userDrawn="1"/>
        </p:nvCxnSpPr>
        <p:spPr>
          <a:xfrm>
            <a:off x="983798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Rak 35">
            <a:extLst>
              <a:ext uri="{FF2B5EF4-FFF2-40B4-BE49-F238E27FC236}">
                <a16:creationId xmlns:a16="http://schemas.microsoft.com/office/drawing/2014/main" id="{E073A4E7-9D16-A6C0-E297-A36B10A2FABB}"/>
              </a:ext>
            </a:extLst>
          </p:cNvPr>
          <p:cNvCxnSpPr>
            <a:cxnSpLocks/>
          </p:cNvCxnSpPr>
          <p:nvPr userDrawn="1"/>
        </p:nvCxnSpPr>
        <p:spPr>
          <a:xfrm>
            <a:off x="730623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1777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sta">
    <p:spTree>
      <p:nvGrpSpPr>
        <p:cNvPr id="1" name=""/>
        <p:cNvGrpSpPr/>
        <p:nvPr/>
      </p:nvGrpSpPr>
      <p:grpSpPr>
        <a:xfrm>
          <a:off x="0" y="0"/>
          <a:ext cx="0" cy="0"/>
          <a:chOff x="0" y="0"/>
          <a:chExt cx="0" cy="0"/>
        </a:xfrm>
      </p:grpSpPr>
      <p:sp>
        <p:nvSpPr>
          <p:cNvPr id="38" name="Platshållare för bild 37">
            <a:extLst>
              <a:ext uri="{FF2B5EF4-FFF2-40B4-BE49-F238E27FC236}">
                <a16:creationId xmlns:a16="http://schemas.microsoft.com/office/drawing/2014/main" id="{7068A9B7-F56A-44B7-D61E-66289C79F1C3}"/>
              </a:ext>
            </a:extLst>
          </p:cNvPr>
          <p:cNvSpPr>
            <a:spLocks noGrp="1"/>
          </p:cNvSpPr>
          <p:nvPr>
            <p:ph type="pic" sz="quarter" idx="30"/>
          </p:nvPr>
        </p:nvSpPr>
        <p:spPr>
          <a:xfrm>
            <a:off x="0" y="5175504"/>
            <a:ext cx="12188952" cy="1682496"/>
          </a:xfrm>
        </p:spPr>
        <p:txBody>
          <a:bodyPr rtlCol="0" anchor="ctr"/>
          <a:lstStyle>
            <a:lvl1pPr marL="0" indent="0" algn="ctr">
              <a:buNone/>
              <a:defRPr lang="sv-SE"/>
            </a:lvl1pPr>
          </a:lstStyle>
          <a:p>
            <a:pPr rtl="0"/>
            <a:r>
              <a:rPr lang="en-US"/>
              <a:t>Click icon to add picture</a:t>
            </a:r>
            <a:endParaRPr lang="sv-SE"/>
          </a:p>
        </p:txBody>
      </p:sp>
      <p:sp>
        <p:nvSpPr>
          <p:cNvPr id="2" name="Rubrik 1">
            <a:extLst>
              <a:ext uri="{FF2B5EF4-FFF2-40B4-BE49-F238E27FC236}">
                <a16:creationId xmlns:a16="http://schemas.microsoft.com/office/drawing/2014/main" id="{0783ED19-9B5E-8852-24D6-62401816CBB7}"/>
              </a:ext>
            </a:extLst>
          </p:cNvPr>
          <p:cNvSpPr>
            <a:spLocks noGrp="1"/>
          </p:cNvSpPr>
          <p:nvPr>
            <p:ph type="title"/>
          </p:nvPr>
        </p:nvSpPr>
        <p:spPr>
          <a:xfrm>
            <a:off x="1085088" y="609600"/>
            <a:ext cx="10021824" cy="1252728"/>
          </a:xfrm>
        </p:spPr>
        <p:txBody>
          <a:bodyPr rtlCol="0"/>
          <a:lstStyle>
            <a:lvl1pPr algn="ctr">
              <a:lnSpc>
                <a:spcPts val="5760"/>
              </a:lnSpc>
              <a:defRPr lang="sv-SE"/>
            </a:lvl1pPr>
          </a:lstStyle>
          <a:p>
            <a:pPr rtl="0"/>
            <a:r>
              <a:rPr lang="en-US"/>
              <a:t>Click to edit Master title style</a:t>
            </a:r>
            <a:endParaRPr lang="sv-SE"/>
          </a:p>
        </p:txBody>
      </p:sp>
      <p:sp>
        <p:nvSpPr>
          <p:cNvPr id="3" name="Platshållare för bildnumm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rtlCol="0"/>
          <a:lstStyle>
            <a:lvl1pPr>
              <a:defRPr lang="sv-SE">
                <a:solidFill>
                  <a:schemeClr val="bg1"/>
                </a:solidFill>
              </a:defRPr>
            </a:lvl1pPr>
          </a:lstStyle>
          <a:p>
            <a:pPr rtl="0"/>
            <a:fld id="{75DF2D63-3FF5-D547-96B9-BE9CCD1ABA58}" type="slidenum">
              <a:rPr lang="sv-SE" smtClean="0"/>
              <a:pPr rtl="0"/>
              <a:t>‹#›</a:t>
            </a:fld>
            <a:endParaRPr lang="sv-SE"/>
          </a:p>
        </p:txBody>
      </p:sp>
      <p:sp>
        <p:nvSpPr>
          <p:cNvPr id="4" name="Platshållare för sidfot 3">
            <a:extLst>
              <a:ext uri="{FF2B5EF4-FFF2-40B4-BE49-F238E27FC236}">
                <a16:creationId xmlns:a16="http://schemas.microsoft.com/office/drawing/2014/main" id="{56746F73-AB2D-A55B-67FD-85A2F20D50E8}"/>
              </a:ext>
            </a:extLst>
          </p:cNvPr>
          <p:cNvSpPr>
            <a:spLocks noGrp="1"/>
          </p:cNvSpPr>
          <p:nvPr>
            <p:ph type="ftr" sz="quarter" idx="11"/>
          </p:nvPr>
        </p:nvSpPr>
        <p:spPr/>
        <p:txBody>
          <a:bodyPr rtlCol="0"/>
          <a:lstStyle>
            <a:defPPr>
              <a:defRPr lang="sv-SE"/>
            </a:defPPr>
          </a:lstStyle>
          <a:p>
            <a:pPr rtl="0"/>
            <a:r>
              <a:rPr lang="sv-SE"/>
              <a:t>presentationsrubrik</a:t>
            </a:r>
          </a:p>
        </p:txBody>
      </p:sp>
      <p:sp>
        <p:nvSpPr>
          <p:cNvPr id="9" name="Platshållare för text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2441448"/>
            <a:ext cx="1280160" cy="758952"/>
          </a:xfrm>
        </p:spPr>
        <p:txBody>
          <a:bodyPr lIns="0" tIns="0" rIns="0" bIns="0" rtlCol="0" anchor="b">
            <a:noAutofit/>
          </a:bodyPr>
          <a:lstStyle>
            <a:lvl1pPr marL="0" indent="0" algn="l">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10" name="Platshållare för text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280160" cy="1143000"/>
          </a:xfrm>
        </p:spPr>
        <p:txBody>
          <a:bodyPr lIns="0" tIns="0" rIns="0" bIns="0" rtlCol="0" anchor="t">
            <a:noAutofit/>
          </a:bodyPr>
          <a:lstStyle>
            <a:lvl1pPr marL="0" indent="0" algn="l">
              <a:lnSpc>
                <a:spcPts val="1580"/>
              </a:lnSpc>
              <a:spcBef>
                <a:spcPts val="0"/>
              </a:spcBef>
              <a:buNone/>
              <a:defRPr lang="sv-SE" sz="1400" b="0">
                <a:solidFill>
                  <a:schemeClr val="tx1"/>
                </a:solidFill>
                <a:latin typeface="+mn-lt"/>
              </a:defRPr>
            </a:lvl1pPr>
          </a:lstStyle>
          <a:p>
            <a:pPr lvl="0" rtl="0"/>
            <a:r>
              <a:rPr lang="en-US"/>
              <a:t>Click to edit Master text styles</a:t>
            </a:r>
          </a:p>
        </p:txBody>
      </p:sp>
      <p:sp>
        <p:nvSpPr>
          <p:cNvPr id="11" name="Platshållare för text 13">
            <a:extLst>
              <a:ext uri="{FF2B5EF4-FFF2-40B4-BE49-F238E27FC236}">
                <a16:creationId xmlns:a16="http://schemas.microsoft.com/office/drawing/2014/main" id="{BF27FC0A-1C34-6BFF-806A-6911C16F2184}"/>
              </a:ext>
            </a:extLst>
          </p:cNvPr>
          <p:cNvSpPr>
            <a:spLocks noGrp="1"/>
          </p:cNvSpPr>
          <p:nvPr>
            <p:ph type="body" sz="quarter" idx="18"/>
          </p:nvPr>
        </p:nvSpPr>
        <p:spPr>
          <a:xfrm>
            <a:off x="3383280" y="2441448"/>
            <a:ext cx="1280160" cy="758952"/>
          </a:xfrm>
        </p:spPr>
        <p:txBody>
          <a:bodyPr lIns="0" tIns="0" rIns="0" bIns="0" rtlCol="0" anchor="b">
            <a:noAutofit/>
          </a:bodyPr>
          <a:lstStyle>
            <a:lvl1pPr marL="0" indent="0" algn="l">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12" name="Platshållare för text 13">
            <a:extLst>
              <a:ext uri="{FF2B5EF4-FFF2-40B4-BE49-F238E27FC236}">
                <a16:creationId xmlns:a16="http://schemas.microsoft.com/office/drawing/2014/main" id="{EF94CC5A-0B90-D0D3-CF42-2A9B86331729}"/>
              </a:ext>
            </a:extLst>
          </p:cNvPr>
          <p:cNvSpPr>
            <a:spLocks noGrp="1"/>
          </p:cNvSpPr>
          <p:nvPr>
            <p:ph type="body" sz="quarter" idx="19"/>
          </p:nvPr>
        </p:nvSpPr>
        <p:spPr>
          <a:xfrm>
            <a:off x="3383280" y="3730752"/>
            <a:ext cx="1280160" cy="1143000"/>
          </a:xfrm>
        </p:spPr>
        <p:txBody>
          <a:bodyPr lIns="0" tIns="0" rIns="0" bIns="0" rtlCol="0" anchor="t">
            <a:noAutofit/>
          </a:bodyPr>
          <a:lstStyle>
            <a:lvl1pPr marL="0" indent="0" algn="l">
              <a:lnSpc>
                <a:spcPts val="1580"/>
              </a:lnSpc>
              <a:spcBef>
                <a:spcPts val="0"/>
              </a:spcBef>
              <a:buNone/>
              <a:defRPr lang="sv-SE" sz="1400" b="0">
                <a:solidFill>
                  <a:schemeClr val="tx1"/>
                </a:solidFill>
                <a:latin typeface="+mn-lt"/>
              </a:defRPr>
            </a:lvl1pPr>
          </a:lstStyle>
          <a:p>
            <a:pPr lvl="0" rtl="0"/>
            <a:r>
              <a:rPr lang="en-US"/>
              <a:t>Click to edit Master text styles</a:t>
            </a:r>
          </a:p>
        </p:txBody>
      </p:sp>
      <p:sp>
        <p:nvSpPr>
          <p:cNvPr id="13" name="Platshållare för text 13">
            <a:extLst>
              <a:ext uri="{FF2B5EF4-FFF2-40B4-BE49-F238E27FC236}">
                <a16:creationId xmlns:a16="http://schemas.microsoft.com/office/drawing/2014/main" id="{8E685B28-FC51-9FE8-2F7E-C8255BD75945}"/>
              </a:ext>
            </a:extLst>
          </p:cNvPr>
          <p:cNvSpPr>
            <a:spLocks noGrp="1"/>
          </p:cNvSpPr>
          <p:nvPr>
            <p:ph type="body" sz="quarter" idx="20"/>
          </p:nvPr>
        </p:nvSpPr>
        <p:spPr>
          <a:xfrm>
            <a:off x="5468112" y="2441448"/>
            <a:ext cx="1280160" cy="758952"/>
          </a:xfrm>
        </p:spPr>
        <p:txBody>
          <a:bodyPr lIns="0" tIns="0" rIns="0" bIns="0" rtlCol="0" anchor="b">
            <a:noAutofit/>
          </a:bodyPr>
          <a:lstStyle>
            <a:lvl1pPr marL="0" indent="0" algn="l">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14" name="Platshållare för text 13">
            <a:extLst>
              <a:ext uri="{FF2B5EF4-FFF2-40B4-BE49-F238E27FC236}">
                <a16:creationId xmlns:a16="http://schemas.microsoft.com/office/drawing/2014/main" id="{B472F1E6-DAE5-AE6D-F688-575FC243CD0C}"/>
              </a:ext>
            </a:extLst>
          </p:cNvPr>
          <p:cNvSpPr>
            <a:spLocks noGrp="1"/>
          </p:cNvSpPr>
          <p:nvPr>
            <p:ph type="body" sz="quarter" idx="21"/>
          </p:nvPr>
        </p:nvSpPr>
        <p:spPr>
          <a:xfrm>
            <a:off x="5468112" y="3730752"/>
            <a:ext cx="1280160" cy="1143000"/>
          </a:xfrm>
        </p:spPr>
        <p:txBody>
          <a:bodyPr lIns="0" tIns="0" rIns="0" bIns="0" rtlCol="0" anchor="t">
            <a:noAutofit/>
          </a:bodyPr>
          <a:lstStyle>
            <a:lvl1pPr marL="0" indent="0" algn="l">
              <a:lnSpc>
                <a:spcPts val="1580"/>
              </a:lnSpc>
              <a:spcBef>
                <a:spcPts val="0"/>
              </a:spcBef>
              <a:buNone/>
              <a:defRPr lang="sv-SE" sz="1400" b="0">
                <a:solidFill>
                  <a:schemeClr val="tx1"/>
                </a:solidFill>
                <a:latin typeface="+mn-lt"/>
              </a:defRPr>
            </a:lvl1pPr>
          </a:lstStyle>
          <a:p>
            <a:pPr lvl="0" rtl="0"/>
            <a:r>
              <a:rPr lang="en-US"/>
              <a:t>Click to edit Master text styles</a:t>
            </a:r>
          </a:p>
        </p:txBody>
      </p:sp>
      <p:sp>
        <p:nvSpPr>
          <p:cNvPr id="15" name="Platshållare för text 13">
            <a:extLst>
              <a:ext uri="{FF2B5EF4-FFF2-40B4-BE49-F238E27FC236}">
                <a16:creationId xmlns:a16="http://schemas.microsoft.com/office/drawing/2014/main" id="{7138E486-F729-AEC8-0C2D-44FA21EDC617}"/>
              </a:ext>
            </a:extLst>
          </p:cNvPr>
          <p:cNvSpPr>
            <a:spLocks noGrp="1"/>
          </p:cNvSpPr>
          <p:nvPr>
            <p:ph type="body" sz="quarter" idx="22"/>
          </p:nvPr>
        </p:nvSpPr>
        <p:spPr>
          <a:xfrm>
            <a:off x="7552944" y="2441448"/>
            <a:ext cx="1280160" cy="758952"/>
          </a:xfrm>
        </p:spPr>
        <p:txBody>
          <a:bodyPr lIns="0" tIns="0" rIns="0" bIns="0" rtlCol="0" anchor="b">
            <a:noAutofit/>
          </a:bodyPr>
          <a:lstStyle>
            <a:lvl1pPr marL="0" indent="0" algn="l">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16" name="Platshållare för text 13">
            <a:extLst>
              <a:ext uri="{FF2B5EF4-FFF2-40B4-BE49-F238E27FC236}">
                <a16:creationId xmlns:a16="http://schemas.microsoft.com/office/drawing/2014/main" id="{0F182FA8-4DA0-527F-89C3-96D9A996F2C7}"/>
              </a:ext>
            </a:extLst>
          </p:cNvPr>
          <p:cNvSpPr>
            <a:spLocks noGrp="1"/>
          </p:cNvSpPr>
          <p:nvPr>
            <p:ph type="body" sz="quarter" idx="23"/>
          </p:nvPr>
        </p:nvSpPr>
        <p:spPr>
          <a:xfrm>
            <a:off x="7552944" y="3730752"/>
            <a:ext cx="1280160" cy="1143000"/>
          </a:xfrm>
        </p:spPr>
        <p:txBody>
          <a:bodyPr lIns="0" tIns="0" rIns="0" bIns="0" rtlCol="0" anchor="t">
            <a:noAutofit/>
          </a:bodyPr>
          <a:lstStyle>
            <a:lvl1pPr marL="0" indent="0" algn="l">
              <a:lnSpc>
                <a:spcPts val="1580"/>
              </a:lnSpc>
              <a:spcBef>
                <a:spcPts val="0"/>
              </a:spcBef>
              <a:buNone/>
              <a:defRPr lang="sv-SE" sz="1400" b="0">
                <a:solidFill>
                  <a:schemeClr val="tx1"/>
                </a:solidFill>
                <a:latin typeface="+mn-lt"/>
              </a:defRPr>
            </a:lvl1pPr>
          </a:lstStyle>
          <a:p>
            <a:pPr lvl="0" rtl="0"/>
            <a:r>
              <a:rPr lang="en-US"/>
              <a:t>Click to edit Master text styles</a:t>
            </a:r>
          </a:p>
        </p:txBody>
      </p:sp>
      <p:cxnSp>
        <p:nvCxnSpPr>
          <p:cNvPr id="17" name="Rak 16">
            <a:extLst>
              <a:ext uri="{FF2B5EF4-FFF2-40B4-BE49-F238E27FC236}">
                <a16:creationId xmlns:a16="http://schemas.microsoft.com/office/drawing/2014/main" id="{BF42A71B-2F05-7F67-85C0-0C5AA947983D}"/>
              </a:ext>
            </a:extLst>
          </p:cNvPr>
          <p:cNvCxnSpPr>
            <a:cxnSpLocks/>
          </p:cNvCxnSpPr>
          <p:nvPr userDrawn="1"/>
        </p:nvCxnSpPr>
        <p:spPr>
          <a:xfrm>
            <a:off x="3383280"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Rak 17">
            <a:extLst>
              <a:ext uri="{FF2B5EF4-FFF2-40B4-BE49-F238E27FC236}">
                <a16:creationId xmlns:a16="http://schemas.microsoft.com/office/drawing/2014/main" id="{2BC25395-CA95-6040-8ED6-C7D8A2E16C49}"/>
              </a:ext>
            </a:extLst>
          </p:cNvPr>
          <p:cNvCxnSpPr>
            <a:cxnSpLocks/>
          </p:cNvCxnSpPr>
          <p:nvPr userDrawn="1"/>
        </p:nvCxnSpPr>
        <p:spPr>
          <a:xfrm>
            <a:off x="9637776"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Rak 18">
            <a:extLst>
              <a:ext uri="{FF2B5EF4-FFF2-40B4-BE49-F238E27FC236}">
                <a16:creationId xmlns:a16="http://schemas.microsoft.com/office/drawing/2014/main" id="{AE2F589B-649A-57C2-1D3E-79FDFF84BADB}"/>
              </a:ext>
            </a:extLst>
          </p:cNvPr>
          <p:cNvCxnSpPr>
            <a:cxnSpLocks/>
          </p:cNvCxnSpPr>
          <p:nvPr userDrawn="1"/>
        </p:nvCxnSpPr>
        <p:spPr>
          <a:xfrm>
            <a:off x="7552944"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Rak 19">
            <a:extLst>
              <a:ext uri="{FF2B5EF4-FFF2-40B4-BE49-F238E27FC236}">
                <a16:creationId xmlns:a16="http://schemas.microsoft.com/office/drawing/2014/main" id="{81F3728F-0FBF-5AD2-357E-FFCFFBF7687E}"/>
              </a:ext>
            </a:extLst>
          </p:cNvPr>
          <p:cNvCxnSpPr>
            <a:cxnSpLocks/>
          </p:cNvCxnSpPr>
          <p:nvPr userDrawn="1"/>
        </p:nvCxnSpPr>
        <p:spPr>
          <a:xfrm>
            <a:off x="5468112"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Platshållare för text 13">
            <a:extLst>
              <a:ext uri="{FF2B5EF4-FFF2-40B4-BE49-F238E27FC236}">
                <a16:creationId xmlns:a16="http://schemas.microsoft.com/office/drawing/2014/main" id="{1025D334-8990-1960-8865-C877ECC47E67}"/>
              </a:ext>
            </a:extLst>
          </p:cNvPr>
          <p:cNvSpPr>
            <a:spLocks noGrp="1"/>
          </p:cNvSpPr>
          <p:nvPr>
            <p:ph type="body" sz="quarter" idx="28"/>
          </p:nvPr>
        </p:nvSpPr>
        <p:spPr>
          <a:xfrm>
            <a:off x="9637776" y="2441448"/>
            <a:ext cx="1280160" cy="758952"/>
          </a:xfrm>
        </p:spPr>
        <p:txBody>
          <a:bodyPr lIns="0" tIns="0" rIns="0" bIns="0" rtlCol="0" anchor="b">
            <a:noAutofit/>
          </a:bodyPr>
          <a:lstStyle>
            <a:lvl1pPr marL="0" indent="0" algn="l">
              <a:lnSpc>
                <a:spcPct val="100000"/>
              </a:lnSpc>
              <a:spcBef>
                <a:spcPts val="0"/>
              </a:spcBef>
              <a:buNone/>
              <a:defRPr lang="sv-SE" sz="1400" b="0" cap="all" spc="200" baseline="0">
                <a:solidFill>
                  <a:schemeClr val="tx1"/>
                </a:solidFill>
                <a:latin typeface="+mj-lt"/>
              </a:defRPr>
            </a:lvl1pPr>
          </a:lstStyle>
          <a:p>
            <a:pPr lvl="0" rtl="0"/>
            <a:r>
              <a:rPr lang="en-US"/>
              <a:t>Click to edit Master text styles</a:t>
            </a:r>
          </a:p>
        </p:txBody>
      </p:sp>
      <p:sp>
        <p:nvSpPr>
          <p:cNvPr id="26" name="Platshållare för text 13">
            <a:extLst>
              <a:ext uri="{FF2B5EF4-FFF2-40B4-BE49-F238E27FC236}">
                <a16:creationId xmlns:a16="http://schemas.microsoft.com/office/drawing/2014/main" id="{7F491CA2-1A10-E7DB-4203-DC7E9E48CCFF}"/>
              </a:ext>
            </a:extLst>
          </p:cNvPr>
          <p:cNvSpPr>
            <a:spLocks noGrp="1"/>
          </p:cNvSpPr>
          <p:nvPr>
            <p:ph type="body" sz="quarter" idx="29"/>
          </p:nvPr>
        </p:nvSpPr>
        <p:spPr>
          <a:xfrm>
            <a:off x="9637776" y="3730752"/>
            <a:ext cx="1280160" cy="1143000"/>
          </a:xfrm>
        </p:spPr>
        <p:txBody>
          <a:bodyPr lIns="0" tIns="0" rIns="0" bIns="0" rtlCol="0" anchor="t">
            <a:noAutofit/>
          </a:bodyPr>
          <a:lstStyle>
            <a:lvl1pPr marL="0" indent="0" algn="l">
              <a:lnSpc>
                <a:spcPts val="1580"/>
              </a:lnSpc>
              <a:spcBef>
                <a:spcPts val="0"/>
              </a:spcBef>
              <a:buNone/>
              <a:defRPr lang="sv-SE" sz="1400" b="0">
                <a:solidFill>
                  <a:schemeClr val="tx1"/>
                </a:solidFill>
                <a:latin typeface="+mn-lt"/>
              </a:defRPr>
            </a:lvl1pPr>
          </a:lstStyle>
          <a:p>
            <a:pPr lvl="0" rtl="0"/>
            <a:r>
              <a:rPr lang="en-US"/>
              <a:t>Click to edit Master text styles</a:t>
            </a:r>
          </a:p>
        </p:txBody>
      </p:sp>
      <p:cxnSp>
        <p:nvCxnSpPr>
          <p:cNvPr id="34" name="Rak 33">
            <a:extLst>
              <a:ext uri="{FF2B5EF4-FFF2-40B4-BE49-F238E27FC236}">
                <a16:creationId xmlns:a16="http://schemas.microsoft.com/office/drawing/2014/main" id="{7A9AA302-5107-FDE7-557C-3305A9A7DEC2}"/>
              </a:ext>
            </a:extLst>
          </p:cNvPr>
          <p:cNvCxnSpPr>
            <a:cxnSpLocks/>
          </p:cNvCxnSpPr>
          <p:nvPr userDrawn="1"/>
        </p:nvCxnSpPr>
        <p:spPr>
          <a:xfrm>
            <a:off x="1298448"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4106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dslinje">
    <p:spTree>
      <p:nvGrpSpPr>
        <p:cNvPr id="1" name=""/>
        <p:cNvGrpSpPr/>
        <p:nvPr/>
      </p:nvGrpSpPr>
      <p:grpSpPr>
        <a:xfrm>
          <a:off x="0" y="0"/>
          <a:ext cx="0" cy="0"/>
          <a:chOff x="0" y="0"/>
          <a:chExt cx="0" cy="0"/>
        </a:xfrm>
      </p:grpSpPr>
      <p:sp>
        <p:nvSpPr>
          <p:cNvPr id="38" name="Platshållare för bild 37">
            <a:extLst>
              <a:ext uri="{FF2B5EF4-FFF2-40B4-BE49-F238E27FC236}">
                <a16:creationId xmlns:a16="http://schemas.microsoft.com/office/drawing/2014/main" id="{7068A9B7-F56A-44B7-D61E-66289C79F1C3}"/>
              </a:ext>
            </a:extLst>
          </p:cNvPr>
          <p:cNvSpPr>
            <a:spLocks noGrp="1"/>
          </p:cNvSpPr>
          <p:nvPr>
            <p:ph type="pic" sz="quarter" idx="30"/>
          </p:nvPr>
        </p:nvSpPr>
        <p:spPr>
          <a:xfrm>
            <a:off x="0" y="0"/>
            <a:ext cx="12188952" cy="1682496"/>
          </a:xfrm>
        </p:spPr>
        <p:txBody>
          <a:bodyPr rtlCol="0" anchor="ctr"/>
          <a:lstStyle>
            <a:lvl1pPr marL="0" indent="0" algn="ctr">
              <a:buNone/>
              <a:defRPr lang="sv-SE"/>
            </a:lvl1pPr>
          </a:lstStyle>
          <a:p>
            <a:pPr rtl="0"/>
            <a:r>
              <a:rPr lang="en-US"/>
              <a:t>Click icon to add picture</a:t>
            </a:r>
            <a:endParaRPr lang="sv-SE"/>
          </a:p>
        </p:txBody>
      </p:sp>
      <p:sp>
        <p:nvSpPr>
          <p:cNvPr id="2" name="Rubrik 1">
            <a:extLst>
              <a:ext uri="{FF2B5EF4-FFF2-40B4-BE49-F238E27FC236}">
                <a16:creationId xmlns:a16="http://schemas.microsoft.com/office/drawing/2014/main" id="{0783ED19-9B5E-8852-24D6-62401816CBB7}"/>
              </a:ext>
            </a:extLst>
          </p:cNvPr>
          <p:cNvSpPr>
            <a:spLocks noGrp="1"/>
          </p:cNvSpPr>
          <p:nvPr>
            <p:ph type="title"/>
          </p:nvPr>
        </p:nvSpPr>
        <p:spPr>
          <a:xfrm>
            <a:off x="1298447" y="5221224"/>
            <a:ext cx="7821489" cy="621792"/>
          </a:xfrm>
        </p:spPr>
        <p:txBody>
          <a:bodyPr rtlCol="0"/>
          <a:lstStyle>
            <a:lvl1pPr algn="l">
              <a:lnSpc>
                <a:spcPts val="5760"/>
              </a:lnSpc>
              <a:defRPr lang="sv-SE"/>
            </a:lvl1pPr>
          </a:lstStyle>
          <a:p>
            <a:pPr rtl="0"/>
            <a:r>
              <a:rPr lang="en-US"/>
              <a:t>Click to edit Master title style</a:t>
            </a:r>
            <a:endParaRPr lang="sv-SE"/>
          </a:p>
        </p:txBody>
      </p:sp>
      <p:sp>
        <p:nvSpPr>
          <p:cNvPr id="3" name="Platshållare för bildnumm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rtlCol="0"/>
          <a:lstStyle>
            <a:lvl1pPr>
              <a:defRPr lang="sv-SE">
                <a:solidFill>
                  <a:schemeClr val="accent1"/>
                </a:solidFill>
              </a:defRPr>
            </a:lvl1pPr>
          </a:lstStyle>
          <a:p>
            <a:pPr rtl="0"/>
            <a:fld id="{75DF2D63-3FF5-D547-96B9-BE9CCD1ABA58}" type="slidenum">
              <a:rPr lang="sv-SE" smtClean="0"/>
              <a:pPr rtl="0"/>
              <a:t>‹#›</a:t>
            </a:fld>
            <a:endParaRPr lang="sv-SE"/>
          </a:p>
        </p:txBody>
      </p:sp>
      <p:sp>
        <p:nvSpPr>
          <p:cNvPr id="4" name="Platshållare för sidfot 3">
            <a:extLst>
              <a:ext uri="{FF2B5EF4-FFF2-40B4-BE49-F238E27FC236}">
                <a16:creationId xmlns:a16="http://schemas.microsoft.com/office/drawing/2014/main" id="{56746F73-AB2D-A55B-67FD-85A2F20D50E8}"/>
              </a:ext>
            </a:extLst>
          </p:cNvPr>
          <p:cNvSpPr>
            <a:spLocks noGrp="1"/>
          </p:cNvSpPr>
          <p:nvPr>
            <p:ph type="ftr" sz="quarter" idx="11"/>
          </p:nvPr>
        </p:nvSpPr>
        <p:spPr/>
        <p:txBody>
          <a:bodyPr rtlCol="0"/>
          <a:lstStyle>
            <a:defPPr>
              <a:defRPr lang="sv-SE"/>
            </a:defPPr>
          </a:lstStyle>
          <a:p>
            <a:pPr rtl="0"/>
            <a:r>
              <a:rPr lang="sv-SE"/>
              <a:t>presentationsrubrik</a:t>
            </a:r>
          </a:p>
        </p:txBody>
      </p:sp>
      <p:sp>
        <p:nvSpPr>
          <p:cNvPr id="9" name="Platshållare för text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51784"/>
            <a:ext cx="1620520" cy="411476"/>
          </a:xfrm>
        </p:spPr>
        <p:txBody>
          <a:bodyPr lIns="0" tIns="0" rIns="0" bIns="0" rtlCol="0" anchor="t">
            <a:noAutofit/>
          </a:bodyPr>
          <a:lstStyle>
            <a:lvl1pPr marL="0" indent="0" algn="l">
              <a:lnSpc>
                <a:spcPct val="100000"/>
              </a:lnSpc>
              <a:spcBef>
                <a:spcPts val="0"/>
              </a:spcBef>
              <a:buNone/>
              <a:defRPr lang="sv-SE" sz="2000" b="0" cap="all" spc="200" baseline="0">
                <a:solidFill>
                  <a:schemeClr val="tx1"/>
                </a:solidFill>
                <a:latin typeface="+mj-lt"/>
              </a:defRPr>
            </a:lvl1pPr>
          </a:lstStyle>
          <a:p>
            <a:pPr lvl="0" rtl="0"/>
            <a:r>
              <a:rPr lang="en-US"/>
              <a:t>Click to edit Master text styles</a:t>
            </a:r>
          </a:p>
        </p:txBody>
      </p:sp>
      <p:sp>
        <p:nvSpPr>
          <p:cNvPr id="11" name="Platshållare för text 13">
            <a:extLst>
              <a:ext uri="{FF2B5EF4-FFF2-40B4-BE49-F238E27FC236}">
                <a16:creationId xmlns:a16="http://schemas.microsoft.com/office/drawing/2014/main" id="{BF27FC0A-1C34-6BFF-806A-6911C16F2184}"/>
              </a:ext>
            </a:extLst>
          </p:cNvPr>
          <p:cNvSpPr>
            <a:spLocks noGrp="1"/>
          </p:cNvSpPr>
          <p:nvPr>
            <p:ph type="body" sz="quarter" idx="18"/>
          </p:nvPr>
        </p:nvSpPr>
        <p:spPr>
          <a:xfrm>
            <a:off x="3300984" y="3351784"/>
            <a:ext cx="1620520" cy="411476"/>
          </a:xfrm>
        </p:spPr>
        <p:txBody>
          <a:bodyPr lIns="0" tIns="0" rIns="0" bIns="0" rtlCol="0" anchor="t">
            <a:noAutofit/>
          </a:bodyPr>
          <a:lstStyle>
            <a:lvl1pPr marL="0" indent="0" algn="l">
              <a:lnSpc>
                <a:spcPct val="100000"/>
              </a:lnSpc>
              <a:spcBef>
                <a:spcPts val="0"/>
              </a:spcBef>
              <a:buNone/>
              <a:defRPr lang="sv-SE" sz="2000" b="0" cap="all" spc="200" baseline="0">
                <a:solidFill>
                  <a:schemeClr val="tx1"/>
                </a:solidFill>
                <a:latin typeface="+mj-lt"/>
              </a:defRPr>
            </a:lvl1pPr>
          </a:lstStyle>
          <a:p>
            <a:pPr lvl="0" rtl="0"/>
            <a:r>
              <a:rPr lang="en-US"/>
              <a:t>Click to edit Master text styles</a:t>
            </a:r>
          </a:p>
        </p:txBody>
      </p:sp>
      <p:sp>
        <p:nvSpPr>
          <p:cNvPr id="13" name="Platshållare för text 13">
            <a:extLst>
              <a:ext uri="{FF2B5EF4-FFF2-40B4-BE49-F238E27FC236}">
                <a16:creationId xmlns:a16="http://schemas.microsoft.com/office/drawing/2014/main" id="{8E685B28-FC51-9FE8-2F7E-C8255BD75945}"/>
              </a:ext>
            </a:extLst>
          </p:cNvPr>
          <p:cNvSpPr>
            <a:spLocks noGrp="1"/>
          </p:cNvSpPr>
          <p:nvPr>
            <p:ph type="body" sz="quarter" idx="20"/>
          </p:nvPr>
        </p:nvSpPr>
        <p:spPr>
          <a:xfrm>
            <a:off x="5312664" y="3351784"/>
            <a:ext cx="1620520" cy="411476"/>
          </a:xfrm>
        </p:spPr>
        <p:txBody>
          <a:bodyPr lIns="0" tIns="0" rIns="0" bIns="0" rtlCol="0" anchor="t">
            <a:noAutofit/>
          </a:bodyPr>
          <a:lstStyle>
            <a:lvl1pPr marL="0" indent="0" algn="l">
              <a:lnSpc>
                <a:spcPct val="100000"/>
              </a:lnSpc>
              <a:spcBef>
                <a:spcPts val="0"/>
              </a:spcBef>
              <a:buNone/>
              <a:defRPr lang="sv-SE" sz="2000" b="0" cap="all" spc="200" baseline="0">
                <a:solidFill>
                  <a:schemeClr val="tx1"/>
                </a:solidFill>
                <a:latin typeface="+mj-lt"/>
              </a:defRPr>
            </a:lvl1pPr>
          </a:lstStyle>
          <a:p>
            <a:pPr lvl="0" rtl="0"/>
            <a:r>
              <a:rPr lang="en-US"/>
              <a:t>Click to edit Master text styles</a:t>
            </a:r>
          </a:p>
        </p:txBody>
      </p:sp>
      <p:sp>
        <p:nvSpPr>
          <p:cNvPr id="15" name="Platshållare för text 13">
            <a:extLst>
              <a:ext uri="{FF2B5EF4-FFF2-40B4-BE49-F238E27FC236}">
                <a16:creationId xmlns:a16="http://schemas.microsoft.com/office/drawing/2014/main" id="{7138E486-F729-AEC8-0C2D-44FA21EDC617}"/>
              </a:ext>
            </a:extLst>
          </p:cNvPr>
          <p:cNvSpPr>
            <a:spLocks noGrp="1"/>
          </p:cNvSpPr>
          <p:nvPr>
            <p:ph type="body" sz="quarter" idx="22"/>
          </p:nvPr>
        </p:nvSpPr>
        <p:spPr>
          <a:xfrm>
            <a:off x="7315200" y="3351784"/>
            <a:ext cx="1620520" cy="411476"/>
          </a:xfrm>
        </p:spPr>
        <p:txBody>
          <a:bodyPr lIns="0" tIns="0" rIns="0" bIns="0" rtlCol="0" anchor="t">
            <a:noAutofit/>
          </a:bodyPr>
          <a:lstStyle>
            <a:lvl1pPr marL="0" indent="0" algn="l">
              <a:lnSpc>
                <a:spcPct val="100000"/>
              </a:lnSpc>
              <a:spcBef>
                <a:spcPts val="0"/>
              </a:spcBef>
              <a:buNone/>
              <a:defRPr lang="sv-SE" sz="2000" b="0" cap="all" spc="200" baseline="0">
                <a:solidFill>
                  <a:schemeClr val="tx1"/>
                </a:solidFill>
                <a:latin typeface="+mj-lt"/>
              </a:defRPr>
            </a:lvl1pPr>
          </a:lstStyle>
          <a:p>
            <a:pPr lvl="0" rtl="0"/>
            <a:r>
              <a:rPr lang="en-US"/>
              <a:t>Click to edit Master text styles</a:t>
            </a:r>
          </a:p>
        </p:txBody>
      </p:sp>
      <p:sp>
        <p:nvSpPr>
          <p:cNvPr id="25" name="Platshållare för text 13">
            <a:extLst>
              <a:ext uri="{FF2B5EF4-FFF2-40B4-BE49-F238E27FC236}">
                <a16:creationId xmlns:a16="http://schemas.microsoft.com/office/drawing/2014/main" id="{1025D334-8990-1960-8865-C877ECC47E67}"/>
              </a:ext>
            </a:extLst>
          </p:cNvPr>
          <p:cNvSpPr>
            <a:spLocks noGrp="1"/>
          </p:cNvSpPr>
          <p:nvPr>
            <p:ph type="body" sz="quarter" idx="28"/>
          </p:nvPr>
        </p:nvSpPr>
        <p:spPr>
          <a:xfrm>
            <a:off x="9321800" y="3351784"/>
            <a:ext cx="1620520" cy="411476"/>
          </a:xfrm>
        </p:spPr>
        <p:txBody>
          <a:bodyPr lIns="0" tIns="0" rIns="0" bIns="0" rtlCol="0" anchor="t">
            <a:noAutofit/>
          </a:bodyPr>
          <a:lstStyle>
            <a:lvl1pPr marL="0" indent="0" algn="l">
              <a:lnSpc>
                <a:spcPct val="100000"/>
              </a:lnSpc>
              <a:spcBef>
                <a:spcPts val="0"/>
              </a:spcBef>
              <a:buNone/>
              <a:defRPr lang="sv-SE" sz="2000" b="0" cap="all" spc="200" baseline="0">
                <a:solidFill>
                  <a:schemeClr val="tx1"/>
                </a:solidFill>
                <a:latin typeface="+mj-lt"/>
              </a:defRPr>
            </a:lvl1pPr>
          </a:lstStyle>
          <a:p>
            <a:pPr lvl="0" rtl="0"/>
            <a:r>
              <a:rPr lang="en-US"/>
              <a:t>Click to edit Master text styles</a:t>
            </a:r>
          </a:p>
        </p:txBody>
      </p:sp>
      <p:cxnSp>
        <p:nvCxnSpPr>
          <p:cNvPr id="5" name="Rak 4">
            <a:extLst>
              <a:ext uri="{FF2B5EF4-FFF2-40B4-BE49-F238E27FC236}">
                <a16:creationId xmlns:a16="http://schemas.microsoft.com/office/drawing/2014/main" id="{73769F54-E10C-40C4-5EFF-E8A9CA520AEC}"/>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Rak 5">
            <a:extLst>
              <a:ext uri="{FF2B5EF4-FFF2-40B4-BE49-F238E27FC236}">
                <a16:creationId xmlns:a16="http://schemas.microsoft.com/office/drawing/2014/main" id="{46E7B1EF-9D07-1E66-7467-93C9AE48BD85}"/>
              </a:ext>
            </a:extLst>
          </p:cNvPr>
          <p:cNvCxnSpPr>
            <a:cxnSpLocks/>
          </p:cNvCxnSpPr>
          <p:nvPr userDrawn="1"/>
        </p:nvCxnSpPr>
        <p:spPr>
          <a:xfrm flipH="1">
            <a:off x="1219200" y="2871216"/>
            <a:ext cx="9595104" cy="0"/>
          </a:xfrm>
          <a:prstGeom prst="line">
            <a:avLst/>
          </a:prstGeom>
          <a:ln w="12700"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cxnSp>
      <p:sp>
        <p:nvSpPr>
          <p:cNvPr id="10" name="Platshållare för text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803904"/>
            <a:ext cx="1620520" cy="1143000"/>
          </a:xfrm>
        </p:spPr>
        <p:txBody>
          <a:bodyPr lIns="0" tIns="0" rIns="0" bIns="0" rtlCol="0" anchor="t">
            <a:noAutofit/>
          </a:bodyPr>
          <a:lstStyle>
            <a:lvl1pPr marL="0" indent="0" algn="l">
              <a:lnSpc>
                <a:spcPts val="1580"/>
              </a:lnSpc>
              <a:spcBef>
                <a:spcPts val="0"/>
              </a:spcBef>
              <a:buNone/>
              <a:defRPr lang="sv-SE" sz="1400" b="0">
                <a:solidFill>
                  <a:schemeClr val="tx1"/>
                </a:solidFill>
                <a:latin typeface="+mn-lt"/>
              </a:defRPr>
            </a:lvl1pPr>
          </a:lstStyle>
          <a:p>
            <a:pPr lvl="0" rtl="0"/>
            <a:r>
              <a:rPr lang="en-US"/>
              <a:t>Click to edit Master text styles</a:t>
            </a:r>
          </a:p>
        </p:txBody>
      </p:sp>
      <p:sp>
        <p:nvSpPr>
          <p:cNvPr id="12" name="Platshållare för text 13">
            <a:extLst>
              <a:ext uri="{FF2B5EF4-FFF2-40B4-BE49-F238E27FC236}">
                <a16:creationId xmlns:a16="http://schemas.microsoft.com/office/drawing/2014/main" id="{EF94CC5A-0B90-D0D3-CF42-2A9B86331729}"/>
              </a:ext>
            </a:extLst>
          </p:cNvPr>
          <p:cNvSpPr>
            <a:spLocks noGrp="1"/>
          </p:cNvSpPr>
          <p:nvPr>
            <p:ph type="body" sz="quarter" idx="19"/>
          </p:nvPr>
        </p:nvSpPr>
        <p:spPr>
          <a:xfrm>
            <a:off x="3300984" y="3803904"/>
            <a:ext cx="1620520" cy="1143000"/>
          </a:xfrm>
        </p:spPr>
        <p:txBody>
          <a:bodyPr lIns="0" tIns="0" rIns="0" bIns="0" rtlCol="0" anchor="t">
            <a:noAutofit/>
          </a:bodyPr>
          <a:lstStyle>
            <a:lvl1pPr marL="0" indent="0" algn="l">
              <a:lnSpc>
                <a:spcPts val="1580"/>
              </a:lnSpc>
              <a:spcBef>
                <a:spcPts val="0"/>
              </a:spcBef>
              <a:buNone/>
              <a:defRPr lang="sv-SE" sz="1400" b="0">
                <a:solidFill>
                  <a:schemeClr val="tx1"/>
                </a:solidFill>
                <a:latin typeface="+mn-lt"/>
              </a:defRPr>
            </a:lvl1pPr>
          </a:lstStyle>
          <a:p>
            <a:pPr lvl="0" rtl="0"/>
            <a:r>
              <a:rPr lang="en-US"/>
              <a:t>Click to edit Master text styles</a:t>
            </a:r>
          </a:p>
        </p:txBody>
      </p:sp>
      <p:sp>
        <p:nvSpPr>
          <p:cNvPr id="14" name="Platshållare för text 13">
            <a:extLst>
              <a:ext uri="{FF2B5EF4-FFF2-40B4-BE49-F238E27FC236}">
                <a16:creationId xmlns:a16="http://schemas.microsoft.com/office/drawing/2014/main" id="{B472F1E6-DAE5-AE6D-F688-575FC243CD0C}"/>
              </a:ext>
            </a:extLst>
          </p:cNvPr>
          <p:cNvSpPr>
            <a:spLocks noGrp="1"/>
          </p:cNvSpPr>
          <p:nvPr>
            <p:ph type="body" sz="quarter" idx="21"/>
          </p:nvPr>
        </p:nvSpPr>
        <p:spPr>
          <a:xfrm>
            <a:off x="5312664" y="3803904"/>
            <a:ext cx="1620520" cy="1143000"/>
          </a:xfrm>
        </p:spPr>
        <p:txBody>
          <a:bodyPr lIns="0" tIns="0" rIns="0" bIns="0" rtlCol="0" anchor="t">
            <a:noAutofit/>
          </a:bodyPr>
          <a:lstStyle>
            <a:lvl1pPr marL="0" indent="0" algn="l">
              <a:lnSpc>
                <a:spcPts val="1580"/>
              </a:lnSpc>
              <a:spcBef>
                <a:spcPts val="0"/>
              </a:spcBef>
              <a:buNone/>
              <a:defRPr lang="sv-SE" sz="1400" b="0">
                <a:solidFill>
                  <a:schemeClr val="tx1"/>
                </a:solidFill>
                <a:latin typeface="+mn-lt"/>
              </a:defRPr>
            </a:lvl1pPr>
          </a:lstStyle>
          <a:p>
            <a:pPr lvl="0" rtl="0"/>
            <a:r>
              <a:rPr lang="en-US"/>
              <a:t>Click to edit Master text styles</a:t>
            </a:r>
          </a:p>
        </p:txBody>
      </p:sp>
      <p:sp>
        <p:nvSpPr>
          <p:cNvPr id="16" name="Platshållare för text 13">
            <a:extLst>
              <a:ext uri="{FF2B5EF4-FFF2-40B4-BE49-F238E27FC236}">
                <a16:creationId xmlns:a16="http://schemas.microsoft.com/office/drawing/2014/main" id="{0F182FA8-4DA0-527F-89C3-96D9A996F2C7}"/>
              </a:ext>
            </a:extLst>
          </p:cNvPr>
          <p:cNvSpPr>
            <a:spLocks noGrp="1"/>
          </p:cNvSpPr>
          <p:nvPr>
            <p:ph type="body" sz="quarter" idx="23"/>
          </p:nvPr>
        </p:nvSpPr>
        <p:spPr>
          <a:xfrm>
            <a:off x="7315200" y="3803904"/>
            <a:ext cx="1620520" cy="1143000"/>
          </a:xfrm>
        </p:spPr>
        <p:txBody>
          <a:bodyPr lIns="0" tIns="0" rIns="0" bIns="0" rtlCol="0" anchor="t">
            <a:noAutofit/>
          </a:bodyPr>
          <a:lstStyle>
            <a:lvl1pPr marL="0" indent="0" algn="l">
              <a:lnSpc>
                <a:spcPts val="1580"/>
              </a:lnSpc>
              <a:spcBef>
                <a:spcPts val="0"/>
              </a:spcBef>
              <a:buNone/>
              <a:defRPr lang="sv-SE" sz="1400" b="0">
                <a:solidFill>
                  <a:schemeClr val="tx1"/>
                </a:solidFill>
                <a:latin typeface="+mn-lt"/>
              </a:defRPr>
            </a:lvl1pPr>
          </a:lstStyle>
          <a:p>
            <a:pPr lvl="0" rtl="0"/>
            <a:r>
              <a:rPr lang="en-US"/>
              <a:t>Click to edit Master text styles</a:t>
            </a:r>
          </a:p>
        </p:txBody>
      </p:sp>
      <p:sp>
        <p:nvSpPr>
          <p:cNvPr id="26" name="Platshållare för text 13">
            <a:extLst>
              <a:ext uri="{FF2B5EF4-FFF2-40B4-BE49-F238E27FC236}">
                <a16:creationId xmlns:a16="http://schemas.microsoft.com/office/drawing/2014/main" id="{7F491CA2-1A10-E7DB-4203-DC7E9E48CCFF}"/>
              </a:ext>
            </a:extLst>
          </p:cNvPr>
          <p:cNvSpPr>
            <a:spLocks noGrp="1"/>
          </p:cNvSpPr>
          <p:nvPr>
            <p:ph type="body" sz="quarter" idx="29"/>
          </p:nvPr>
        </p:nvSpPr>
        <p:spPr>
          <a:xfrm>
            <a:off x="9321800" y="3803904"/>
            <a:ext cx="1620520" cy="1143000"/>
          </a:xfrm>
        </p:spPr>
        <p:txBody>
          <a:bodyPr lIns="0" tIns="0" rIns="0" bIns="0" rtlCol="0" anchor="t">
            <a:noAutofit/>
          </a:bodyPr>
          <a:lstStyle>
            <a:lvl1pPr marL="0" indent="0" algn="l">
              <a:lnSpc>
                <a:spcPts val="1580"/>
              </a:lnSpc>
              <a:spcBef>
                <a:spcPts val="0"/>
              </a:spcBef>
              <a:buNone/>
              <a:defRPr lang="sv-SE" sz="1400" b="0">
                <a:solidFill>
                  <a:schemeClr val="tx1"/>
                </a:solidFill>
                <a:latin typeface="+mn-lt"/>
              </a:defRPr>
            </a:lvl1pPr>
          </a:lstStyle>
          <a:p>
            <a:pPr lvl="0" rtl="0"/>
            <a:r>
              <a:rPr lang="en-US"/>
              <a:t>Click to edit Master text styles</a:t>
            </a:r>
          </a:p>
        </p:txBody>
      </p:sp>
      <p:sp>
        <p:nvSpPr>
          <p:cNvPr id="8" name="Platshållare för text 7">
            <a:extLst>
              <a:ext uri="{FF2B5EF4-FFF2-40B4-BE49-F238E27FC236}">
                <a16:creationId xmlns:a16="http://schemas.microsoft.com/office/drawing/2014/main" id="{75476138-49FF-70BE-6359-0A511EFB243F}"/>
              </a:ext>
            </a:extLst>
          </p:cNvPr>
          <p:cNvSpPr>
            <a:spLocks noGrp="1"/>
          </p:cNvSpPr>
          <p:nvPr>
            <p:ph type="body" sz="quarter" idx="31" hasCustomPrompt="1"/>
          </p:nvPr>
        </p:nvSpPr>
        <p:spPr>
          <a:xfrm>
            <a:off x="3300984" y="2638738"/>
            <a:ext cx="91440" cy="411480"/>
          </a:xfrm>
          <a:solidFill>
            <a:schemeClr val="accent1"/>
          </a:solidFill>
        </p:spPr>
        <p:txBody>
          <a:bodyPr rtlCol="0" anchor="ctr"/>
          <a:lstStyle>
            <a:lvl1pPr marL="0" indent="0" algn="ctr">
              <a:buNone/>
              <a:defRPr lang="sv-SE">
                <a:solidFill>
                  <a:schemeClr val="tx1">
                    <a:alpha val="0"/>
                  </a:schemeClr>
                </a:solidFill>
              </a:defRPr>
            </a:lvl1pPr>
          </a:lstStyle>
          <a:p>
            <a:pPr lvl="0" rtl="0"/>
            <a:r>
              <a:rPr lang="sv-SE"/>
              <a:t>X</a:t>
            </a:r>
          </a:p>
        </p:txBody>
      </p:sp>
      <p:sp>
        <p:nvSpPr>
          <p:cNvPr id="22" name="Platshållare för text 7">
            <a:extLst>
              <a:ext uri="{FF2B5EF4-FFF2-40B4-BE49-F238E27FC236}">
                <a16:creationId xmlns:a16="http://schemas.microsoft.com/office/drawing/2014/main" id="{46EFC43B-3F8D-6957-F343-F3D9C3E7A716}"/>
              </a:ext>
            </a:extLst>
          </p:cNvPr>
          <p:cNvSpPr>
            <a:spLocks noGrp="1"/>
          </p:cNvSpPr>
          <p:nvPr>
            <p:ph type="body" sz="quarter" idx="32" hasCustomPrompt="1"/>
          </p:nvPr>
        </p:nvSpPr>
        <p:spPr>
          <a:xfrm>
            <a:off x="1298448" y="2638738"/>
            <a:ext cx="91440" cy="411480"/>
          </a:xfrm>
          <a:solidFill>
            <a:schemeClr val="accent1"/>
          </a:solidFill>
        </p:spPr>
        <p:txBody>
          <a:bodyPr rtlCol="0" anchor="ctr"/>
          <a:lstStyle>
            <a:lvl1pPr marL="0" indent="0" algn="ctr">
              <a:buNone/>
              <a:defRPr lang="sv-SE">
                <a:solidFill>
                  <a:schemeClr val="tx1">
                    <a:alpha val="0"/>
                  </a:schemeClr>
                </a:solidFill>
              </a:defRPr>
            </a:lvl1pPr>
          </a:lstStyle>
          <a:p>
            <a:pPr lvl="0" rtl="0"/>
            <a:r>
              <a:rPr lang="sv-SE"/>
              <a:t>X</a:t>
            </a:r>
          </a:p>
        </p:txBody>
      </p:sp>
      <p:sp>
        <p:nvSpPr>
          <p:cNvPr id="23" name="Platshållare för text 7">
            <a:extLst>
              <a:ext uri="{FF2B5EF4-FFF2-40B4-BE49-F238E27FC236}">
                <a16:creationId xmlns:a16="http://schemas.microsoft.com/office/drawing/2014/main" id="{D6007DD2-0F2E-6F92-8457-FC670750ED38}"/>
              </a:ext>
            </a:extLst>
          </p:cNvPr>
          <p:cNvSpPr>
            <a:spLocks noGrp="1"/>
          </p:cNvSpPr>
          <p:nvPr>
            <p:ph type="body" sz="quarter" idx="33" hasCustomPrompt="1"/>
          </p:nvPr>
        </p:nvSpPr>
        <p:spPr>
          <a:xfrm>
            <a:off x="5312664" y="2638738"/>
            <a:ext cx="91440" cy="411480"/>
          </a:xfrm>
          <a:solidFill>
            <a:schemeClr val="accent1"/>
          </a:solidFill>
        </p:spPr>
        <p:txBody>
          <a:bodyPr rtlCol="0" anchor="ctr"/>
          <a:lstStyle>
            <a:lvl1pPr marL="0" indent="0" algn="ctr">
              <a:buNone/>
              <a:defRPr lang="sv-SE">
                <a:solidFill>
                  <a:schemeClr val="tx1">
                    <a:alpha val="0"/>
                  </a:schemeClr>
                </a:solidFill>
              </a:defRPr>
            </a:lvl1pPr>
          </a:lstStyle>
          <a:p>
            <a:pPr lvl="0" rtl="0"/>
            <a:r>
              <a:rPr lang="sv-SE"/>
              <a:t>X</a:t>
            </a:r>
          </a:p>
        </p:txBody>
      </p:sp>
      <p:sp>
        <p:nvSpPr>
          <p:cNvPr id="24" name="Platshållare för text 7">
            <a:extLst>
              <a:ext uri="{FF2B5EF4-FFF2-40B4-BE49-F238E27FC236}">
                <a16:creationId xmlns:a16="http://schemas.microsoft.com/office/drawing/2014/main" id="{06C5667F-C463-51B6-B8D6-F757BDB8AFCC}"/>
              </a:ext>
            </a:extLst>
          </p:cNvPr>
          <p:cNvSpPr>
            <a:spLocks noGrp="1"/>
          </p:cNvSpPr>
          <p:nvPr>
            <p:ph type="body" sz="quarter" idx="34" hasCustomPrompt="1"/>
          </p:nvPr>
        </p:nvSpPr>
        <p:spPr>
          <a:xfrm>
            <a:off x="7315200" y="2638738"/>
            <a:ext cx="91440" cy="411480"/>
          </a:xfrm>
          <a:solidFill>
            <a:schemeClr val="accent1"/>
          </a:solidFill>
        </p:spPr>
        <p:txBody>
          <a:bodyPr rtlCol="0" anchor="ctr"/>
          <a:lstStyle>
            <a:lvl1pPr marL="0" indent="0" algn="ctr">
              <a:buNone/>
              <a:defRPr lang="sv-SE">
                <a:solidFill>
                  <a:schemeClr val="tx1">
                    <a:alpha val="0"/>
                  </a:schemeClr>
                </a:solidFill>
              </a:defRPr>
            </a:lvl1pPr>
          </a:lstStyle>
          <a:p>
            <a:pPr lvl="0" rtl="0"/>
            <a:r>
              <a:rPr lang="sv-SE"/>
              <a:t>X</a:t>
            </a:r>
          </a:p>
        </p:txBody>
      </p:sp>
      <p:sp>
        <p:nvSpPr>
          <p:cNvPr id="27" name="Platshållare för text 7">
            <a:extLst>
              <a:ext uri="{FF2B5EF4-FFF2-40B4-BE49-F238E27FC236}">
                <a16:creationId xmlns:a16="http://schemas.microsoft.com/office/drawing/2014/main" id="{0FF09CBB-BD48-E8E5-EECF-B6CBC36B236C}"/>
              </a:ext>
            </a:extLst>
          </p:cNvPr>
          <p:cNvSpPr>
            <a:spLocks noGrp="1"/>
          </p:cNvSpPr>
          <p:nvPr>
            <p:ph type="body" sz="quarter" idx="35" hasCustomPrompt="1"/>
          </p:nvPr>
        </p:nvSpPr>
        <p:spPr>
          <a:xfrm>
            <a:off x="9321800" y="2638738"/>
            <a:ext cx="91440" cy="411480"/>
          </a:xfrm>
          <a:solidFill>
            <a:schemeClr val="accent1"/>
          </a:solidFill>
        </p:spPr>
        <p:txBody>
          <a:bodyPr rtlCol="0" anchor="ctr"/>
          <a:lstStyle>
            <a:lvl1pPr marL="0" indent="0" algn="ctr">
              <a:buNone/>
              <a:defRPr lang="sv-SE">
                <a:solidFill>
                  <a:schemeClr val="tx1">
                    <a:alpha val="0"/>
                  </a:schemeClr>
                </a:solidFill>
              </a:defRPr>
            </a:lvl1pPr>
          </a:lstStyle>
          <a:p>
            <a:pPr lvl="0" rtl="0"/>
            <a:r>
              <a:rPr lang="sv-SE"/>
              <a:t>X</a:t>
            </a:r>
          </a:p>
        </p:txBody>
      </p:sp>
    </p:spTree>
    <p:extLst>
      <p:ext uri="{BB962C8B-B14F-4D97-AF65-F5344CB8AC3E}">
        <p14:creationId xmlns:p14="http://schemas.microsoft.com/office/powerpoint/2010/main" val="2333783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16" name="Platshållare för bild 15">
            <a:extLst>
              <a:ext uri="{FF2B5EF4-FFF2-40B4-BE49-F238E27FC236}">
                <a16:creationId xmlns:a16="http://schemas.microsoft.com/office/drawing/2014/main" id="{1A881D2A-2C75-8B2A-DA41-F42ABBA59AA9}"/>
              </a:ext>
            </a:extLst>
          </p:cNvPr>
          <p:cNvSpPr>
            <a:spLocks noGrp="1"/>
          </p:cNvSpPr>
          <p:nvPr>
            <p:ph type="pic" sz="quarter" idx="13"/>
          </p:nvPr>
        </p:nvSpPr>
        <p:spPr>
          <a:xfrm>
            <a:off x="0" y="0"/>
            <a:ext cx="6656832" cy="6858000"/>
          </a:xfrm>
          <a:custGeom>
            <a:avLst/>
            <a:gdLst>
              <a:gd name="connsiteX0" fmla="*/ 1295400 w 6656832"/>
              <a:gd name="connsiteY0" fmla="*/ 1492377 h 6858000"/>
              <a:gd name="connsiteX1" fmla="*/ 1295400 w 6656832"/>
              <a:gd name="connsiteY1" fmla="*/ 1580679 h 6858000"/>
              <a:gd name="connsiteX2" fmla="*/ 1704975 w 6656832"/>
              <a:gd name="connsiteY2" fmla="*/ 1580679 h 6858000"/>
              <a:gd name="connsiteX3" fmla="*/ 1704975 w 6656832"/>
              <a:gd name="connsiteY3" fmla="*/ 1492377 h 6858000"/>
              <a:gd name="connsiteX4" fmla="*/ 0 w 6656832"/>
              <a:gd name="connsiteY4" fmla="*/ 0 h 6858000"/>
              <a:gd name="connsiteX5" fmla="*/ 6656832 w 6656832"/>
              <a:gd name="connsiteY5" fmla="*/ 0 h 6858000"/>
              <a:gd name="connsiteX6" fmla="*/ 6656832 w 6656832"/>
              <a:gd name="connsiteY6" fmla="*/ 6858000 h 6858000"/>
              <a:gd name="connsiteX7" fmla="*/ 0 w 665683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56832" h="6858000">
                <a:moveTo>
                  <a:pt x="1295400" y="1492377"/>
                </a:moveTo>
                <a:lnTo>
                  <a:pt x="1295400" y="1580679"/>
                </a:lnTo>
                <a:lnTo>
                  <a:pt x="1704975" y="1580679"/>
                </a:lnTo>
                <a:lnTo>
                  <a:pt x="1704975" y="1492377"/>
                </a:lnTo>
                <a:close/>
                <a:moveTo>
                  <a:pt x="0" y="0"/>
                </a:moveTo>
                <a:lnTo>
                  <a:pt x="6656832" y="0"/>
                </a:lnTo>
                <a:lnTo>
                  <a:pt x="6656832" y="6858000"/>
                </a:lnTo>
                <a:lnTo>
                  <a:pt x="0" y="6858000"/>
                </a:lnTo>
                <a:close/>
              </a:path>
            </a:pathLst>
          </a:custGeom>
        </p:spPr>
        <p:txBody>
          <a:bodyPr wrap="square" rtlCol="0">
            <a:noAutofit/>
          </a:bodyPr>
          <a:lstStyle>
            <a:defPPr>
              <a:defRPr lang="sv-SE"/>
            </a:defPPr>
          </a:lstStyle>
          <a:p>
            <a:pPr rtl="0"/>
            <a:r>
              <a:rPr lang="en-US"/>
              <a:t>Click icon to add picture</a:t>
            </a:r>
            <a:endParaRPr lang="sv-SE"/>
          </a:p>
        </p:txBody>
      </p:sp>
      <p:sp>
        <p:nvSpPr>
          <p:cNvPr id="2" name="Rubrik 1">
            <a:extLst>
              <a:ext uri="{FF2B5EF4-FFF2-40B4-BE49-F238E27FC236}">
                <a16:creationId xmlns:a16="http://schemas.microsoft.com/office/drawing/2014/main" id="{5A0D1FF5-7EF8-4250-A259-43050ABBD3B6}"/>
              </a:ext>
            </a:extLst>
          </p:cNvPr>
          <p:cNvSpPr>
            <a:spLocks noGrp="1"/>
          </p:cNvSpPr>
          <p:nvPr>
            <p:ph type="title"/>
          </p:nvPr>
        </p:nvSpPr>
        <p:spPr>
          <a:xfrm>
            <a:off x="1298448" y="609600"/>
            <a:ext cx="6656832" cy="530352"/>
          </a:xfrm>
        </p:spPr>
        <p:txBody>
          <a:bodyPr rtlCol="0" anchor="t" anchorCtr="0"/>
          <a:lstStyle>
            <a:defPPr>
              <a:defRPr lang="sv-SE"/>
            </a:defPPr>
          </a:lstStyle>
          <a:p>
            <a:pPr rtl="0"/>
            <a:r>
              <a:rPr lang="en-US"/>
              <a:t>Click to edit Master title style</a:t>
            </a:r>
            <a:endParaRPr lang="sv-SE"/>
          </a:p>
        </p:txBody>
      </p:sp>
      <p:sp>
        <p:nvSpPr>
          <p:cNvPr id="18" name="Platshållare för text 17">
            <a:extLst>
              <a:ext uri="{FF2B5EF4-FFF2-40B4-BE49-F238E27FC236}">
                <a16:creationId xmlns:a16="http://schemas.microsoft.com/office/drawing/2014/main" id="{CCA7A15A-B484-E46E-FF4D-179F31F1777F}"/>
              </a:ext>
            </a:extLst>
          </p:cNvPr>
          <p:cNvSpPr>
            <a:spLocks noGrp="1"/>
          </p:cNvSpPr>
          <p:nvPr>
            <p:ph type="body" idx="1"/>
          </p:nvPr>
        </p:nvSpPr>
        <p:spPr>
          <a:xfrm>
            <a:off x="1298448"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rtlCol="0" anchor="t">
            <a:noAutofit/>
          </a:bodyPr>
          <a:lstStyle>
            <a:lvl1pPr marL="0" indent="0">
              <a:lnSpc>
                <a:spcPts val="2400"/>
              </a:lnSpc>
              <a:buNone/>
              <a:defRPr lang="sv-SE" sz="2000" b="0" i="0" cap="all" spc="200" baseline="0">
                <a:latin typeface="+mj-lt"/>
                <a:cs typeface="Posterama" panose="020B0504020200020000" pitchFamily="34" charset="0"/>
              </a:defRPr>
            </a:lvl1pPr>
            <a:lvl2pPr marL="457200" indent="0">
              <a:buNone/>
              <a:defRPr lang="sv-SE" sz="2000" b="1"/>
            </a:lvl2pPr>
            <a:lvl3pPr marL="914400" indent="0">
              <a:buNone/>
              <a:defRPr lang="sv-SE" sz="1800" b="1"/>
            </a:lvl3pPr>
            <a:lvl4pPr marL="1371600" indent="0">
              <a:buNone/>
              <a:defRPr lang="sv-SE" sz="1600" b="1"/>
            </a:lvl4pPr>
            <a:lvl5pPr marL="1828800" indent="0">
              <a:buNone/>
              <a:defRPr lang="sv-SE" sz="1600" b="1"/>
            </a:lvl5pPr>
            <a:lvl6pPr marL="2286000" indent="0">
              <a:buNone/>
              <a:defRPr lang="sv-SE" sz="1600" b="1"/>
            </a:lvl6pPr>
            <a:lvl7pPr marL="2743200" indent="0">
              <a:buNone/>
              <a:defRPr lang="sv-SE" sz="1600" b="1"/>
            </a:lvl7pPr>
            <a:lvl8pPr marL="3200400" indent="0">
              <a:buNone/>
              <a:defRPr lang="sv-SE" sz="1600" b="1"/>
            </a:lvl8pPr>
            <a:lvl9pPr marL="3657600" indent="0">
              <a:buNone/>
              <a:defRPr lang="sv-SE" sz="1600" b="1"/>
            </a:lvl9pPr>
          </a:lstStyle>
          <a:p>
            <a:pPr lvl="0" rtl="0"/>
            <a:r>
              <a:rPr lang="en-US"/>
              <a:t>Click to edit Master text styles</a:t>
            </a:r>
          </a:p>
        </p:txBody>
      </p:sp>
      <p:sp>
        <p:nvSpPr>
          <p:cNvPr id="4" name="Platshållare för innehåll 3">
            <a:extLst>
              <a:ext uri="{FF2B5EF4-FFF2-40B4-BE49-F238E27FC236}">
                <a16:creationId xmlns:a16="http://schemas.microsoft.com/office/drawing/2014/main" id="{C752CCA9-53A3-4DA5-AD45-C2A2C12A3A6A}"/>
              </a:ext>
            </a:extLst>
          </p:cNvPr>
          <p:cNvSpPr>
            <a:spLocks noGrp="1"/>
          </p:cNvSpPr>
          <p:nvPr>
            <p:ph sz="half" idx="2"/>
          </p:nvPr>
        </p:nvSpPr>
        <p:spPr>
          <a:xfrm>
            <a:off x="1618488" y="3630168"/>
            <a:ext cx="3886200" cy="2514600"/>
          </a:xfrm>
        </p:spPr>
        <p:txBody>
          <a:bodyPr rtlCol="0"/>
          <a:lstStyle>
            <a:lvl1pPr marL="0" indent="0">
              <a:buNone/>
              <a:defRPr lang="sv-SE" sz="1400"/>
            </a:lvl1pPr>
            <a:lvl2pPr marL="228600">
              <a:defRPr lang="sv-SE" sz="1400"/>
            </a:lvl2pPr>
            <a:lvl3pPr marL="457200">
              <a:defRPr lang="sv-SE" sz="1400"/>
            </a:lvl3pPr>
            <a:lvl4pPr marL="685800">
              <a:defRPr lang="sv-SE" sz="1400"/>
            </a:lvl4pPr>
            <a:lvl5pPr marL="1143000">
              <a:defRPr lang="sv-SE" sz="140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sv-SE"/>
          </a:p>
        </p:txBody>
      </p:sp>
      <p:sp>
        <p:nvSpPr>
          <p:cNvPr id="21" name="Platshållare för text 20">
            <a:extLst>
              <a:ext uri="{FF2B5EF4-FFF2-40B4-BE49-F238E27FC236}">
                <a16:creationId xmlns:a16="http://schemas.microsoft.com/office/drawing/2014/main" id="{A123542D-139D-45CC-7853-FE3702B4BB1E}"/>
              </a:ext>
            </a:extLst>
          </p:cNvPr>
          <p:cNvSpPr>
            <a:spLocks noGrp="1"/>
          </p:cNvSpPr>
          <p:nvPr>
            <p:ph type="body" sz="quarter" idx="3"/>
          </p:nvPr>
        </p:nvSpPr>
        <p:spPr>
          <a:xfrm>
            <a:off x="6705600"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rtlCol="0" anchor="t" anchorCtr="0">
            <a:noAutofit/>
          </a:bodyPr>
          <a:lstStyle>
            <a:lvl1pPr marL="0" indent="0">
              <a:lnSpc>
                <a:spcPts val="2400"/>
              </a:lnSpc>
              <a:buNone/>
              <a:defRPr lang="sv-SE" sz="2000" b="0" i="0" cap="all" spc="200" baseline="0">
                <a:latin typeface="+mj-lt"/>
                <a:cs typeface="Posterama" panose="020B0504020200020000" pitchFamily="34" charset="0"/>
              </a:defRPr>
            </a:lvl1pPr>
            <a:lvl2pPr marL="457200" indent="0">
              <a:buNone/>
              <a:defRPr lang="sv-SE" sz="2000" b="1"/>
            </a:lvl2pPr>
            <a:lvl3pPr marL="914400" indent="0">
              <a:buNone/>
              <a:defRPr lang="sv-SE" sz="1800" b="1"/>
            </a:lvl3pPr>
            <a:lvl4pPr marL="1371600" indent="0">
              <a:buNone/>
              <a:defRPr lang="sv-SE" sz="1600" b="1"/>
            </a:lvl4pPr>
            <a:lvl5pPr marL="1828800" indent="0">
              <a:buNone/>
              <a:defRPr lang="sv-SE" sz="1600" b="1"/>
            </a:lvl5pPr>
            <a:lvl6pPr marL="2286000" indent="0">
              <a:buNone/>
              <a:defRPr lang="sv-SE" sz="1600" b="1"/>
            </a:lvl6pPr>
            <a:lvl7pPr marL="2743200" indent="0">
              <a:buNone/>
              <a:defRPr lang="sv-SE" sz="1600" b="1"/>
            </a:lvl7pPr>
            <a:lvl8pPr marL="3200400" indent="0">
              <a:buNone/>
              <a:defRPr lang="sv-SE" sz="1600" b="1"/>
            </a:lvl8pPr>
            <a:lvl9pPr marL="3657600" indent="0">
              <a:buNone/>
              <a:defRPr lang="sv-SE" sz="1600" b="1"/>
            </a:lvl9pPr>
          </a:lstStyle>
          <a:p>
            <a:pPr lvl="0" rtl="0"/>
            <a:r>
              <a:rPr lang="en-US"/>
              <a:t>Click to edit Master text styles</a:t>
            </a:r>
          </a:p>
        </p:txBody>
      </p:sp>
      <p:sp>
        <p:nvSpPr>
          <p:cNvPr id="6" name="Platshållare för innehåll 5">
            <a:extLst>
              <a:ext uri="{FF2B5EF4-FFF2-40B4-BE49-F238E27FC236}">
                <a16:creationId xmlns:a16="http://schemas.microsoft.com/office/drawing/2014/main" id="{E2E342EE-68BB-484D-98C3-48A7847549D4}"/>
              </a:ext>
            </a:extLst>
          </p:cNvPr>
          <p:cNvSpPr>
            <a:spLocks noGrp="1"/>
          </p:cNvSpPr>
          <p:nvPr>
            <p:ph sz="quarter" idx="4"/>
          </p:nvPr>
        </p:nvSpPr>
        <p:spPr>
          <a:xfrm>
            <a:off x="7013448" y="3630168"/>
            <a:ext cx="3886200" cy="2514600"/>
          </a:xfrm>
        </p:spPr>
        <p:txBody>
          <a:bodyPr rtlCol="0"/>
          <a:lstStyle>
            <a:lvl1pPr marL="0" indent="0">
              <a:buNone/>
              <a:defRPr lang="sv-SE" sz="1400"/>
            </a:lvl1pPr>
            <a:lvl2pPr marL="228600">
              <a:defRPr lang="sv-SE" sz="1400"/>
            </a:lvl2pPr>
            <a:lvl3pPr marL="457200">
              <a:defRPr lang="sv-SE" sz="1400"/>
            </a:lvl3pPr>
            <a:lvl4pPr marL="685800">
              <a:defRPr lang="sv-SE" sz="1400"/>
            </a:lvl4pPr>
            <a:lvl5pPr marL="1143000">
              <a:defRPr lang="sv-SE" sz="140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sv-SE"/>
          </a:p>
        </p:txBody>
      </p:sp>
      <p:sp>
        <p:nvSpPr>
          <p:cNvPr id="9" name="Platshållare för bildnumm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t>‹#›</a:t>
            </a:fld>
            <a:endParaRPr lang="sv-SE"/>
          </a:p>
        </p:txBody>
      </p:sp>
      <p:sp>
        <p:nvSpPr>
          <p:cNvPr id="12" name="Platshållare för sidfot 11">
            <a:extLst>
              <a:ext uri="{FF2B5EF4-FFF2-40B4-BE49-F238E27FC236}">
                <a16:creationId xmlns:a16="http://schemas.microsoft.com/office/drawing/2014/main" id="{971F094C-919A-3E78-DE58-27C2B997C940}"/>
              </a:ext>
            </a:extLst>
          </p:cNvPr>
          <p:cNvSpPr>
            <a:spLocks noGrp="1"/>
          </p:cNvSpPr>
          <p:nvPr>
            <p:ph type="ftr" sz="quarter" idx="12"/>
          </p:nvPr>
        </p:nvSpPr>
        <p:spPr/>
        <p:txBody>
          <a:bodyPr rtlCol="0"/>
          <a:lstStyle>
            <a:defPPr>
              <a:defRPr lang="sv-SE"/>
            </a:defPPr>
          </a:lstStyle>
          <a:p>
            <a:pPr rtl="0"/>
            <a:r>
              <a:rPr lang="sv-SE"/>
              <a:t>presentationsrubrik</a:t>
            </a:r>
          </a:p>
        </p:txBody>
      </p:sp>
      <p:sp>
        <p:nvSpPr>
          <p:cNvPr id="17" name="Rektangulär 16">
            <a:extLst>
              <a:ext uri="{FF2B5EF4-FFF2-40B4-BE49-F238E27FC236}">
                <a16:creationId xmlns:a16="http://schemas.microsoft.com/office/drawing/2014/main" id="{D5896335-CC4F-4D72-23F0-F7FBFA640021}"/>
              </a:ext>
            </a:extLst>
          </p:cNvPr>
          <p:cNvSpPr/>
          <p:nvPr userDrawn="1"/>
        </p:nvSpPr>
        <p:spPr>
          <a:xfrm>
            <a:off x="1295400" y="1492377"/>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sv-SE"/>
            </a:defPPr>
          </a:lstStyle>
          <a:p>
            <a:pPr algn="ctr" rtl="0"/>
            <a:endParaRPr lang="sv-SE"/>
          </a:p>
        </p:txBody>
      </p: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zon x3">
    <p:spTree>
      <p:nvGrpSpPr>
        <p:cNvPr id="1" name=""/>
        <p:cNvGrpSpPr/>
        <p:nvPr/>
      </p:nvGrpSpPr>
      <p:grpSpPr>
        <a:xfrm>
          <a:off x="0" y="0"/>
          <a:ext cx="0" cy="0"/>
          <a:chOff x="0" y="0"/>
          <a:chExt cx="0" cy="0"/>
        </a:xfrm>
      </p:grpSpPr>
      <p:sp>
        <p:nvSpPr>
          <p:cNvPr id="3" name="Rektangulär 2">
            <a:extLst>
              <a:ext uri="{FF2B5EF4-FFF2-40B4-BE49-F238E27FC236}">
                <a16:creationId xmlns:a16="http://schemas.microsoft.com/office/drawing/2014/main" id="{1B9EF4E7-F4EF-FFCD-9B0C-961E519F6DDD}"/>
              </a:ext>
            </a:extLst>
          </p:cNvPr>
          <p:cNvSpPr/>
          <p:nvPr userDrawn="1"/>
        </p:nvSpPr>
        <p:spPr>
          <a:xfrm>
            <a:off x="5791200" y="0"/>
            <a:ext cx="6400800" cy="685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sv-SE"/>
            </a:defPPr>
          </a:lstStyle>
          <a:p>
            <a:pPr algn="ctr" rtl="0"/>
            <a:endParaRPr lang="sv-SE"/>
          </a:p>
        </p:txBody>
      </p:sp>
      <p:sp>
        <p:nvSpPr>
          <p:cNvPr id="2" name="Rubrik 1">
            <a:extLst>
              <a:ext uri="{FF2B5EF4-FFF2-40B4-BE49-F238E27FC236}">
                <a16:creationId xmlns:a16="http://schemas.microsoft.com/office/drawing/2014/main" id="{5A0D1FF5-7EF8-4250-A259-43050ABBD3B6}"/>
              </a:ext>
            </a:extLst>
          </p:cNvPr>
          <p:cNvSpPr>
            <a:spLocks noGrp="1"/>
          </p:cNvSpPr>
          <p:nvPr>
            <p:ph type="title"/>
          </p:nvPr>
        </p:nvSpPr>
        <p:spPr>
          <a:xfrm>
            <a:off x="1298448" y="4014216"/>
            <a:ext cx="4160520" cy="1828800"/>
          </a:xfrm>
        </p:spPr>
        <p:txBody>
          <a:bodyPr rtlCol="0" anchor="b" anchorCtr="0"/>
          <a:lstStyle>
            <a:defPPr>
              <a:defRPr lang="sv-SE"/>
            </a:defPPr>
          </a:lstStyle>
          <a:p>
            <a:pPr rtl="0"/>
            <a:r>
              <a:rPr lang="en-US"/>
              <a:t>Click to edit Master title style</a:t>
            </a:r>
            <a:endParaRPr lang="sv-SE"/>
          </a:p>
        </p:txBody>
      </p:sp>
      <p:sp>
        <p:nvSpPr>
          <p:cNvPr id="18" name="Platshållare för text 17">
            <a:extLst>
              <a:ext uri="{FF2B5EF4-FFF2-40B4-BE49-F238E27FC236}">
                <a16:creationId xmlns:a16="http://schemas.microsoft.com/office/drawing/2014/main" id="{CCA7A15A-B484-E46E-FF4D-179F31F1777F}"/>
              </a:ext>
            </a:extLst>
          </p:cNvPr>
          <p:cNvSpPr>
            <a:spLocks noGrp="1"/>
          </p:cNvSpPr>
          <p:nvPr>
            <p:ph type="body" idx="1"/>
          </p:nvPr>
        </p:nvSpPr>
        <p:spPr>
          <a:xfrm>
            <a:off x="7498080" y="621792"/>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rtlCol="0" anchor="b">
            <a:noAutofit/>
          </a:bodyPr>
          <a:lstStyle>
            <a:lvl1pPr marL="0" indent="0">
              <a:lnSpc>
                <a:spcPts val="1720"/>
              </a:lnSpc>
              <a:buNone/>
              <a:defRPr lang="sv-SE" sz="2000" b="0" i="0" cap="all" spc="200" baseline="0">
                <a:latin typeface="+mj-lt"/>
                <a:cs typeface="Posterama" panose="020B0504020200020000" pitchFamily="34" charset="0"/>
              </a:defRPr>
            </a:lvl1pPr>
            <a:lvl2pPr marL="457200" indent="0">
              <a:buNone/>
              <a:defRPr lang="sv-SE" sz="2000" b="1"/>
            </a:lvl2pPr>
            <a:lvl3pPr marL="914400" indent="0">
              <a:buNone/>
              <a:defRPr lang="sv-SE" sz="1800" b="1"/>
            </a:lvl3pPr>
            <a:lvl4pPr marL="1371600" indent="0">
              <a:buNone/>
              <a:defRPr lang="sv-SE" sz="1600" b="1"/>
            </a:lvl4pPr>
            <a:lvl5pPr marL="1828800" indent="0">
              <a:buNone/>
              <a:defRPr lang="sv-SE" sz="1600" b="1"/>
            </a:lvl5pPr>
            <a:lvl6pPr marL="2286000" indent="0">
              <a:buNone/>
              <a:defRPr lang="sv-SE" sz="1600" b="1"/>
            </a:lvl6pPr>
            <a:lvl7pPr marL="2743200" indent="0">
              <a:buNone/>
              <a:defRPr lang="sv-SE" sz="1600" b="1"/>
            </a:lvl7pPr>
            <a:lvl8pPr marL="3200400" indent="0">
              <a:buNone/>
              <a:defRPr lang="sv-SE" sz="1600" b="1"/>
            </a:lvl8pPr>
            <a:lvl9pPr marL="3657600" indent="0">
              <a:buNone/>
              <a:defRPr lang="sv-SE" sz="1600" b="1"/>
            </a:lvl9pPr>
          </a:lstStyle>
          <a:p>
            <a:pPr lvl="0" rtl="0"/>
            <a:r>
              <a:rPr lang="en-US"/>
              <a:t>Click to edit Master text styles</a:t>
            </a:r>
          </a:p>
        </p:txBody>
      </p:sp>
      <p:sp>
        <p:nvSpPr>
          <p:cNvPr id="4" name="Platshållare för innehåll 3">
            <a:extLst>
              <a:ext uri="{FF2B5EF4-FFF2-40B4-BE49-F238E27FC236}">
                <a16:creationId xmlns:a16="http://schemas.microsoft.com/office/drawing/2014/main" id="{C752CCA9-53A3-4DA5-AD45-C2A2C12A3A6A}"/>
              </a:ext>
            </a:extLst>
          </p:cNvPr>
          <p:cNvSpPr>
            <a:spLocks noGrp="1"/>
          </p:cNvSpPr>
          <p:nvPr>
            <p:ph sz="half" idx="2"/>
          </p:nvPr>
        </p:nvSpPr>
        <p:spPr>
          <a:xfrm>
            <a:off x="7498080" y="1069848"/>
            <a:ext cx="3886200" cy="1527048"/>
          </a:xfrm>
        </p:spPr>
        <p:txBody>
          <a:bodyPr rtlCol="0"/>
          <a:lstStyle>
            <a:lvl1pPr marL="0" indent="0">
              <a:lnSpc>
                <a:spcPct val="100000"/>
              </a:lnSpc>
              <a:buNone/>
              <a:defRPr lang="sv-SE" sz="1400"/>
            </a:lvl1pPr>
            <a:lvl2pPr marL="228600">
              <a:lnSpc>
                <a:spcPct val="100000"/>
              </a:lnSpc>
              <a:defRPr lang="sv-SE" sz="1400"/>
            </a:lvl2pPr>
            <a:lvl3pPr marL="457200">
              <a:lnSpc>
                <a:spcPct val="100000"/>
              </a:lnSpc>
              <a:defRPr lang="sv-SE" sz="1400"/>
            </a:lvl3pPr>
            <a:lvl4pPr marL="685800">
              <a:lnSpc>
                <a:spcPct val="100000"/>
              </a:lnSpc>
              <a:defRPr lang="sv-SE" sz="1400"/>
            </a:lvl4pPr>
            <a:lvl5pPr marL="1143000">
              <a:lnSpc>
                <a:spcPct val="100000"/>
              </a:lnSpc>
              <a:defRPr lang="sv-SE" sz="140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sv-SE"/>
          </a:p>
        </p:txBody>
      </p:sp>
      <p:sp>
        <p:nvSpPr>
          <p:cNvPr id="21" name="Platshållare för text 20">
            <a:extLst>
              <a:ext uri="{FF2B5EF4-FFF2-40B4-BE49-F238E27FC236}">
                <a16:creationId xmlns:a16="http://schemas.microsoft.com/office/drawing/2014/main" id="{A123542D-139D-45CC-7853-FE3702B4BB1E}"/>
              </a:ext>
            </a:extLst>
          </p:cNvPr>
          <p:cNvSpPr>
            <a:spLocks noGrp="1"/>
          </p:cNvSpPr>
          <p:nvPr>
            <p:ph type="body" sz="quarter" idx="3"/>
          </p:nvPr>
        </p:nvSpPr>
        <p:spPr>
          <a:xfrm>
            <a:off x="7498080" y="3172968"/>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rtlCol="0" anchor="b" anchorCtr="0">
            <a:noAutofit/>
          </a:bodyPr>
          <a:lstStyle>
            <a:lvl1pPr marL="0" indent="0">
              <a:lnSpc>
                <a:spcPts val="1720"/>
              </a:lnSpc>
              <a:buNone/>
              <a:defRPr lang="sv-SE" sz="2000" b="0" i="0" cap="all" spc="200" baseline="0">
                <a:latin typeface="+mj-lt"/>
                <a:cs typeface="Posterama" panose="020B0504020200020000" pitchFamily="34" charset="0"/>
              </a:defRPr>
            </a:lvl1pPr>
            <a:lvl2pPr marL="457200" indent="0">
              <a:buNone/>
              <a:defRPr lang="sv-SE" sz="2000" b="1"/>
            </a:lvl2pPr>
            <a:lvl3pPr marL="914400" indent="0">
              <a:buNone/>
              <a:defRPr lang="sv-SE" sz="1800" b="1"/>
            </a:lvl3pPr>
            <a:lvl4pPr marL="1371600" indent="0">
              <a:buNone/>
              <a:defRPr lang="sv-SE" sz="1600" b="1"/>
            </a:lvl4pPr>
            <a:lvl5pPr marL="1828800" indent="0">
              <a:buNone/>
              <a:defRPr lang="sv-SE" sz="1600" b="1"/>
            </a:lvl5pPr>
            <a:lvl6pPr marL="2286000" indent="0">
              <a:buNone/>
              <a:defRPr lang="sv-SE" sz="1600" b="1"/>
            </a:lvl6pPr>
            <a:lvl7pPr marL="2743200" indent="0">
              <a:buNone/>
              <a:defRPr lang="sv-SE" sz="1600" b="1"/>
            </a:lvl7pPr>
            <a:lvl8pPr marL="3200400" indent="0">
              <a:buNone/>
              <a:defRPr lang="sv-SE" sz="1600" b="1"/>
            </a:lvl8pPr>
            <a:lvl9pPr marL="3657600" indent="0">
              <a:buNone/>
              <a:defRPr lang="sv-SE" sz="1600" b="1"/>
            </a:lvl9pPr>
          </a:lstStyle>
          <a:p>
            <a:pPr lvl="0" rtl="0"/>
            <a:r>
              <a:rPr lang="en-US"/>
              <a:t>Click to edit Master text styles</a:t>
            </a:r>
          </a:p>
        </p:txBody>
      </p:sp>
      <p:sp>
        <p:nvSpPr>
          <p:cNvPr id="6" name="Platshållare för innehåll 5">
            <a:extLst>
              <a:ext uri="{FF2B5EF4-FFF2-40B4-BE49-F238E27FC236}">
                <a16:creationId xmlns:a16="http://schemas.microsoft.com/office/drawing/2014/main" id="{E2E342EE-68BB-484D-98C3-48A7847549D4}"/>
              </a:ext>
            </a:extLst>
          </p:cNvPr>
          <p:cNvSpPr>
            <a:spLocks noGrp="1"/>
          </p:cNvSpPr>
          <p:nvPr>
            <p:ph sz="quarter" idx="4"/>
          </p:nvPr>
        </p:nvSpPr>
        <p:spPr>
          <a:xfrm>
            <a:off x="7498080" y="3621024"/>
            <a:ext cx="3886200" cy="1179576"/>
          </a:xfrm>
        </p:spPr>
        <p:txBody>
          <a:bodyPr rtlCol="0"/>
          <a:lstStyle>
            <a:lvl1pPr marL="0" indent="0">
              <a:lnSpc>
                <a:spcPct val="100000"/>
              </a:lnSpc>
              <a:buNone/>
              <a:defRPr lang="sv-SE" sz="1400"/>
            </a:lvl1pPr>
            <a:lvl2pPr marL="228600">
              <a:lnSpc>
                <a:spcPct val="100000"/>
              </a:lnSpc>
              <a:defRPr lang="sv-SE" sz="1400"/>
            </a:lvl2pPr>
            <a:lvl3pPr marL="457200">
              <a:lnSpc>
                <a:spcPct val="100000"/>
              </a:lnSpc>
              <a:defRPr lang="sv-SE" sz="1400"/>
            </a:lvl3pPr>
            <a:lvl4pPr marL="685800">
              <a:lnSpc>
                <a:spcPct val="100000"/>
              </a:lnSpc>
              <a:defRPr lang="sv-SE" sz="1400"/>
            </a:lvl4pPr>
            <a:lvl5pPr marL="1143000">
              <a:lnSpc>
                <a:spcPct val="100000"/>
              </a:lnSpc>
              <a:defRPr lang="sv-SE" sz="140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sv-SE"/>
          </a:p>
        </p:txBody>
      </p:sp>
      <p:sp>
        <p:nvSpPr>
          <p:cNvPr id="9" name="Platshållare för bildnumm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t>‹#›</a:t>
            </a:fld>
            <a:endParaRPr lang="sv-SE"/>
          </a:p>
        </p:txBody>
      </p:sp>
      <p:sp>
        <p:nvSpPr>
          <p:cNvPr id="12" name="Platshållare för sidfot 11">
            <a:extLst>
              <a:ext uri="{FF2B5EF4-FFF2-40B4-BE49-F238E27FC236}">
                <a16:creationId xmlns:a16="http://schemas.microsoft.com/office/drawing/2014/main" id="{971F094C-919A-3E78-DE58-27C2B997C940}"/>
              </a:ext>
            </a:extLst>
          </p:cNvPr>
          <p:cNvSpPr>
            <a:spLocks noGrp="1"/>
          </p:cNvSpPr>
          <p:nvPr>
            <p:ph type="ftr" sz="quarter" idx="12"/>
          </p:nvPr>
        </p:nvSpPr>
        <p:spPr/>
        <p:txBody>
          <a:bodyPr rtlCol="0"/>
          <a:lstStyle>
            <a:defPPr>
              <a:defRPr lang="sv-SE"/>
            </a:defPPr>
          </a:lstStyle>
          <a:p>
            <a:pPr rtl="0"/>
            <a:r>
              <a:rPr lang="sv-SE"/>
              <a:t>presentationsrubrik</a:t>
            </a:r>
          </a:p>
        </p:txBody>
      </p:sp>
      <p:sp>
        <p:nvSpPr>
          <p:cNvPr id="5" name="Platshållare för bild 6">
            <a:extLst>
              <a:ext uri="{FF2B5EF4-FFF2-40B4-BE49-F238E27FC236}">
                <a16:creationId xmlns:a16="http://schemas.microsoft.com/office/drawing/2014/main" id="{AD6DBECB-0E53-C186-A485-96A8FC1252C7}"/>
              </a:ext>
            </a:extLst>
          </p:cNvPr>
          <p:cNvSpPr>
            <a:spLocks noGrp="1"/>
          </p:cNvSpPr>
          <p:nvPr>
            <p:ph type="pic" sz="quarter" idx="14"/>
          </p:nvPr>
        </p:nvSpPr>
        <p:spPr>
          <a:xfrm>
            <a:off x="1298448" y="612648"/>
            <a:ext cx="3200400" cy="3200400"/>
          </a:xfrm>
          <a:prstGeom prst="ellipse">
            <a:avLst/>
          </a:prstGeom>
          <a:noFill/>
        </p:spPr>
        <p:txBody>
          <a:bodyPr rtlCol="0" anchor="ctr"/>
          <a:lstStyle>
            <a:lvl1pPr marL="0" indent="0" algn="ctr">
              <a:buNone/>
              <a:defRPr lang="sv-SE"/>
            </a:lvl1pPr>
          </a:lstStyle>
          <a:p>
            <a:pPr rtl="0"/>
            <a:r>
              <a:rPr lang="en-US"/>
              <a:t>Click icon to add picture</a:t>
            </a:r>
            <a:endParaRPr lang="sv-SE"/>
          </a:p>
        </p:txBody>
      </p:sp>
      <p:sp>
        <p:nvSpPr>
          <p:cNvPr id="7" name="Platshållare för text 20">
            <a:extLst>
              <a:ext uri="{FF2B5EF4-FFF2-40B4-BE49-F238E27FC236}">
                <a16:creationId xmlns:a16="http://schemas.microsoft.com/office/drawing/2014/main" id="{F0B28D44-29B3-3396-973D-82E361161253}"/>
              </a:ext>
            </a:extLst>
          </p:cNvPr>
          <p:cNvSpPr>
            <a:spLocks noGrp="1"/>
          </p:cNvSpPr>
          <p:nvPr>
            <p:ph type="body" sz="quarter" idx="15"/>
          </p:nvPr>
        </p:nvSpPr>
        <p:spPr>
          <a:xfrm>
            <a:off x="7498080" y="5129784"/>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rtlCol="0" anchor="b" anchorCtr="0">
            <a:noAutofit/>
          </a:bodyPr>
          <a:lstStyle>
            <a:lvl1pPr marL="0" indent="0">
              <a:lnSpc>
                <a:spcPts val="1720"/>
              </a:lnSpc>
              <a:buNone/>
              <a:defRPr lang="sv-SE" sz="2000" b="0" i="0" cap="all" spc="200" baseline="0">
                <a:latin typeface="+mj-lt"/>
                <a:cs typeface="Posterama" panose="020B0504020200020000" pitchFamily="34" charset="0"/>
              </a:defRPr>
            </a:lvl1pPr>
            <a:lvl2pPr marL="457200" indent="0">
              <a:buNone/>
              <a:defRPr lang="sv-SE" sz="2000" b="1"/>
            </a:lvl2pPr>
            <a:lvl3pPr marL="914400" indent="0">
              <a:buNone/>
              <a:defRPr lang="sv-SE" sz="1800" b="1"/>
            </a:lvl3pPr>
            <a:lvl4pPr marL="1371600" indent="0">
              <a:buNone/>
              <a:defRPr lang="sv-SE" sz="1600" b="1"/>
            </a:lvl4pPr>
            <a:lvl5pPr marL="1828800" indent="0">
              <a:buNone/>
              <a:defRPr lang="sv-SE" sz="1600" b="1"/>
            </a:lvl5pPr>
            <a:lvl6pPr marL="2286000" indent="0">
              <a:buNone/>
              <a:defRPr lang="sv-SE" sz="1600" b="1"/>
            </a:lvl6pPr>
            <a:lvl7pPr marL="2743200" indent="0">
              <a:buNone/>
              <a:defRPr lang="sv-SE" sz="1600" b="1"/>
            </a:lvl7pPr>
            <a:lvl8pPr marL="3200400" indent="0">
              <a:buNone/>
              <a:defRPr lang="sv-SE" sz="1600" b="1"/>
            </a:lvl8pPr>
            <a:lvl9pPr marL="3657600" indent="0">
              <a:buNone/>
              <a:defRPr lang="sv-SE" sz="1600" b="1"/>
            </a:lvl9pPr>
          </a:lstStyle>
          <a:p>
            <a:pPr lvl="0" rtl="0"/>
            <a:r>
              <a:rPr lang="en-US"/>
              <a:t>Click to edit Master text styles</a:t>
            </a:r>
          </a:p>
        </p:txBody>
      </p:sp>
      <p:sp>
        <p:nvSpPr>
          <p:cNvPr id="8" name="Platshållare för innehåll 5">
            <a:extLst>
              <a:ext uri="{FF2B5EF4-FFF2-40B4-BE49-F238E27FC236}">
                <a16:creationId xmlns:a16="http://schemas.microsoft.com/office/drawing/2014/main" id="{C06156AC-1153-3958-CFE6-6CDCC21C38A9}"/>
              </a:ext>
            </a:extLst>
          </p:cNvPr>
          <p:cNvSpPr>
            <a:spLocks noGrp="1"/>
          </p:cNvSpPr>
          <p:nvPr>
            <p:ph sz="quarter" idx="16"/>
          </p:nvPr>
        </p:nvSpPr>
        <p:spPr>
          <a:xfrm>
            <a:off x="7498080" y="5568696"/>
            <a:ext cx="3886200" cy="905256"/>
          </a:xfrm>
        </p:spPr>
        <p:txBody>
          <a:bodyPr rtlCol="0"/>
          <a:lstStyle>
            <a:lvl1pPr marL="0" indent="0">
              <a:lnSpc>
                <a:spcPct val="100000"/>
              </a:lnSpc>
              <a:buNone/>
              <a:defRPr lang="sv-SE" sz="1400"/>
            </a:lvl1pPr>
            <a:lvl2pPr marL="228600">
              <a:lnSpc>
                <a:spcPct val="100000"/>
              </a:lnSpc>
              <a:defRPr lang="sv-SE" sz="1400"/>
            </a:lvl2pPr>
            <a:lvl3pPr marL="457200">
              <a:lnSpc>
                <a:spcPct val="100000"/>
              </a:lnSpc>
              <a:defRPr lang="sv-SE" sz="1400"/>
            </a:lvl3pPr>
            <a:lvl4pPr marL="685800">
              <a:lnSpc>
                <a:spcPct val="100000"/>
              </a:lnSpc>
              <a:defRPr lang="sv-SE" sz="1400"/>
            </a:lvl4pPr>
            <a:lvl5pPr marL="1143000">
              <a:lnSpc>
                <a:spcPct val="100000"/>
              </a:lnSpc>
              <a:defRPr lang="sv-SE" sz="140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sv-SE"/>
          </a:p>
        </p:txBody>
      </p:sp>
      <p:sp>
        <p:nvSpPr>
          <p:cNvPr id="11" name="Platshållare för bild 10">
            <a:extLst>
              <a:ext uri="{FF2B5EF4-FFF2-40B4-BE49-F238E27FC236}">
                <a16:creationId xmlns:a16="http://schemas.microsoft.com/office/drawing/2014/main" id="{A4CE90CA-176B-1E45-FECF-0290B1DCF55C}"/>
              </a:ext>
            </a:extLst>
          </p:cNvPr>
          <p:cNvSpPr>
            <a:spLocks noGrp="1"/>
          </p:cNvSpPr>
          <p:nvPr>
            <p:ph type="pic" sz="quarter" idx="17"/>
          </p:nvPr>
        </p:nvSpPr>
        <p:spPr>
          <a:xfrm>
            <a:off x="6245352" y="704088"/>
            <a:ext cx="914400" cy="914400"/>
          </a:xfrm>
        </p:spPr>
        <p:txBody>
          <a:bodyPr rtlCol="0" anchor="ctr"/>
          <a:lstStyle>
            <a:lvl1pPr marL="0" indent="0" algn="ctr">
              <a:buNone/>
              <a:defRPr lang="sv-SE" sz="900"/>
            </a:lvl1pPr>
          </a:lstStyle>
          <a:p>
            <a:pPr rtl="0"/>
            <a:r>
              <a:rPr lang="en-US"/>
              <a:t>Click icon to add picture</a:t>
            </a:r>
            <a:endParaRPr lang="sv-SE"/>
          </a:p>
        </p:txBody>
      </p:sp>
      <p:sp>
        <p:nvSpPr>
          <p:cNvPr id="13" name="Platshållare för bild 10">
            <a:extLst>
              <a:ext uri="{FF2B5EF4-FFF2-40B4-BE49-F238E27FC236}">
                <a16:creationId xmlns:a16="http://schemas.microsoft.com/office/drawing/2014/main" id="{365BC287-99EE-D6FA-48B9-1E6FFE9357EA}"/>
              </a:ext>
            </a:extLst>
          </p:cNvPr>
          <p:cNvSpPr>
            <a:spLocks noGrp="1"/>
          </p:cNvSpPr>
          <p:nvPr>
            <p:ph type="pic" sz="quarter" idx="18"/>
          </p:nvPr>
        </p:nvSpPr>
        <p:spPr>
          <a:xfrm>
            <a:off x="6245352" y="3273552"/>
            <a:ext cx="914400" cy="914400"/>
          </a:xfrm>
        </p:spPr>
        <p:txBody>
          <a:bodyPr rtlCol="0" anchor="ctr"/>
          <a:lstStyle>
            <a:lvl1pPr marL="0" indent="0" algn="ctr">
              <a:buNone/>
              <a:defRPr lang="sv-SE" sz="900"/>
            </a:lvl1pPr>
          </a:lstStyle>
          <a:p>
            <a:pPr rtl="0"/>
            <a:r>
              <a:rPr lang="en-US"/>
              <a:t>Click icon to add picture</a:t>
            </a:r>
            <a:endParaRPr lang="sv-SE"/>
          </a:p>
        </p:txBody>
      </p:sp>
      <p:sp>
        <p:nvSpPr>
          <p:cNvPr id="14" name="Platshållare för bild 10">
            <a:extLst>
              <a:ext uri="{FF2B5EF4-FFF2-40B4-BE49-F238E27FC236}">
                <a16:creationId xmlns:a16="http://schemas.microsoft.com/office/drawing/2014/main" id="{ECE7A377-A1E6-77DF-79F9-F251BD757741}"/>
              </a:ext>
            </a:extLst>
          </p:cNvPr>
          <p:cNvSpPr>
            <a:spLocks noGrp="1"/>
          </p:cNvSpPr>
          <p:nvPr>
            <p:ph type="pic" sz="quarter" idx="19"/>
          </p:nvPr>
        </p:nvSpPr>
        <p:spPr>
          <a:xfrm>
            <a:off x="6245352" y="5166360"/>
            <a:ext cx="914400" cy="914400"/>
          </a:xfrm>
        </p:spPr>
        <p:txBody>
          <a:bodyPr rtlCol="0" anchor="ctr"/>
          <a:lstStyle>
            <a:lvl1pPr marL="0" indent="0" algn="ctr">
              <a:buNone/>
              <a:defRPr lang="sv-SE" sz="900"/>
            </a:lvl1pPr>
          </a:lstStyle>
          <a:p>
            <a:pPr rtl="0"/>
            <a:r>
              <a:rPr lang="en-US"/>
              <a:t>Click icon to add picture</a:t>
            </a:r>
            <a:endParaRPr lang="sv-SE"/>
          </a:p>
        </p:txBody>
      </p:sp>
      <p:cxnSp>
        <p:nvCxnSpPr>
          <p:cNvPr id="15" name="Rak 14">
            <a:extLst>
              <a:ext uri="{FF2B5EF4-FFF2-40B4-BE49-F238E27FC236}">
                <a16:creationId xmlns:a16="http://schemas.microsoft.com/office/drawing/2014/main" id="{52D976B1-BEF2-CB69-E97E-A6DAD1F04689}"/>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3116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ammanfattning">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F9358819-7D9B-11CB-DBC5-CC8BC5C076D2}"/>
              </a:ext>
            </a:extLst>
          </p:cNvPr>
          <p:cNvSpPr>
            <a:spLocks noGrp="1"/>
          </p:cNvSpPr>
          <p:nvPr>
            <p:ph type="sldNum" sz="quarter" idx="10"/>
          </p:nvPr>
        </p:nvSpPr>
        <p:spPr/>
        <p:txBody>
          <a:bodyPr rtlCol="0"/>
          <a:lstStyle>
            <a:defPPr>
              <a:defRPr lang="sv-SE"/>
            </a:defPPr>
          </a:lstStyle>
          <a:p>
            <a:pPr rtl="0"/>
            <a:fld id="{75DF2D63-3FF5-D547-96B9-BE9CCD1ABA58}" type="slidenum">
              <a:rPr lang="sv-SE" smtClean="0"/>
              <a:pPr rtl="0"/>
              <a:t>‹#›</a:t>
            </a:fld>
            <a:endParaRPr lang="sv-SE"/>
          </a:p>
        </p:txBody>
      </p:sp>
      <p:sp>
        <p:nvSpPr>
          <p:cNvPr id="4" name="Platshållare för sidfot 3">
            <a:extLst>
              <a:ext uri="{FF2B5EF4-FFF2-40B4-BE49-F238E27FC236}">
                <a16:creationId xmlns:a16="http://schemas.microsoft.com/office/drawing/2014/main" id="{B2EB2EEB-FE70-98B2-9437-0E1E91F929E8}"/>
              </a:ext>
            </a:extLst>
          </p:cNvPr>
          <p:cNvSpPr>
            <a:spLocks noGrp="1"/>
          </p:cNvSpPr>
          <p:nvPr>
            <p:ph type="ftr" sz="quarter" idx="11"/>
          </p:nvPr>
        </p:nvSpPr>
        <p:spPr/>
        <p:txBody>
          <a:bodyPr rtlCol="0"/>
          <a:lstStyle>
            <a:defPPr>
              <a:defRPr lang="sv-SE"/>
            </a:defPPr>
          </a:lstStyle>
          <a:p>
            <a:pPr rtl="0"/>
            <a:r>
              <a:rPr lang="sv-SE"/>
              <a:t>presentationsrubrik</a:t>
            </a:r>
          </a:p>
        </p:txBody>
      </p:sp>
      <p:cxnSp>
        <p:nvCxnSpPr>
          <p:cNvPr id="5" name="Rak 4">
            <a:extLst>
              <a:ext uri="{FF2B5EF4-FFF2-40B4-BE49-F238E27FC236}">
                <a16:creationId xmlns:a16="http://schemas.microsoft.com/office/drawing/2014/main" id="{DFAA902D-BDC9-E5AF-D40D-7B8DE616EBE0}"/>
              </a:ext>
            </a:extLst>
          </p:cNvPr>
          <p:cNvCxnSpPr>
            <a:cxnSpLocks/>
          </p:cNvCxnSpPr>
          <p:nvPr userDrawn="1"/>
        </p:nvCxnSpPr>
        <p:spPr>
          <a:xfrm>
            <a:off x="5890260" y="153619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Platshållare för text 7">
            <a:extLst>
              <a:ext uri="{FF2B5EF4-FFF2-40B4-BE49-F238E27FC236}">
                <a16:creationId xmlns:a16="http://schemas.microsoft.com/office/drawing/2014/main" id="{92A4017E-4CAA-8499-38AE-3A3306A7EB26}"/>
              </a:ext>
            </a:extLst>
          </p:cNvPr>
          <p:cNvSpPr>
            <a:spLocks noGrp="1"/>
          </p:cNvSpPr>
          <p:nvPr>
            <p:ph type="body" sz="quarter" idx="12"/>
          </p:nvPr>
        </p:nvSpPr>
        <p:spPr>
          <a:xfrm>
            <a:off x="2834640" y="2057400"/>
            <a:ext cx="6519672" cy="2971800"/>
          </a:xfrm>
          <a:solidFill>
            <a:schemeClr val="accent4"/>
          </a:solidFill>
        </p:spPr>
        <p:txBody>
          <a:bodyPr lIns="576072" tIns="228600" rIns="576072" bIns="228600" rtlCol="0" anchor="ctr"/>
          <a:lstStyle>
            <a:lvl1pPr marL="0" indent="0" algn="ctr">
              <a:lnSpc>
                <a:spcPts val="2460"/>
              </a:lnSpc>
              <a:buNone/>
              <a:defRPr lang="sv-SE" sz="2000"/>
            </a:lvl1pPr>
          </a:lstStyle>
          <a:p>
            <a:pPr lvl="0" rtl="0"/>
            <a:r>
              <a:rPr lang="en-US"/>
              <a:t>Click to edit Master text styles</a:t>
            </a:r>
          </a:p>
        </p:txBody>
      </p:sp>
      <p:sp>
        <p:nvSpPr>
          <p:cNvPr id="11" name="Platshållare för bild 10">
            <a:extLst>
              <a:ext uri="{FF2B5EF4-FFF2-40B4-BE49-F238E27FC236}">
                <a16:creationId xmlns:a16="http://schemas.microsoft.com/office/drawing/2014/main" id="{E9103CB5-F9EF-D6DA-A5D4-DCCAEBEBE615}"/>
              </a:ext>
            </a:extLst>
          </p:cNvPr>
          <p:cNvSpPr>
            <a:spLocks noGrp="1"/>
          </p:cNvSpPr>
          <p:nvPr>
            <p:ph type="pic" sz="quarter" idx="13"/>
          </p:nvPr>
        </p:nvSpPr>
        <p:spPr>
          <a:xfrm>
            <a:off x="2871216" y="5330952"/>
            <a:ext cx="6519672" cy="1527048"/>
          </a:xfrm>
        </p:spPr>
        <p:txBody>
          <a:bodyPr rtlCol="0"/>
          <a:lstStyle>
            <a:defPPr>
              <a:defRPr lang="sv-SE"/>
            </a:defPPr>
          </a:lstStyle>
          <a:p>
            <a:pPr rtl="0"/>
            <a:r>
              <a:rPr lang="en-US"/>
              <a:t>Click icon to add picture</a:t>
            </a:r>
            <a:endParaRPr lang="sv-SE"/>
          </a:p>
        </p:txBody>
      </p:sp>
      <p:sp>
        <p:nvSpPr>
          <p:cNvPr id="2" name="Rubrik 1">
            <a:extLst>
              <a:ext uri="{FF2B5EF4-FFF2-40B4-BE49-F238E27FC236}">
                <a16:creationId xmlns:a16="http://schemas.microsoft.com/office/drawing/2014/main" id="{E217F00C-8F19-CB9F-D5BF-9A5F4C77E256}"/>
              </a:ext>
            </a:extLst>
          </p:cNvPr>
          <p:cNvSpPr>
            <a:spLocks noGrp="1"/>
          </p:cNvSpPr>
          <p:nvPr>
            <p:ph type="title"/>
          </p:nvPr>
        </p:nvSpPr>
        <p:spPr>
          <a:xfrm>
            <a:off x="4116324" y="609600"/>
            <a:ext cx="3959352" cy="530352"/>
          </a:xfrm>
        </p:spPr>
        <p:txBody>
          <a:bodyPr rtlCol="0"/>
          <a:lstStyle>
            <a:lvl1pPr algn="ctr">
              <a:defRPr lang="sv-SE"/>
            </a:lvl1pPr>
          </a:lstStyle>
          <a:p>
            <a:pPr rtl="0"/>
            <a:r>
              <a:rPr lang="en-US"/>
              <a:t>Click to edit Master title style</a:t>
            </a:r>
            <a:endParaRPr lang="sv-SE"/>
          </a:p>
        </p:txBody>
      </p:sp>
    </p:spTree>
    <p:extLst>
      <p:ext uri="{BB962C8B-B14F-4D97-AF65-F5344CB8AC3E}">
        <p14:creationId xmlns:p14="http://schemas.microsoft.com/office/powerpoint/2010/main" val="1466626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vslutning">
    <p:spTree>
      <p:nvGrpSpPr>
        <p:cNvPr id="1" name=""/>
        <p:cNvGrpSpPr/>
        <p:nvPr/>
      </p:nvGrpSpPr>
      <p:grpSpPr>
        <a:xfrm>
          <a:off x="0" y="0"/>
          <a:ext cx="0" cy="0"/>
          <a:chOff x="0" y="0"/>
          <a:chExt cx="0" cy="0"/>
        </a:xfrm>
      </p:grpSpPr>
      <p:sp>
        <p:nvSpPr>
          <p:cNvPr id="19" name="Platshållare för bild 18">
            <a:extLst>
              <a:ext uri="{FF2B5EF4-FFF2-40B4-BE49-F238E27FC236}">
                <a16:creationId xmlns:a16="http://schemas.microsoft.com/office/drawing/2014/main" id="{8C402F40-958A-D2BF-629C-39B659EC95D4}"/>
              </a:ext>
            </a:extLst>
          </p:cNvPr>
          <p:cNvSpPr>
            <a:spLocks noGrp="1"/>
          </p:cNvSpPr>
          <p:nvPr>
            <p:ph type="pic" sz="quarter" idx="12"/>
          </p:nvPr>
        </p:nvSpPr>
        <p:spPr>
          <a:xfrm>
            <a:off x="0" y="1"/>
            <a:ext cx="12191999" cy="6858000"/>
          </a:xfrm>
          <a:custGeom>
            <a:avLst/>
            <a:gdLst>
              <a:gd name="connsiteX0" fmla="*/ 5890261 w 12191999"/>
              <a:gd name="connsiteY0" fmla="*/ 4496651 h 6858000"/>
              <a:gd name="connsiteX1" fmla="*/ 5890261 w 12191999"/>
              <a:gd name="connsiteY1" fmla="*/ 4584953 h 6858000"/>
              <a:gd name="connsiteX2" fmla="*/ 6299835 w 12191999"/>
              <a:gd name="connsiteY2" fmla="*/ 4584953 h 6858000"/>
              <a:gd name="connsiteX3" fmla="*/ 6299835 w 12191999"/>
              <a:gd name="connsiteY3" fmla="*/ 4496651 h 6858000"/>
              <a:gd name="connsiteX4" fmla="*/ 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5890261" y="4496651"/>
                </a:moveTo>
                <a:lnTo>
                  <a:pt x="5890261" y="4584953"/>
                </a:lnTo>
                <a:lnTo>
                  <a:pt x="6299835" y="4584953"/>
                </a:lnTo>
                <a:lnTo>
                  <a:pt x="6299835" y="4496651"/>
                </a:lnTo>
                <a:close/>
                <a:moveTo>
                  <a:pt x="0" y="0"/>
                </a:moveTo>
                <a:lnTo>
                  <a:pt x="12191999" y="0"/>
                </a:lnTo>
                <a:lnTo>
                  <a:pt x="12191999" y="6858000"/>
                </a:lnTo>
                <a:lnTo>
                  <a:pt x="0" y="6858000"/>
                </a:lnTo>
                <a:close/>
              </a:path>
            </a:pathLst>
          </a:custGeom>
        </p:spPr>
        <p:txBody>
          <a:bodyPr wrap="square" rtlCol="0">
            <a:noAutofit/>
          </a:bodyPr>
          <a:lstStyle>
            <a:defPPr>
              <a:defRPr lang="sv-SE"/>
            </a:defPPr>
          </a:lstStyle>
          <a:p>
            <a:pPr rtl="0"/>
            <a:r>
              <a:rPr lang="en-US"/>
              <a:t>Click icon to add picture</a:t>
            </a:r>
            <a:endParaRPr lang="sv-SE"/>
          </a:p>
        </p:txBody>
      </p:sp>
      <p:sp>
        <p:nvSpPr>
          <p:cNvPr id="16" name="Rubrik 15">
            <a:extLst>
              <a:ext uri="{FF2B5EF4-FFF2-40B4-BE49-F238E27FC236}">
                <a16:creationId xmlns:a16="http://schemas.microsoft.com/office/drawing/2014/main" id="{ABAFD431-F46D-3701-6A51-738ADAF3A5E3}"/>
              </a:ext>
            </a:extLst>
          </p:cNvPr>
          <p:cNvSpPr>
            <a:spLocks noGrp="1"/>
          </p:cNvSpPr>
          <p:nvPr>
            <p:ph type="title"/>
          </p:nvPr>
        </p:nvSpPr>
        <p:spPr>
          <a:xfrm>
            <a:off x="1535715" y="1485302"/>
            <a:ext cx="9120570" cy="3887396"/>
          </a:xfrm>
          <a:custGeom>
            <a:avLst/>
            <a:gdLst>
              <a:gd name="connsiteX0" fmla="*/ 4354545 w 9120570"/>
              <a:gd name="connsiteY0" fmla="*/ 3011350 h 3887396"/>
              <a:gd name="connsiteX1" fmla="*/ 4354545 w 9120570"/>
              <a:gd name="connsiteY1" fmla="*/ 3099652 h 3887396"/>
              <a:gd name="connsiteX2" fmla="*/ 4764120 w 9120570"/>
              <a:gd name="connsiteY2" fmla="*/ 3099652 h 3887396"/>
              <a:gd name="connsiteX3" fmla="*/ 4764120 w 9120570"/>
              <a:gd name="connsiteY3" fmla="*/ 3011350 h 3887396"/>
              <a:gd name="connsiteX4" fmla="*/ 0 w 9120570"/>
              <a:gd name="connsiteY4" fmla="*/ 0 h 3887396"/>
              <a:gd name="connsiteX5" fmla="*/ 9120570 w 9120570"/>
              <a:gd name="connsiteY5" fmla="*/ 0 h 3887396"/>
              <a:gd name="connsiteX6" fmla="*/ 9120570 w 9120570"/>
              <a:gd name="connsiteY6" fmla="*/ 3887396 h 3887396"/>
              <a:gd name="connsiteX7" fmla="*/ 0 w 9120570"/>
              <a:gd name="connsiteY7" fmla="*/ 3887396 h 388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20570" h="3887396">
                <a:moveTo>
                  <a:pt x="4354545" y="3011350"/>
                </a:moveTo>
                <a:lnTo>
                  <a:pt x="4354545" y="3099652"/>
                </a:lnTo>
                <a:lnTo>
                  <a:pt x="4764120" y="3099652"/>
                </a:lnTo>
                <a:lnTo>
                  <a:pt x="4764120" y="3011350"/>
                </a:lnTo>
                <a:close/>
                <a:moveTo>
                  <a:pt x="0" y="0"/>
                </a:moveTo>
                <a:lnTo>
                  <a:pt x="9120570" y="0"/>
                </a:lnTo>
                <a:lnTo>
                  <a:pt x="9120570" y="3887396"/>
                </a:lnTo>
                <a:lnTo>
                  <a:pt x="0" y="3887396"/>
                </a:lnTo>
                <a:close/>
              </a:path>
            </a:pathLst>
          </a:custGeom>
          <a:solidFill>
            <a:schemeClr val="accent1">
              <a:lumMod val="20000"/>
              <a:lumOff val="80000"/>
            </a:schemeClr>
          </a:solidFill>
        </p:spPr>
        <p:txBody>
          <a:bodyPr wrap="square" bIns="1097280" rtlCol="0" anchor="b">
            <a:noAutofit/>
          </a:bodyPr>
          <a:lstStyle>
            <a:lvl1pPr algn="ctr">
              <a:defRPr lang="sv-SE"/>
            </a:lvl1pPr>
          </a:lstStyle>
          <a:p>
            <a:pPr rtl="0"/>
            <a:r>
              <a:rPr lang="en-US"/>
              <a:t>Click to edit Master title style</a:t>
            </a:r>
            <a:endParaRPr lang="sv-SE"/>
          </a:p>
        </p:txBody>
      </p:sp>
      <p:sp>
        <p:nvSpPr>
          <p:cNvPr id="11" name="Platshållare för bild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612648"/>
            <a:ext cx="2286000" cy="2286000"/>
          </a:xfrm>
          <a:prstGeom prst="ellipse">
            <a:avLst/>
          </a:prstGeom>
        </p:spPr>
        <p:txBody>
          <a:bodyPr rtlCol="0" anchor="ctr"/>
          <a:lstStyle>
            <a:lvl1pPr marL="0" indent="0" algn="ctr">
              <a:buNone/>
              <a:defRPr lang="sv-SE" sz="1050"/>
            </a:lvl1pPr>
          </a:lstStyle>
          <a:p>
            <a:pPr rtl="0"/>
            <a:r>
              <a:rPr lang="en-US"/>
              <a:t>Click icon to add picture</a:t>
            </a:r>
            <a:endParaRPr lang="sv-SE"/>
          </a:p>
        </p:txBody>
      </p:sp>
      <p:sp>
        <p:nvSpPr>
          <p:cNvPr id="13" name="Platshållare för text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5751576"/>
            <a:ext cx="9116568" cy="722376"/>
          </a:xfrm>
        </p:spPr>
        <p:txBody>
          <a:bodyPr rtlCol="0" anchor="ctr"/>
          <a:lstStyle>
            <a:lvl1pPr marL="0" indent="0" algn="ctr">
              <a:buNone/>
              <a:defRPr lang="sv-SE" sz="2000" cap="all" baseline="0"/>
            </a:lvl1pPr>
          </a:lstStyle>
          <a:p>
            <a:pPr lvl="0" rtl="0"/>
            <a:r>
              <a:rPr lang="en-US"/>
              <a:t>Click to edit Master text styles</a:t>
            </a:r>
          </a:p>
        </p:txBody>
      </p:sp>
      <p:sp>
        <p:nvSpPr>
          <p:cNvPr id="20" name="Rektangulär 19">
            <a:extLst>
              <a:ext uri="{FF2B5EF4-FFF2-40B4-BE49-F238E27FC236}">
                <a16:creationId xmlns:a16="http://schemas.microsoft.com/office/drawing/2014/main" id="{469017C4-5BB0-DF6F-781B-FB81A3A5D977}"/>
              </a:ext>
            </a:extLst>
          </p:cNvPr>
          <p:cNvSpPr/>
          <p:nvPr userDrawn="1"/>
        </p:nvSpPr>
        <p:spPr>
          <a:xfrm>
            <a:off x="5890260" y="449665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sv-SE"/>
            </a:defPPr>
          </a:lstStyle>
          <a:p>
            <a:pPr algn="ctr" rtl="0"/>
            <a:endParaRPr lang="sv-SE"/>
          </a:p>
        </p:txBody>
      </p:sp>
    </p:spTree>
    <p:extLst>
      <p:ext uri="{BB962C8B-B14F-4D97-AF65-F5344CB8AC3E}">
        <p14:creationId xmlns:p14="http://schemas.microsoft.com/office/powerpoint/2010/main" val="919110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0B5ED18-7A07-47F1-8056-CD86B076AFE2}"/>
              </a:ext>
            </a:extLst>
          </p:cNvPr>
          <p:cNvSpPr>
            <a:spLocks noGrp="1"/>
          </p:cNvSpPr>
          <p:nvPr>
            <p:ph type="title"/>
          </p:nvPr>
        </p:nvSpPr>
        <p:spPr/>
        <p:txBody>
          <a:bodyPr rtlCol="0"/>
          <a:lstStyle>
            <a:defPPr>
              <a:defRPr lang="sv-SE"/>
            </a:defPPr>
          </a:lstStyle>
          <a:p>
            <a:pPr rtl="0"/>
            <a:r>
              <a:rPr lang="en-US"/>
              <a:t>Click to edit Master title style</a:t>
            </a:r>
            <a:endParaRPr lang="sv-SE"/>
          </a:p>
        </p:txBody>
      </p:sp>
      <p:sp>
        <p:nvSpPr>
          <p:cNvPr id="5" name="Platshållare för bildnummer 4">
            <a:extLst>
              <a:ext uri="{FF2B5EF4-FFF2-40B4-BE49-F238E27FC236}">
                <a16:creationId xmlns:a16="http://schemas.microsoft.com/office/drawing/2014/main" id="{814BC7BE-FECC-8573-D4F0-FA004B4A04F4}"/>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t>‹#›</a:t>
            </a:fld>
            <a:endParaRPr lang="sv-SE"/>
          </a:p>
        </p:txBody>
      </p:sp>
      <p:sp>
        <p:nvSpPr>
          <p:cNvPr id="8" name="Platshållare för sidfot 7">
            <a:extLst>
              <a:ext uri="{FF2B5EF4-FFF2-40B4-BE49-F238E27FC236}">
                <a16:creationId xmlns:a16="http://schemas.microsoft.com/office/drawing/2014/main" id="{A4DB0707-D3A6-4BF0-3225-EC3851AD7387}"/>
              </a:ext>
            </a:extLst>
          </p:cNvPr>
          <p:cNvSpPr>
            <a:spLocks noGrp="1"/>
          </p:cNvSpPr>
          <p:nvPr>
            <p:ph type="ftr" sz="quarter" idx="12"/>
          </p:nvPr>
        </p:nvSpPr>
        <p:spPr/>
        <p:txBody>
          <a:bodyPr rtlCol="0"/>
          <a:lstStyle>
            <a:defPPr>
              <a:defRPr lang="sv-SE"/>
            </a:defPPr>
          </a:lstStyle>
          <a:p>
            <a:pPr rtl="0"/>
            <a:r>
              <a:rPr lang="sv-SE"/>
              <a:t>presentationsrubrik</a:t>
            </a:r>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4" name="Platshållare för bildnummer 3">
            <a:extLst>
              <a:ext uri="{FF2B5EF4-FFF2-40B4-BE49-F238E27FC236}">
                <a16:creationId xmlns:a16="http://schemas.microsoft.com/office/drawing/2014/main" id="{E81AE946-135C-E4E8-BA60-64AB48B87F80}"/>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t>‹#›</a:t>
            </a:fld>
            <a:endParaRPr lang="sv-SE"/>
          </a:p>
        </p:txBody>
      </p:sp>
      <p:sp>
        <p:nvSpPr>
          <p:cNvPr id="7" name="Platshållare för sidfot 6">
            <a:extLst>
              <a:ext uri="{FF2B5EF4-FFF2-40B4-BE49-F238E27FC236}">
                <a16:creationId xmlns:a16="http://schemas.microsoft.com/office/drawing/2014/main" id="{FFD67329-9F30-BEB7-31E2-FECA7FD59B06}"/>
              </a:ext>
            </a:extLst>
          </p:cNvPr>
          <p:cNvSpPr>
            <a:spLocks noGrp="1"/>
          </p:cNvSpPr>
          <p:nvPr>
            <p:ph type="ftr" sz="quarter" idx="12"/>
          </p:nvPr>
        </p:nvSpPr>
        <p:spPr/>
        <p:txBody>
          <a:bodyPr rtlCol="0"/>
          <a:lstStyle>
            <a:defPPr>
              <a:defRPr lang="sv-SE"/>
            </a:defPPr>
          </a:lstStyle>
          <a:p>
            <a:pPr rtl="0"/>
            <a:r>
              <a:rPr lang="sv-SE"/>
              <a:t>presentationsrubrik</a:t>
            </a:r>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05BD6A3-F987-4FCC-A6EF-2EF0D33C0888}"/>
              </a:ext>
            </a:extLst>
          </p:cNvPr>
          <p:cNvSpPr>
            <a:spLocks noGrp="1"/>
          </p:cNvSpPr>
          <p:nvPr>
            <p:ph type="title"/>
          </p:nvPr>
        </p:nvSpPr>
        <p:spPr>
          <a:xfrm>
            <a:off x="1298448" y="457200"/>
            <a:ext cx="3932237" cy="1600200"/>
          </a:xfrm>
        </p:spPr>
        <p:txBody>
          <a:bodyPr rtlCol="0" anchor="b"/>
          <a:lstStyle>
            <a:lvl1pPr>
              <a:defRPr lang="sv-SE" sz="3200"/>
            </a:lvl1pPr>
          </a:lstStyle>
          <a:p>
            <a:pPr rtl="0"/>
            <a:r>
              <a:rPr lang="en-US"/>
              <a:t>Click to edit Master title style</a:t>
            </a:r>
            <a:endParaRPr lang="sv-SE"/>
          </a:p>
        </p:txBody>
      </p:sp>
      <p:sp>
        <p:nvSpPr>
          <p:cNvPr id="3" name="Platshållare för innehåll 2">
            <a:extLst>
              <a:ext uri="{FF2B5EF4-FFF2-40B4-BE49-F238E27FC236}">
                <a16:creationId xmlns:a16="http://schemas.microsoft.com/office/drawing/2014/main" id="{4C3F06A0-63CE-4272-B90E-4F20296BFBEB}"/>
              </a:ext>
            </a:extLst>
          </p:cNvPr>
          <p:cNvSpPr>
            <a:spLocks noGrp="1"/>
          </p:cNvSpPr>
          <p:nvPr>
            <p:ph idx="1"/>
          </p:nvPr>
        </p:nvSpPr>
        <p:spPr>
          <a:xfrm>
            <a:off x="5230684" y="987425"/>
            <a:ext cx="6124703" cy="4873625"/>
          </a:xfrm>
        </p:spPr>
        <p:txBody>
          <a:bodyPr rtlCol="0"/>
          <a:lstStyle>
            <a:lvl1pPr>
              <a:defRPr lang="sv-SE" sz="3200"/>
            </a:lvl1pPr>
            <a:lvl2pPr>
              <a:defRPr lang="sv-SE" sz="2800"/>
            </a:lvl2pPr>
            <a:lvl3pPr>
              <a:defRPr lang="sv-SE" sz="2400"/>
            </a:lvl3pPr>
            <a:lvl4pPr>
              <a:defRPr lang="sv-SE" sz="2000"/>
            </a:lvl4pPr>
            <a:lvl5pPr>
              <a:defRPr lang="sv-SE" sz="2000"/>
            </a:lvl5pPr>
            <a:lvl6pPr>
              <a:defRPr lang="sv-SE" sz="2000"/>
            </a:lvl6pPr>
            <a:lvl7pPr>
              <a:defRPr lang="sv-SE" sz="2000"/>
            </a:lvl7pPr>
            <a:lvl8pPr>
              <a:defRPr lang="sv-SE" sz="2000"/>
            </a:lvl8pPr>
            <a:lvl9pPr>
              <a:defRPr lang="sv-SE" sz="2000"/>
            </a:lvl9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sv-SE"/>
          </a:p>
        </p:txBody>
      </p:sp>
      <p:sp>
        <p:nvSpPr>
          <p:cNvPr id="4" name="Platshållare för text 3">
            <a:extLst>
              <a:ext uri="{FF2B5EF4-FFF2-40B4-BE49-F238E27FC236}">
                <a16:creationId xmlns:a16="http://schemas.microsoft.com/office/drawing/2014/main" id="{08467220-06E3-427A-B4D3-9B0030E09DBB}"/>
              </a:ext>
            </a:extLst>
          </p:cNvPr>
          <p:cNvSpPr>
            <a:spLocks noGrp="1"/>
          </p:cNvSpPr>
          <p:nvPr>
            <p:ph type="body" sz="half" idx="2"/>
          </p:nvPr>
        </p:nvSpPr>
        <p:spPr>
          <a:xfrm>
            <a:off x="1298448" y="2057400"/>
            <a:ext cx="3932237" cy="3811588"/>
          </a:xfrm>
        </p:spPr>
        <p:txBody>
          <a:bodyPr rtlCol="0"/>
          <a:lstStyle>
            <a:lvl1pPr marL="0" indent="0">
              <a:buNone/>
              <a:defRPr lang="sv-SE" sz="1600"/>
            </a:lvl1pPr>
            <a:lvl2pPr marL="457200" indent="0">
              <a:buNone/>
              <a:defRPr lang="sv-SE" sz="1400"/>
            </a:lvl2pPr>
            <a:lvl3pPr marL="914400" indent="0">
              <a:buNone/>
              <a:defRPr lang="sv-SE" sz="1200"/>
            </a:lvl3pPr>
            <a:lvl4pPr marL="1371600" indent="0">
              <a:buNone/>
              <a:defRPr lang="sv-SE" sz="1000"/>
            </a:lvl4pPr>
            <a:lvl5pPr marL="1828800" indent="0">
              <a:buNone/>
              <a:defRPr lang="sv-SE" sz="1000"/>
            </a:lvl5pPr>
            <a:lvl6pPr marL="2286000" indent="0">
              <a:buNone/>
              <a:defRPr lang="sv-SE" sz="1000"/>
            </a:lvl6pPr>
            <a:lvl7pPr marL="2743200" indent="0">
              <a:buNone/>
              <a:defRPr lang="sv-SE" sz="1000"/>
            </a:lvl7pPr>
            <a:lvl8pPr marL="3200400" indent="0">
              <a:buNone/>
              <a:defRPr lang="sv-SE" sz="1000"/>
            </a:lvl8pPr>
            <a:lvl9pPr marL="3657600" indent="0">
              <a:buNone/>
              <a:defRPr lang="sv-SE" sz="1000"/>
            </a:lvl9pPr>
          </a:lstStyle>
          <a:p>
            <a:pPr lvl="0" rtl="0"/>
            <a:r>
              <a:rPr lang="en-US"/>
              <a:t>Click to edit Master text styles</a:t>
            </a:r>
          </a:p>
        </p:txBody>
      </p:sp>
      <p:sp>
        <p:nvSpPr>
          <p:cNvPr id="7" name="Platshållare för bildnummer 6">
            <a:extLst>
              <a:ext uri="{FF2B5EF4-FFF2-40B4-BE49-F238E27FC236}">
                <a16:creationId xmlns:a16="http://schemas.microsoft.com/office/drawing/2014/main" id="{73183587-0236-046F-3B80-4D4EEA7A8009}"/>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t>‹#›</a:t>
            </a:fld>
            <a:endParaRPr lang="sv-SE"/>
          </a:p>
        </p:txBody>
      </p:sp>
      <p:sp>
        <p:nvSpPr>
          <p:cNvPr id="10" name="Platshållare för sidfot 9">
            <a:extLst>
              <a:ext uri="{FF2B5EF4-FFF2-40B4-BE49-F238E27FC236}">
                <a16:creationId xmlns:a16="http://schemas.microsoft.com/office/drawing/2014/main" id="{60C67779-9FAD-3FE4-5C67-7E5313C03B45}"/>
              </a:ext>
            </a:extLst>
          </p:cNvPr>
          <p:cNvSpPr>
            <a:spLocks noGrp="1"/>
          </p:cNvSpPr>
          <p:nvPr>
            <p:ph type="ftr" sz="quarter" idx="12"/>
          </p:nvPr>
        </p:nvSpPr>
        <p:spPr/>
        <p:txBody>
          <a:bodyPr rtlCol="0"/>
          <a:lstStyle>
            <a:defPPr>
              <a:defRPr lang="sv-SE"/>
            </a:defPPr>
          </a:lstStyle>
          <a:p>
            <a:pPr rtl="0"/>
            <a:r>
              <a:rPr lang="sv-SE"/>
              <a:t>presentationsrubrik</a:t>
            </a:r>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F308F2A-1C19-4116-80DF-E24EDDF283FF}"/>
              </a:ext>
            </a:extLst>
          </p:cNvPr>
          <p:cNvSpPr>
            <a:spLocks noGrp="1"/>
          </p:cNvSpPr>
          <p:nvPr>
            <p:ph type="title"/>
          </p:nvPr>
        </p:nvSpPr>
        <p:spPr>
          <a:xfrm>
            <a:off x="1298448" y="457200"/>
            <a:ext cx="3932237" cy="1600200"/>
          </a:xfrm>
        </p:spPr>
        <p:txBody>
          <a:bodyPr rtlCol="0" anchor="b"/>
          <a:lstStyle>
            <a:lvl1pPr>
              <a:defRPr lang="sv-SE" sz="3200"/>
            </a:lvl1pPr>
          </a:lstStyle>
          <a:p>
            <a:pPr rtl="0"/>
            <a:r>
              <a:rPr lang="en-US"/>
              <a:t>Click to edit Master title style</a:t>
            </a:r>
            <a:endParaRPr lang="sv-SE"/>
          </a:p>
        </p:txBody>
      </p:sp>
      <p:sp>
        <p:nvSpPr>
          <p:cNvPr id="3" name="Platshållare för bild 2">
            <a:extLst>
              <a:ext uri="{FF2B5EF4-FFF2-40B4-BE49-F238E27FC236}">
                <a16:creationId xmlns:a16="http://schemas.microsoft.com/office/drawing/2014/main" id="{08A489A7-7CA6-4CC9-B634-FCB2E102C6B9}"/>
              </a:ext>
            </a:extLst>
          </p:cNvPr>
          <p:cNvSpPr>
            <a:spLocks noGrp="1"/>
          </p:cNvSpPr>
          <p:nvPr>
            <p:ph type="pic" idx="1"/>
          </p:nvPr>
        </p:nvSpPr>
        <p:spPr>
          <a:xfrm>
            <a:off x="5230684" y="993775"/>
            <a:ext cx="6124703" cy="4873625"/>
          </a:xfrm>
        </p:spPr>
        <p:txBody>
          <a:bodyPr rtlCol="0"/>
          <a:lstStyle>
            <a:lvl1pPr marL="0" indent="0">
              <a:buNone/>
              <a:defRPr lang="sv-SE" sz="3200"/>
            </a:lvl1pPr>
            <a:lvl2pPr marL="457200" indent="0">
              <a:buNone/>
              <a:defRPr lang="sv-SE" sz="2800"/>
            </a:lvl2pPr>
            <a:lvl3pPr marL="914400" indent="0">
              <a:buNone/>
              <a:defRPr lang="sv-SE" sz="2400"/>
            </a:lvl3pPr>
            <a:lvl4pPr marL="1371600" indent="0">
              <a:buNone/>
              <a:defRPr lang="sv-SE" sz="2000"/>
            </a:lvl4pPr>
            <a:lvl5pPr marL="1828800" indent="0">
              <a:buNone/>
              <a:defRPr lang="sv-SE" sz="2000"/>
            </a:lvl5pPr>
            <a:lvl6pPr marL="2286000" indent="0">
              <a:buNone/>
              <a:defRPr lang="sv-SE" sz="2000"/>
            </a:lvl6pPr>
            <a:lvl7pPr marL="2743200" indent="0">
              <a:buNone/>
              <a:defRPr lang="sv-SE" sz="2000"/>
            </a:lvl7pPr>
            <a:lvl8pPr marL="3200400" indent="0">
              <a:buNone/>
              <a:defRPr lang="sv-SE" sz="2000"/>
            </a:lvl8pPr>
            <a:lvl9pPr marL="3657600" indent="0">
              <a:buNone/>
              <a:defRPr lang="sv-SE" sz="2000"/>
            </a:lvl9pPr>
          </a:lstStyle>
          <a:p>
            <a:pPr rtl="0"/>
            <a:r>
              <a:rPr lang="en-US"/>
              <a:t>Click icon to add picture</a:t>
            </a:r>
            <a:endParaRPr lang="sv-SE"/>
          </a:p>
        </p:txBody>
      </p:sp>
      <p:sp>
        <p:nvSpPr>
          <p:cNvPr id="4" name="Platshållare för text 3">
            <a:extLst>
              <a:ext uri="{FF2B5EF4-FFF2-40B4-BE49-F238E27FC236}">
                <a16:creationId xmlns:a16="http://schemas.microsoft.com/office/drawing/2014/main" id="{7DF5F80D-1DB9-4E0A-8F68-924FC1C9C3BA}"/>
              </a:ext>
            </a:extLst>
          </p:cNvPr>
          <p:cNvSpPr>
            <a:spLocks noGrp="1"/>
          </p:cNvSpPr>
          <p:nvPr>
            <p:ph type="body" sz="half" idx="2"/>
          </p:nvPr>
        </p:nvSpPr>
        <p:spPr>
          <a:xfrm>
            <a:off x="1298448" y="2057400"/>
            <a:ext cx="3932237" cy="3811588"/>
          </a:xfrm>
        </p:spPr>
        <p:txBody>
          <a:bodyPr rtlCol="0"/>
          <a:lstStyle>
            <a:lvl1pPr marL="0" indent="0">
              <a:buNone/>
              <a:defRPr lang="sv-SE" sz="1600"/>
            </a:lvl1pPr>
            <a:lvl2pPr marL="457200" indent="0">
              <a:buNone/>
              <a:defRPr lang="sv-SE" sz="1400"/>
            </a:lvl2pPr>
            <a:lvl3pPr marL="914400" indent="0">
              <a:buNone/>
              <a:defRPr lang="sv-SE" sz="1200"/>
            </a:lvl3pPr>
            <a:lvl4pPr marL="1371600" indent="0">
              <a:buNone/>
              <a:defRPr lang="sv-SE" sz="1000"/>
            </a:lvl4pPr>
            <a:lvl5pPr marL="1828800" indent="0">
              <a:buNone/>
              <a:defRPr lang="sv-SE" sz="1000"/>
            </a:lvl5pPr>
            <a:lvl6pPr marL="2286000" indent="0">
              <a:buNone/>
              <a:defRPr lang="sv-SE" sz="1000"/>
            </a:lvl6pPr>
            <a:lvl7pPr marL="2743200" indent="0">
              <a:buNone/>
              <a:defRPr lang="sv-SE" sz="1000"/>
            </a:lvl7pPr>
            <a:lvl8pPr marL="3200400" indent="0">
              <a:buNone/>
              <a:defRPr lang="sv-SE" sz="1000"/>
            </a:lvl8pPr>
            <a:lvl9pPr marL="3657600" indent="0">
              <a:buNone/>
              <a:defRPr lang="sv-SE" sz="1000"/>
            </a:lvl9pPr>
          </a:lstStyle>
          <a:p>
            <a:pPr lvl="0" rtl="0"/>
            <a:r>
              <a:rPr lang="en-US"/>
              <a:t>Click to edit Master text styles</a:t>
            </a:r>
          </a:p>
        </p:txBody>
      </p:sp>
      <p:sp>
        <p:nvSpPr>
          <p:cNvPr id="7" name="Platshållare för bildnummer 6">
            <a:extLst>
              <a:ext uri="{FF2B5EF4-FFF2-40B4-BE49-F238E27FC236}">
                <a16:creationId xmlns:a16="http://schemas.microsoft.com/office/drawing/2014/main" id="{3AD70A4E-ED43-B5A1-F8FE-762E21A30A3E}"/>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t>‹#›</a:t>
            </a:fld>
            <a:endParaRPr lang="sv-SE"/>
          </a:p>
        </p:txBody>
      </p:sp>
      <p:sp>
        <p:nvSpPr>
          <p:cNvPr id="10" name="Platshållare för sidfot 9">
            <a:extLst>
              <a:ext uri="{FF2B5EF4-FFF2-40B4-BE49-F238E27FC236}">
                <a16:creationId xmlns:a16="http://schemas.microsoft.com/office/drawing/2014/main" id="{A4125545-56D8-5212-AA45-63F7C1DBF101}"/>
              </a:ext>
            </a:extLst>
          </p:cNvPr>
          <p:cNvSpPr>
            <a:spLocks noGrp="1"/>
          </p:cNvSpPr>
          <p:nvPr>
            <p:ph type="ftr" sz="quarter" idx="12"/>
          </p:nvPr>
        </p:nvSpPr>
        <p:spPr/>
        <p:txBody>
          <a:bodyPr rtlCol="0"/>
          <a:lstStyle>
            <a:defPPr>
              <a:defRPr lang="sv-SE"/>
            </a:defPPr>
          </a:lstStyle>
          <a:p>
            <a:pPr rtl="0"/>
            <a:r>
              <a:rPr lang="sv-SE"/>
              <a:t>presentationsrubrik</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9198F9AA-2C87-421D-97C1-B4248DFDC2C2}"/>
              </a:ext>
            </a:extLst>
          </p:cNvPr>
          <p:cNvSpPr>
            <a:spLocks noGrp="1"/>
          </p:cNvSpPr>
          <p:nvPr>
            <p:ph type="title"/>
          </p:nvPr>
        </p:nvSpPr>
        <p:spPr>
          <a:xfrm>
            <a:off x="1295400" y="609600"/>
            <a:ext cx="9821955" cy="1256118"/>
          </a:xfrm>
          <a:prstGeom prst="rect">
            <a:avLst/>
          </a:prstGeom>
        </p:spPr>
        <p:txBody>
          <a:bodyPr vert="horz" lIns="0" tIns="0" rIns="0" bIns="0" rtlCol="0" anchor="t" anchorCtr="0">
            <a:noAutofit/>
          </a:bodyPr>
          <a:lstStyle>
            <a:defPPr>
              <a:defRPr lang="sv-SE"/>
            </a:defPPr>
          </a:lstStyle>
          <a:p>
            <a:pPr rtl="0"/>
            <a:r>
              <a:rPr lang="sv-SE"/>
              <a:t>KLICKA FÖR ATT REDIGERA FORMAT FÖR HUVUDRUBRIK</a:t>
            </a:r>
          </a:p>
        </p:txBody>
      </p:sp>
      <p:sp>
        <p:nvSpPr>
          <p:cNvPr id="3" name="Platshållare för text 2">
            <a:extLst>
              <a:ext uri="{FF2B5EF4-FFF2-40B4-BE49-F238E27FC236}">
                <a16:creationId xmlns:a16="http://schemas.microsoft.com/office/drawing/2014/main" id="{AE98FC63-C8D2-4CE6-A3F1-EE8ED24590C4}"/>
              </a:ext>
            </a:extLst>
          </p:cNvPr>
          <p:cNvSpPr>
            <a:spLocks noGrp="1"/>
          </p:cNvSpPr>
          <p:nvPr>
            <p:ph type="body" idx="1"/>
          </p:nvPr>
        </p:nvSpPr>
        <p:spPr>
          <a:xfrm>
            <a:off x="1295400" y="1855945"/>
            <a:ext cx="9821955" cy="4351338"/>
          </a:xfrm>
          <a:prstGeom prst="rect">
            <a:avLst/>
          </a:prstGeom>
        </p:spPr>
        <p:txBody>
          <a:bodyPr vert="horz" lIns="0" tIns="0" rIns="0" bIns="0" rtlCol="0">
            <a:noAutofit/>
          </a:bodyPr>
          <a:lstStyle>
            <a:defPPr>
              <a:defRPr lang="sv-SE"/>
            </a:defPPr>
          </a:lstStyle>
          <a:p>
            <a:pPr lvl="0" rtl="0"/>
            <a:r>
              <a:rPr lang="sv-SE"/>
              <a:t>Redigera format för bakgrundstext</a:t>
            </a:r>
          </a:p>
          <a:p>
            <a:pPr lvl="1" rtl="0"/>
            <a:r>
              <a:rPr lang="sv-SE"/>
              <a:t>Nivå två</a:t>
            </a:r>
          </a:p>
          <a:p>
            <a:pPr lvl="2" rtl="0"/>
            <a:r>
              <a:rPr lang="sv-SE"/>
              <a:t>Nivå tre</a:t>
            </a:r>
          </a:p>
          <a:p>
            <a:pPr lvl="3" rtl="0"/>
            <a:r>
              <a:rPr lang="sv-SE"/>
              <a:t>Nivå fyra</a:t>
            </a:r>
          </a:p>
          <a:p>
            <a:pPr lvl="4" rtl="0"/>
            <a:r>
              <a:rPr lang="sv-SE"/>
              <a:t>Nivå fem</a:t>
            </a:r>
          </a:p>
        </p:txBody>
      </p:sp>
      <p:sp>
        <p:nvSpPr>
          <p:cNvPr id="21" name="Platshållare för bildnummer 20">
            <a:extLst>
              <a:ext uri="{FF2B5EF4-FFF2-40B4-BE49-F238E27FC236}">
                <a16:creationId xmlns:a16="http://schemas.microsoft.com/office/drawing/2014/main" id="{78A08F60-CEF1-832D-D403-282EA76CBEF2}"/>
              </a:ext>
            </a:extLst>
          </p:cNvPr>
          <p:cNvSpPr>
            <a:spLocks noGrp="1"/>
          </p:cNvSpPr>
          <p:nvPr>
            <p:ph type="sldNum" sz="quarter" idx="4"/>
          </p:nvPr>
        </p:nvSpPr>
        <p:spPr>
          <a:xfrm>
            <a:off x="420624" y="6019801"/>
            <a:ext cx="457200" cy="184150"/>
          </a:xfrm>
          <a:prstGeom prst="rect">
            <a:avLst/>
          </a:prstGeom>
        </p:spPr>
        <p:txBody>
          <a:bodyPr vert="horz" lIns="0" tIns="0" rIns="0" bIns="0" rtlCol="0" anchor="ctr"/>
          <a:lstStyle>
            <a:lvl1pPr algn="ctr">
              <a:defRPr lang="sv-SE" sz="1200" cap="all" spc="200" baseline="0">
                <a:solidFill>
                  <a:schemeClr val="accent1"/>
                </a:solidFill>
                <a:latin typeface="Posterama" panose="020B0504020200020000" pitchFamily="34" charset="0"/>
              </a:defRPr>
            </a:lvl1pPr>
          </a:lstStyle>
          <a:p>
            <a:pPr rtl="0"/>
            <a:fld id="{75DF2D63-3FF5-D547-96B9-BE9CCD1ABA58}" type="slidenum">
              <a:rPr lang="sv-SE" smtClean="0"/>
              <a:pPr rtl="0"/>
              <a:t>‹#›</a:t>
            </a:fld>
            <a:endParaRPr lang="sv-SE"/>
          </a:p>
        </p:txBody>
      </p:sp>
      <p:sp>
        <p:nvSpPr>
          <p:cNvPr id="25" name="Platshållare för sidfot 24">
            <a:extLst>
              <a:ext uri="{FF2B5EF4-FFF2-40B4-BE49-F238E27FC236}">
                <a16:creationId xmlns:a16="http://schemas.microsoft.com/office/drawing/2014/main" id="{010F9766-B67A-A34E-2927-9A2D6360F77A}"/>
              </a:ext>
            </a:extLst>
          </p:cNvPr>
          <p:cNvSpPr>
            <a:spLocks noGrp="1"/>
          </p:cNvSpPr>
          <p:nvPr>
            <p:ph type="ftr" sz="quarter" idx="3"/>
          </p:nvPr>
        </p:nvSpPr>
        <p:spPr>
          <a:xfrm rot="16200000">
            <a:off x="-348393" y="1352068"/>
            <a:ext cx="1989222" cy="183443"/>
          </a:xfrm>
          <a:prstGeom prst="rect">
            <a:avLst/>
          </a:prstGeom>
        </p:spPr>
        <p:txBody>
          <a:bodyPr vert="horz" lIns="0" tIns="0" rIns="0" bIns="0" rtlCol="0" anchor="ctr"/>
          <a:lstStyle>
            <a:lvl1pPr algn="l">
              <a:defRPr lang="sv-SE" sz="1200" cap="all" spc="100" baseline="0">
                <a:solidFill>
                  <a:schemeClr val="accent1"/>
                </a:solidFill>
                <a:latin typeface="Posterama" panose="020B0504020200020000" pitchFamily="34" charset="0"/>
              </a:defRPr>
            </a:lvl1pPr>
          </a:lstStyle>
          <a:p>
            <a:pPr rtl="0"/>
            <a:r>
              <a:rPr lang="sv-SE"/>
              <a:t>presentationsrubrik</a:t>
            </a:r>
          </a:p>
        </p:txBody>
      </p:sp>
      <p:cxnSp>
        <p:nvCxnSpPr>
          <p:cNvPr id="4" name="Rak 3">
            <a:extLst>
              <a:ext uri="{FF2B5EF4-FFF2-40B4-BE49-F238E27FC236}">
                <a16:creationId xmlns:a16="http://schemas.microsoft.com/office/drawing/2014/main" id="{C0A131BE-DFE5-28BE-2AF8-50ADF9AFDB94}"/>
              </a:ext>
            </a:extLst>
          </p:cNvPr>
          <p:cNvCxnSpPr>
            <a:cxnSpLocks/>
          </p:cNvCxnSpPr>
          <p:nvPr userDrawn="1"/>
        </p:nvCxnSpPr>
        <p:spPr>
          <a:xfrm>
            <a:off x="649224" y="2667000"/>
            <a:ext cx="0" cy="31242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53" r:id="rId12"/>
    <p:sldLayoutId id="2147483671" r:id="rId13"/>
    <p:sldLayoutId id="2147483672" r:id="rId14"/>
    <p:sldLayoutId id="2147483673"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lang="sv-SE" sz="4800" kern="1200" cap="all" spc="300" baseline="0">
          <a:solidFill>
            <a:schemeClr val="tx1"/>
          </a:solidFill>
          <a:latin typeface="+mj-lt"/>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sv-SE" sz="2400" b="0" i="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sv-SE" sz="2000" b="0" i="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sv-SE" sz="1800" b="0" i="0" kern="120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sv-SE" sz="1600" b="0" i="0" kern="120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sv-SE"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sv-S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sv-S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sv-S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sv-SE" sz="1800" kern="1200">
          <a:solidFill>
            <a:schemeClr val="tx1"/>
          </a:solidFill>
          <a:latin typeface="+mn-lt"/>
          <a:ea typeface="+mn-ea"/>
          <a:cs typeface="+mn-cs"/>
        </a:defRPr>
      </a:lvl9pPr>
    </p:bodyStyle>
    <p:otherStyle>
      <a:defPPr>
        <a:defRPr lang="sv-SE"/>
      </a:defPPr>
      <a:lvl1pPr marL="0" algn="l" defTabSz="914400" rtl="0" eaLnBrk="1" latinLnBrk="0" hangingPunct="1">
        <a:defRPr lang="sv-SE" sz="1800" kern="1200">
          <a:solidFill>
            <a:schemeClr val="tx1"/>
          </a:solidFill>
          <a:latin typeface="+mn-lt"/>
          <a:ea typeface="+mn-ea"/>
          <a:cs typeface="+mn-cs"/>
        </a:defRPr>
      </a:lvl1pPr>
      <a:lvl2pPr marL="457200" algn="l" defTabSz="914400" rtl="0" eaLnBrk="1" latinLnBrk="0" hangingPunct="1">
        <a:defRPr lang="sv-SE" sz="1800" kern="1200">
          <a:solidFill>
            <a:schemeClr val="tx1"/>
          </a:solidFill>
          <a:latin typeface="+mn-lt"/>
          <a:ea typeface="+mn-ea"/>
          <a:cs typeface="+mn-cs"/>
        </a:defRPr>
      </a:lvl2pPr>
      <a:lvl3pPr marL="914400" algn="l" defTabSz="914400" rtl="0" eaLnBrk="1" latinLnBrk="0" hangingPunct="1">
        <a:defRPr lang="sv-SE" sz="1800" kern="1200">
          <a:solidFill>
            <a:schemeClr val="tx1"/>
          </a:solidFill>
          <a:latin typeface="+mn-lt"/>
          <a:ea typeface="+mn-ea"/>
          <a:cs typeface="+mn-cs"/>
        </a:defRPr>
      </a:lvl3pPr>
      <a:lvl4pPr marL="1371600" algn="l" defTabSz="914400" rtl="0" eaLnBrk="1" latinLnBrk="0" hangingPunct="1">
        <a:defRPr lang="sv-SE" sz="1800" kern="1200">
          <a:solidFill>
            <a:schemeClr val="tx1"/>
          </a:solidFill>
          <a:latin typeface="+mn-lt"/>
          <a:ea typeface="+mn-ea"/>
          <a:cs typeface="+mn-cs"/>
        </a:defRPr>
      </a:lvl4pPr>
      <a:lvl5pPr marL="1828800" algn="l" defTabSz="914400" rtl="0" eaLnBrk="1" latinLnBrk="0" hangingPunct="1">
        <a:defRPr lang="sv-SE" sz="1800" kern="1200">
          <a:solidFill>
            <a:schemeClr val="tx1"/>
          </a:solidFill>
          <a:latin typeface="+mn-lt"/>
          <a:ea typeface="+mn-ea"/>
          <a:cs typeface="+mn-cs"/>
        </a:defRPr>
      </a:lvl5pPr>
      <a:lvl6pPr marL="2286000" algn="l" defTabSz="914400" rtl="0" eaLnBrk="1" latinLnBrk="0" hangingPunct="1">
        <a:defRPr lang="sv-SE" sz="1800" kern="1200">
          <a:solidFill>
            <a:schemeClr val="tx1"/>
          </a:solidFill>
          <a:latin typeface="+mn-lt"/>
          <a:ea typeface="+mn-ea"/>
          <a:cs typeface="+mn-cs"/>
        </a:defRPr>
      </a:lvl6pPr>
      <a:lvl7pPr marL="2743200" algn="l" defTabSz="914400" rtl="0" eaLnBrk="1" latinLnBrk="0" hangingPunct="1">
        <a:defRPr lang="sv-SE" sz="1800" kern="1200">
          <a:solidFill>
            <a:schemeClr val="tx1"/>
          </a:solidFill>
          <a:latin typeface="+mn-lt"/>
          <a:ea typeface="+mn-ea"/>
          <a:cs typeface="+mn-cs"/>
        </a:defRPr>
      </a:lvl7pPr>
      <a:lvl8pPr marL="3200400" algn="l" defTabSz="914400" rtl="0" eaLnBrk="1" latinLnBrk="0" hangingPunct="1">
        <a:defRPr lang="sv-SE" sz="1800" kern="1200">
          <a:solidFill>
            <a:schemeClr val="tx1"/>
          </a:solidFill>
          <a:latin typeface="+mn-lt"/>
          <a:ea typeface="+mn-ea"/>
          <a:cs typeface="+mn-cs"/>
        </a:defRPr>
      </a:lvl8pPr>
      <a:lvl9pPr marL="3657600" algn="l" defTabSz="914400" rtl="0" eaLnBrk="1" latinLnBrk="0" hangingPunct="1">
        <a:defRPr lang="sv-SE"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bshopfr.ibermaticoss.com/category?name=agenda%20png%20vecto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www.jeol.com/products/science/em.php"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hyperlink" Target="https://kffhealthnews.org/news/article/covid-vaccines-appear-safe-and-effective-but-key-questions-remain/" TargetMode="External"/><Relationship Id="rId2" Type="http://schemas.openxmlformats.org/officeDocument/2006/relationships/image" Target="../media/image5.png"/><Relationship Id="rId1" Type="http://schemas.openxmlformats.org/officeDocument/2006/relationships/slideLayout" Target="../slideLayouts/slideLayout5.xml"/><Relationship Id="rId6" Type="http://schemas.openxmlformats.org/officeDocument/2006/relationships/hyperlink" Target="https://vaccination-info.europa.eu/sv/om-vacciner/vaccinsakerhet-och-biverkningar" TargetMode="External"/><Relationship Id="rId5" Type="http://schemas.openxmlformats.org/officeDocument/2006/relationships/hyperlink" Target="https://en.wikipedia.org/wiki/Virus" TargetMode="Externa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https://tfagroup.co.uk/needs-and-goal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commons.wikimedia.org/wiki/File:Minimalist_info_Icon.png"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hyperlink" Target="https://physics.stackexchange.com/questions/427735/confusion-about-how-an-electron-gun-works" TargetMode="External"/><Relationship Id="rId5" Type="http://schemas.openxmlformats.org/officeDocument/2006/relationships/image" Target="../media/image18.png"/><Relationship Id="rId4" Type="http://schemas.openxmlformats.org/officeDocument/2006/relationships/hyperlink" Target="https://www.kth.se/"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5.xml"/><Relationship Id="rId4" Type="http://schemas.openxmlformats.org/officeDocument/2006/relationships/hyperlink" Target="https://www.wikidata.org/wiki/Q19410"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Full_width_at_half_maximum" TargetMode="External"/><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hyperlink" Target="https://www.uhvdesign.com/products/rotary-feedthroughs/solid-magidrive-series/md16n-md16a-solid-range/" TargetMode="External"/><Relationship Id="rId5" Type="http://schemas.openxmlformats.org/officeDocument/2006/relationships/image" Target="../media/image23.png"/><Relationship Id="rId4" Type="http://schemas.openxmlformats.org/officeDocument/2006/relationships/hyperlink" Target="https://www.nanotec.com/eu/en/products/604-as4118l1804-e"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hyperlink" Target="https://solidedge.siemens.com/en/solutions/products/complete-product-development-portfolio/solid-edge-2024/"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hyperlink" Target="https://keyshot.artstation.com/projects/0EQlY" TargetMode="External"/><Relationship Id="rId5" Type="http://schemas.openxmlformats.org/officeDocument/2006/relationships/image" Target="../media/image26.jpe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8.jpeg"/></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34.jpeg"/><Relationship Id="rId4" Type="http://schemas.openxmlformats.org/officeDocument/2006/relationships/image" Target="../media/image33.jpeg"/></Relationships>
</file>

<file path=ppt/slides/_rels/slide2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5.xml"/><Relationship Id="rId5" Type="http://schemas.openxmlformats.org/officeDocument/2006/relationships/hyperlink" Target="https://www.nanotec.com/eu/en/knowledge-base-article/plug-drive-studio" TargetMode="External"/><Relationship Id="rId4" Type="http://schemas.openxmlformats.org/officeDocument/2006/relationships/hyperlink" Target="https://www.nanotec.com/eu/en/products/1758-cl3-e-1-0f"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igus.eu/info/plain-bearings-online-shop" TargetMode="External"/><Relationship Id="rId2" Type="http://schemas.openxmlformats.org/officeDocument/2006/relationships/image" Target="../media/image42.png"/><Relationship Id="rId1" Type="http://schemas.openxmlformats.org/officeDocument/2006/relationships/slideLayout" Target="../slideLayouts/slideLayout5.xml"/><Relationship Id="rId4" Type="http://schemas.openxmlformats.org/officeDocument/2006/relationships/image" Target="../media/image36.jpe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hyperlink" Target="https://www.freepik.com/icons/conclusion"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image" Target="../media/image46.sv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8" name="Platshållare för bild 7" descr="En bild som visar svart, mörker&#10;&#10;Automatiskt genererad beskrivning">
            <a:extLst>
              <a:ext uri="{FF2B5EF4-FFF2-40B4-BE49-F238E27FC236}">
                <a16:creationId xmlns:a16="http://schemas.microsoft.com/office/drawing/2014/main" id="{40C315D9-5045-5491-D720-4E962EAF8880}"/>
              </a:ext>
            </a:extLst>
          </p:cNvPr>
          <p:cNvPicPr>
            <a:picLocks noGrp="1" noChangeAspect="1"/>
          </p:cNvPicPr>
          <p:nvPr>
            <p:ph type="pic" sz="quarter" idx="10"/>
          </p:nvPr>
        </p:nvPicPr>
        <p:blipFill>
          <a:blip r:embed="rId3">
            <a:alphaModFix amt="5000"/>
          </a:blip>
          <a:srcRect t="16667" b="16667"/>
          <a:stretch>
            <a:fillRect/>
          </a:stretch>
        </p:blipFill>
        <p:spPr>
          <a:xfrm>
            <a:off x="1341352" y="259235"/>
            <a:ext cx="9509295" cy="6339530"/>
          </a:xfrm>
          <a:custGeom>
            <a:avLst/>
            <a:gdLst>
              <a:gd name="connsiteX0" fmla="*/ 3567113 w 7543800"/>
              <a:gd name="connsiteY0" fmla="*/ 4869270 h 5029200"/>
              <a:gd name="connsiteX1" fmla="*/ 3567113 w 7543800"/>
              <a:gd name="connsiteY1" fmla="*/ 4957572 h 5029200"/>
              <a:gd name="connsiteX2" fmla="*/ 3976688 w 7543800"/>
              <a:gd name="connsiteY2" fmla="*/ 4957572 h 5029200"/>
              <a:gd name="connsiteX3" fmla="*/ 3976688 w 7543800"/>
              <a:gd name="connsiteY3" fmla="*/ 4869270 h 5029200"/>
              <a:gd name="connsiteX4" fmla="*/ 0 w 7543800"/>
              <a:gd name="connsiteY4" fmla="*/ 0 h 5029200"/>
              <a:gd name="connsiteX5" fmla="*/ 7543800 w 7543800"/>
              <a:gd name="connsiteY5" fmla="*/ 0 h 5029200"/>
              <a:gd name="connsiteX6" fmla="*/ 7543800 w 7543800"/>
              <a:gd name="connsiteY6" fmla="*/ 5029200 h 5029200"/>
              <a:gd name="connsiteX7" fmla="*/ 0 w 7543800"/>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43800" h="5029200">
                <a:moveTo>
                  <a:pt x="3567113" y="4869270"/>
                </a:moveTo>
                <a:lnTo>
                  <a:pt x="3567113" y="4957572"/>
                </a:lnTo>
                <a:lnTo>
                  <a:pt x="3976688" y="4957572"/>
                </a:lnTo>
                <a:lnTo>
                  <a:pt x="3976688" y="4869270"/>
                </a:lnTo>
                <a:close/>
                <a:moveTo>
                  <a:pt x="0" y="0"/>
                </a:moveTo>
                <a:lnTo>
                  <a:pt x="7543800" y="0"/>
                </a:lnTo>
                <a:lnTo>
                  <a:pt x="7543800" y="5029200"/>
                </a:lnTo>
                <a:lnTo>
                  <a:pt x="0" y="5029200"/>
                </a:lnTo>
                <a:close/>
              </a:path>
            </a:pathLst>
          </a:custGeom>
        </p:spPr>
      </p:pic>
      <p:sp>
        <p:nvSpPr>
          <p:cNvPr id="4" name="Rubrik 3">
            <a:extLst>
              <a:ext uri="{FF2B5EF4-FFF2-40B4-BE49-F238E27FC236}">
                <a16:creationId xmlns:a16="http://schemas.microsoft.com/office/drawing/2014/main" id="{305E10E9-9AB7-0642-D4C4-DDFDAB7B5B2C}"/>
              </a:ext>
            </a:extLst>
          </p:cNvPr>
          <p:cNvSpPr>
            <a:spLocks noGrp="1"/>
          </p:cNvSpPr>
          <p:nvPr>
            <p:ph type="title"/>
          </p:nvPr>
        </p:nvSpPr>
        <p:spPr/>
        <p:txBody>
          <a:bodyPr rtlCol="0"/>
          <a:lstStyle>
            <a:defPPr>
              <a:defRPr lang="sv-SE"/>
            </a:defPPr>
          </a:lstStyle>
          <a:p>
            <a:pPr rtl="0"/>
            <a:r>
              <a:rPr lang="sv-SE" sz="2800"/>
              <a:t>Design och utvärdering av ett mätsystem för kvantifiering</a:t>
            </a:r>
            <a:br>
              <a:rPr lang="sv-SE" sz="2800"/>
            </a:br>
            <a:r>
              <a:rPr lang="sv-SE" sz="2800"/>
              <a:t>av diameter hos en elektronstråle</a:t>
            </a:r>
            <a:br>
              <a:rPr lang="sv-SE"/>
            </a:br>
            <a:endParaRPr lang="sv-SE"/>
          </a:p>
        </p:txBody>
      </p:sp>
      <p:sp>
        <p:nvSpPr>
          <p:cNvPr id="2" name="Underrubrik 1">
            <a:extLst>
              <a:ext uri="{FF2B5EF4-FFF2-40B4-BE49-F238E27FC236}">
                <a16:creationId xmlns:a16="http://schemas.microsoft.com/office/drawing/2014/main" id="{A1307D8B-2864-21B6-1CE1-B605F29281C5}"/>
              </a:ext>
            </a:extLst>
          </p:cNvPr>
          <p:cNvSpPr>
            <a:spLocks noGrp="1"/>
          </p:cNvSpPr>
          <p:nvPr>
            <p:ph type="subTitle" idx="1"/>
          </p:nvPr>
        </p:nvSpPr>
        <p:spPr/>
        <p:txBody>
          <a:bodyPr rtlCol="0"/>
          <a:lstStyle>
            <a:defPPr>
              <a:defRPr lang="sv-SE"/>
            </a:defPPr>
          </a:lstStyle>
          <a:p>
            <a:pPr rtl="0"/>
            <a:r>
              <a:rPr lang="sv-SE"/>
              <a:t>MATHIAS Olsson &amp; Sahand Khodabandehloo</a:t>
            </a:r>
          </a:p>
        </p:txBody>
      </p:sp>
      <p:sp>
        <p:nvSpPr>
          <p:cNvPr id="3" name="textruta 2">
            <a:extLst>
              <a:ext uri="{FF2B5EF4-FFF2-40B4-BE49-F238E27FC236}">
                <a16:creationId xmlns:a16="http://schemas.microsoft.com/office/drawing/2014/main" id="{76FE9E72-569D-E20F-47B3-5EC93518CD75}"/>
              </a:ext>
            </a:extLst>
          </p:cNvPr>
          <p:cNvSpPr txBox="1"/>
          <p:nvPr/>
        </p:nvSpPr>
        <p:spPr>
          <a:xfrm>
            <a:off x="3348566" y="3749040"/>
            <a:ext cx="5494866" cy="369332"/>
          </a:xfrm>
          <a:prstGeom prst="rect">
            <a:avLst/>
          </a:prstGeom>
          <a:noFill/>
        </p:spPr>
        <p:txBody>
          <a:bodyPr wrap="square" rtlCol="0">
            <a:spAutoFit/>
          </a:bodyPr>
          <a:lstStyle/>
          <a:p>
            <a:pPr algn="ctr"/>
            <a:r>
              <a:rPr lang="sv-SE"/>
              <a:t>för användning som fasplatta till TEM</a:t>
            </a:r>
          </a:p>
        </p:txBody>
      </p:sp>
      <p:pic>
        <p:nvPicPr>
          <p:cNvPr id="5" name="Bildobjekt 4" descr="Centrum- och projektpartners | KTH">
            <a:extLst>
              <a:ext uri="{FF2B5EF4-FFF2-40B4-BE49-F238E27FC236}">
                <a16:creationId xmlns:a16="http://schemas.microsoft.com/office/drawing/2014/main" id="{8E044C5F-DF99-2897-2DCB-E4AE51440B7D}"/>
              </a:ext>
            </a:extLst>
          </p:cNvPr>
          <p:cNvPicPr>
            <a:picLocks noChangeAspect="1"/>
          </p:cNvPicPr>
          <p:nvPr/>
        </p:nvPicPr>
        <p:blipFill rotWithShape="1">
          <a:blip r:embed="rId4"/>
          <a:srcRect l="24460" t="23923" r="23261" b="23684"/>
          <a:stretch/>
        </p:blipFill>
        <p:spPr>
          <a:xfrm>
            <a:off x="303853" y="258891"/>
            <a:ext cx="1033265" cy="1035520"/>
          </a:xfrm>
          <a:prstGeom prst="rect">
            <a:avLst/>
          </a:prstGeom>
        </p:spPr>
      </p:pic>
      <p:sp>
        <p:nvSpPr>
          <p:cNvPr id="6" name="textruta 5">
            <a:extLst>
              <a:ext uri="{FF2B5EF4-FFF2-40B4-BE49-F238E27FC236}">
                <a16:creationId xmlns:a16="http://schemas.microsoft.com/office/drawing/2014/main" id="{49136ED0-8D43-7874-8466-D9BA4BCF2C32}"/>
              </a:ext>
            </a:extLst>
          </p:cNvPr>
          <p:cNvSpPr txBox="1"/>
          <p:nvPr/>
        </p:nvSpPr>
        <p:spPr>
          <a:xfrm>
            <a:off x="4725389" y="4116778"/>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400"/>
              <a:t>Handledare: Philip </a:t>
            </a:r>
            <a:r>
              <a:rPr lang="sv-SE" sz="1400" err="1"/>
              <a:t>Köck</a:t>
            </a:r>
            <a:r>
              <a:rPr lang="sv-SE" sz="1400"/>
              <a:t>, KTH</a:t>
            </a:r>
            <a:endParaRPr lang="sv-SE"/>
          </a:p>
        </p:txBody>
      </p:sp>
    </p:spTree>
    <p:extLst>
      <p:ext uri="{BB962C8B-B14F-4D97-AF65-F5344CB8AC3E}">
        <p14:creationId xmlns:p14="http://schemas.microsoft.com/office/powerpoint/2010/main" val="8552154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A3EB422-1287-FCEB-63CE-599FDC8468D8}"/>
              </a:ext>
            </a:extLst>
          </p:cNvPr>
          <p:cNvSpPr>
            <a:spLocks noGrp="1"/>
          </p:cNvSpPr>
          <p:nvPr>
            <p:ph type="title"/>
          </p:nvPr>
        </p:nvSpPr>
        <p:spPr/>
        <p:txBody>
          <a:bodyPr rtlCol="0"/>
          <a:lstStyle>
            <a:defPPr>
              <a:defRPr lang="sv-SE"/>
            </a:defPPr>
          </a:lstStyle>
          <a:p>
            <a:pPr rtl="0"/>
            <a:r>
              <a:rPr lang="sv-SE" sz="4000" spc="0"/>
              <a:t>Dagordning</a:t>
            </a:r>
          </a:p>
        </p:txBody>
      </p:sp>
      <p:sp>
        <p:nvSpPr>
          <p:cNvPr id="5" name="Platshållare för sidfot 4">
            <a:extLst>
              <a:ext uri="{FF2B5EF4-FFF2-40B4-BE49-F238E27FC236}">
                <a16:creationId xmlns:a16="http://schemas.microsoft.com/office/drawing/2014/main" id="{DE9EDB55-C0CF-1610-24F0-07462C63BCEB}"/>
              </a:ext>
            </a:extLst>
          </p:cNvPr>
          <p:cNvSpPr>
            <a:spLocks noGrp="1"/>
          </p:cNvSpPr>
          <p:nvPr>
            <p:ph type="ftr" sz="quarter" idx="12"/>
          </p:nvPr>
        </p:nvSpPr>
        <p:spPr/>
        <p:txBody>
          <a:bodyPr rtlCol="0"/>
          <a:lstStyle>
            <a:defPPr>
              <a:defRPr lang="sv-SE"/>
            </a:defPPr>
          </a:lstStyle>
          <a:p>
            <a:pPr rtl="0"/>
            <a:r>
              <a:rPr lang="sv-SE"/>
              <a:t>Dagordning</a:t>
            </a:r>
          </a:p>
        </p:txBody>
      </p:sp>
      <p:sp>
        <p:nvSpPr>
          <p:cNvPr id="4" name="Platshållare för bildnummer 3">
            <a:extLst>
              <a:ext uri="{FF2B5EF4-FFF2-40B4-BE49-F238E27FC236}">
                <a16:creationId xmlns:a16="http://schemas.microsoft.com/office/drawing/2014/main" id="{43D6DE2E-F5E3-8CAF-A5C3-E67C03F538DF}"/>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pPr rtl="0"/>
              <a:t>2</a:t>
            </a:fld>
            <a:endParaRPr lang="sv-SE"/>
          </a:p>
        </p:txBody>
      </p:sp>
      <p:sp>
        <p:nvSpPr>
          <p:cNvPr id="3" name="Platshållare för innehåll 2">
            <a:extLst>
              <a:ext uri="{FF2B5EF4-FFF2-40B4-BE49-F238E27FC236}">
                <a16:creationId xmlns:a16="http://schemas.microsoft.com/office/drawing/2014/main" id="{4D038CD2-9585-7E51-5359-D52935A77DF0}"/>
              </a:ext>
            </a:extLst>
          </p:cNvPr>
          <p:cNvSpPr>
            <a:spLocks noGrp="1"/>
          </p:cNvSpPr>
          <p:nvPr>
            <p:ph idx="1"/>
          </p:nvPr>
        </p:nvSpPr>
        <p:spPr/>
        <p:txBody>
          <a:bodyPr rtlCol="0"/>
          <a:lstStyle>
            <a:defPPr>
              <a:defRPr lang="sv-SE"/>
            </a:defPPr>
          </a:lstStyle>
          <a:p>
            <a:pPr rtl="0"/>
            <a:r>
              <a:rPr lang="sv-SE" sz="1600"/>
              <a:t>Inledning</a:t>
            </a:r>
          </a:p>
          <a:p>
            <a:pPr rtl="0"/>
            <a:r>
              <a:rPr lang="sv-SE" sz="1600"/>
              <a:t>Mål</a:t>
            </a:r>
          </a:p>
          <a:p>
            <a:pPr rtl="0"/>
            <a:r>
              <a:rPr lang="sv-SE" sz="1600"/>
              <a:t>Bakgrund</a:t>
            </a:r>
          </a:p>
          <a:p>
            <a:pPr rtl="0"/>
            <a:r>
              <a:rPr lang="sv-SE" sz="1600"/>
              <a:t>Metod</a:t>
            </a:r>
          </a:p>
          <a:p>
            <a:pPr rtl="0"/>
            <a:r>
              <a:rPr lang="sv-SE" sz="1600"/>
              <a:t>Resultat</a:t>
            </a:r>
          </a:p>
          <a:p>
            <a:pPr rtl="0"/>
            <a:r>
              <a:rPr lang="sv-SE" sz="1600"/>
              <a:t>Diskussion</a:t>
            </a:r>
          </a:p>
          <a:p>
            <a:pPr rtl="0"/>
            <a:r>
              <a:rPr lang="sv-SE" sz="1600"/>
              <a:t>Slutsats</a:t>
            </a:r>
          </a:p>
          <a:p>
            <a:pPr rtl="0"/>
            <a:endParaRPr lang="sv-SE"/>
          </a:p>
          <a:p>
            <a:pPr rtl="0"/>
            <a:endParaRPr lang="sv-SE"/>
          </a:p>
        </p:txBody>
      </p:sp>
      <p:pic>
        <p:nvPicPr>
          <p:cNvPr id="1026" name="Picture 2" descr="forêt Prendre un risque Jetée du pont agenda png vector rencontre direction  Cassecroûte">
            <a:extLst>
              <a:ext uri="{FF2B5EF4-FFF2-40B4-BE49-F238E27FC236}">
                <a16:creationId xmlns:a16="http://schemas.microsoft.com/office/drawing/2014/main" id="{8329A8D5-806C-3CC3-F21A-F285E1E85B41}"/>
              </a:ext>
            </a:extLst>
          </p:cNvPr>
          <p:cNvPicPr>
            <a:picLocks noGrp="1" noChangeAspect="1" noChangeArrowheads="1"/>
          </p:cNvPicPr>
          <p:nvPr>
            <p:ph type="pic" sz="quarter" idx="13"/>
          </p:nvPr>
        </p:nvPicPr>
        <p:blipFill rotWithShape="1">
          <a:blip r:embed="rId3">
            <a:extLst>
              <a:ext uri="{28A0092B-C50C-407E-A947-70E740481C1C}">
                <a14:useLocalDpi xmlns:a14="http://schemas.microsoft.com/office/drawing/2010/main" val="0"/>
              </a:ext>
            </a:extLst>
          </a:blip>
          <a:srcRect l="-38951" t="-6656" r="-34305" b="-10257"/>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9" name="textruta 8">
            <a:extLst>
              <a:ext uri="{FF2B5EF4-FFF2-40B4-BE49-F238E27FC236}">
                <a16:creationId xmlns:a16="http://schemas.microsoft.com/office/drawing/2014/main" id="{D7646B3C-9911-16EB-D9E7-E1DF8DC0E2E5}"/>
              </a:ext>
            </a:extLst>
          </p:cNvPr>
          <p:cNvSpPr txBox="1"/>
          <p:nvPr/>
        </p:nvSpPr>
        <p:spPr>
          <a:xfrm>
            <a:off x="6408135" y="5423059"/>
            <a:ext cx="3716082" cy="246221"/>
          </a:xfrm>
          <a:prstGeom prst="rect">
            <a:avLst/>
          </a:prstGeom>
          <a:noFill/>
        </p:spPr>
        <p:txBody>
          <a:bodyPr wrap="none" rtlCol="0">
            <a:spAutoFit/>
          </a:bodyPr>
          <a:lstStyle/>
          <a:p>
            <a:pPr algn="ctr"/>
            <a:r>
              <a:rPr lang="sv-SE" sz="1000">
                <a:hlinkClick r:id="rId4"/>
              </a:rPr>
              <a:t>https://bshopfr.ibermaticoss.com/category?name=agenda%20png%20vector</a:t>
            </a:r>
            <a:r>
              <a:rPr lang="sv-SE" sz="1000"/>
              <a:t> </a:t>
            </a:r>
          </a:p>
        </p:txBody>
      </p:sp>
    </p:spTree>
    <p:extLst>
      <p:ext uri="{BB962C8B-B14F-4D97-AF65-F5344CB8AC3E}">
        <p14:creationId xmlns:p14="http://schemas.microsoft.com/office/powerpoint/2010/main" val="29108664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a:extLst>
              <a:ext uri="{FF2B5EF4-FFF2-40B4-BE49-F238E27FC236}">
                <a16:creationId xmlns:a16="http://schemas.microsoft.com/office/drawing/2014/main" id="{FC8AAC74-1587-7C4E-376A-4F96F5DEBE57}"/>
              </a:ext>
            </a:extLst>
          </p:cNvPr>
          <p:cNvSpPr>
            <a:spLocks noGrp="1"/>
          </p:cNvSpPr>
          <p:nvPr>
            <p:ph type="title"/>
          </p:nvPr>
        </p:nvSpPr>
        <p:spPr/>
        <p:txBody>
          <a:bodyPr/>
          <a:lstStyle/>
          <a:p>
            <a:r>
              <a:rPr lang="sv-SE"/>
              <a:t>Inledning</a:t>
            </a:r>
          </a:p>
        </p:txBody>
      </p:sp>
    </p:spTree>
    <p:extLst>
      <p:ext uri="{BB962C8B-B14F-4D97-AF65-F5344CB8AC3E}">
        <p14:creationId xmlns:p14="http://schemas.microsoft.com/office/powerpoint/2010/main" val="25186554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0984788-646A-CF90-D67D-14752A71745D}"/>
              </a:ext>
            </a:extLst>
          </p:cNvPr>
          <p:cNvSpPr>
            <a:spLocks noGrp="1"/>
          </p:cNvSpPr>
          <p:nvPr>
            <p:ph type="title"/>
          </p:nvPr>
        </p:nvSpPr>
        <p:spPr/>
        <p:txBody>
          <a:bodyPr rtlCol="0"/>
          <a:lstStyle>
            <a:defPPr>
              <a:defRPr lang="sv-SE"/>
            </a:defPPr>
          </a:lstStyle>
          <a:p>
            <a:pPr rtl="0"/>
            <a:r>
              <a:rPr lang="sv-SE" sz="4000"/>
              <a:t>Inledning</a:t>
            </a:r>
          </a:p>
        </p:txBody>
      </p:sp>
      <p:sp>
        <p:nvSpPr>
          <p:cNvPr id="5" name="Platshållare för sidfot 4">
            <a:extLst>
              <a:ext uri="{FF2B5EF4-FFF2-40B4-BE49-F238E27FC236}">
                <a16:creationId xmlns:a16="http://schemas.microsoft.com/office/drawing/2014/main" id="{241D8BC6-DD9D-7F06-3B9F-9F2B462E4984}"/>
              </a:ext>
            </a:extLst>
          </p:cNvPr>
          <p:cNvSpPr>
            <a:spLocks noGrp="1"/>
          </p:cNvSpPr>
          <p:nvPr>
            <p:ph type="ftr" sz="quarter" idx="12"/>
          </p:nvPr>
        </p:nvSpPr>
        <p:spPr/>
        <p:txBody>
          <a:bodyPr rtlCol="0"/>
          <a:lstStyle>
            <a:defPPr>
              <a:defRPr lang="sv-SE"/>
            </a:defPPr>
          </a:lstStyle>
          <a:p>
            <a:pPr rtl="0"/>
            <a:r>
              <a:rPr lang="sv-SE"/>
              <a:t>Inledning</a:t>
            </a:r>
          </a:p>
        </p:txBody>
      </p:sp>
      <p:sp>
        <p:nvSpPr>
          <p:cNvPr id="4" name="Platshållare för bildnummer 3">
            <a:extLst>
              <a:ext uri="{FF2B5EF4-FFF2-40B4-BE49-F238E27FC236}">
                <a16:creationId xmlns:a16="http://schemas.microsoft.com/office/drawing/2014/main" id="{B6586F16-C3E1-6E51-D140-EF50382CA456}"/>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pPr rtl="0"/>
              <a:t>4</a:t>
            </a:fld>
            <a:endParaRPr lang="sv-SE"/>
          </a:p>
        </p:txBody>
      </p:sp>
      <p:sp>
        <p:nvSpPr>
          <p:cNvPr id="3" name="Platshållare för innehåll 2">
            <a:extLst>
              <a:ext uri="{FF2B5EF4-FFF2-40B4-BE49-F238E27FC236}">
                <a16:creationId xmlns:a16="http://schemas.microsoft.com/office/drawing/2014/main" id="{77C9C890-ADC6-0AA7-BBC0-05E856AA7C3C}"/>
              </a:ext>
            </a:extLst>
          </p:cNvPr>
          <p:cNvSpPr>
            <a:spLocks noGrp="1"/>
          </p:cNvSpPr>
          <p:nvPr>
            <p:ph idx="1"/>
          </p:nvPr>
        </p:nvSpPr>
        <p:spPr/>
        <p:txBody>
          <a:bodyPr vert="horz" lIns="0" tIns="0" rIns="0" bIns="0" rtlCol="0" anchor="t">
            <a:noAutofit/>
          </a:bodyPr>
          <a:lstStyle>
            <a:defPPr>
              <a:defRPr lang="sv-SE"/>
            </a:defPPr>
          </a:lstStyle>
          <a:p>
            <a:pPr>
              <a:lnSpc>
                <a:spcPts val="2400"/>
              </a:lnSpc>
            </a:pPr>
            <a:r>
              <a:rPr lang="sv-SE">
                <a:ea typeface="+mn-lt"/>
                <a:cs typeface="+mn-lt"/>
              </a:rPr>
              <a:t>Vad är TEM och varför</a:t>
            </a:r>
            <a:r>
              <a:rPr lang="sv-SE" sz="2000" spc="0">
                <a:ea typeface="+mn-lt"/>
                <a:cs typeface="+mn-lt"/>
              </a:rPr>
              <a:t> är </a:t>
            </a:r>
            <a:r>
              <a:rPr lang="sv-SE">
                <a:ea typeface="+mn-lt"/>
                <a:cs typeface="+mn-lt"/>
              </a:rPr>
              <a:t>det</a:t>
            </a:r>
            <a:r>
              <a:rPr lang="sv-SE" sz="2000" spc="0">
                <a:ea typeface="+mn-lt"/>
                <a:cs typeface="+mn-lt"/>
              </a:rPr>
              <a:t> viktigt?</a:t>
            </a:r>
          </a:p>
          <a:p>
            <a:pPr marL="0" indent="0" rtl="0">
              <a:lnSpc>
                <a:spcPts val="2400"/>
              </a:lnSpc>
              <a:buNone/>
            </a:pPr>
            <a:r>
              <a:rPr lang="sv-SE">
                <a:ea typeface="+mn-lt"/>
                <a:cs typeface="+mn-lt"/>
              </a:rPr>
              <a:t>Vilket problem finns det?</a:t>
            </a:r>
          </a:p>
          <a:p>
            <a:pPr marL="0" indent="0" rtl="0">
              <a:lnSpc>
                <a:spcPts val="2400"/>
              </a:lnSpc>
              <a:buNone/>
            </a:pPr>
            <a:r>
              <a:rPr lang="sv-SE">
                <a:ea typeface="+mn-lt"/>
                <a:cs typeface="+mn-lt"/>
              </a:rPr>
              <a:t>Hur kan detta lösas?</a:t>
            </a:r>
          </a:p>
          <a:p>
            <a:pPr marL="0" indent="0" rtl="0">
              <a:lnSpc>
                <a:spcPts val="2400"/>
              </a:lnSpc>
              <a:buNone/>
            </a:pPr>
            <a:r>
              <a:rPr lang="sv-SE" sz="2000" spc="0">
                <a:ea typeface="+mn-lt"/>
                <a:cs typeface="+mn-lt"/>
              </a:rPr>
              <a:t>Hur har dett</a:t>
            </a:r>
            <a:r>
              <a:rPr lang="sv-SE">
                <a:ea typeface="+mn-lt"/>
                <a:cs typeface="+mn-lt"/>
              </a:rPr>
              <a:t>a projekt bidragit med detta?</a:t>
            </a:r>
          </a:p>
          <a:p>
            <a:pPr marL="0" indent="0" rtl="0">
              <a:lnSpc>
                <a:spcPts val="2400"/>
              </a:lnSpc>
              <a:buNone/>
            </a:pPr>
            <a:r>
              <a:rPr lang="sv-SE" sz="2000" spc="0">
                <a:ea typeface="+mn-lt"/>
                <a:cs typeface="+mn-lt"/>
              </a:rPr>
              <a:t>Vad var pro</a:t>
            </a:r>
            <a:r>
              <a:rPr lang="sv-SE">
                <a:ea typeface="+mn-lt"/>
                <a:cs typeface="+mn-lt"/>
              </a:rPr>
              <a:t>jektets mål?</a:t>
            </a:r>
            <a:endParaRPr lang="sv-SE" sz="2000" spc="0">
              <a:ea typeface="+mn-lt"/>
              <a:cs typeface="+mn-lt"/>
            </a:endParaRPr>
          </a:p>
        </p:txBody>
      </p:sp>
      <p:pic>
        <p:nvPicPr>
          <p:cNvPr id="11" name="Platshållare för bild 10" descr="En bild som visar mikroskop, Vetenskapsinstrument, maskin, Medicinsk utrustning&#10;&#10;Automatiskt genererad beskrivning">
            <a:hlinkClick r:id="rId3"/>
            <a:extLst>
              <a:ext uri="{FF2B5EF4-FFF2-40B4-BE49-F238E27FC236}">
                <a16:creationId xmlns:a16="http://schemas.microsoft.com/office/drawing/2014/main" id="{ECEA3E4B-EA55-C7A9-27A7-47154B2B29E3}"/>
              </a:ext>
            </a:extLst>
          </p:cNvPr>
          <p:cNvPicPr>
            <a:picLocks noGrp="1" noChangeAspect="1"/>
          </p:cNvPicPr>
          <p:nvPr>
            <p:ph type="pic" sz="quarter" idx="13"/>
          </p:nvPr>
        </p:nvPicPr>
        <p:blipFill>
          <a:blip r:embed="rId4"/>
          <a:srcRect/>
          <a:stretch>
            <a:fillRect/>
          </a:stretch>
        </p:blipFill>
        <p:spPr/>
      </p:pic>
      <p:sp>
        <p:nvSpPr>
          <p:cNvPr id="6" name="textruta 5">
            <a:extLst>
              <a:ext uri="{FF2B5EF4-FFF2-40B4-BE49-F238E27FC236}">
                <a16:creationId xmlns:a16="http://schemas.microsoft.com/office/drawing/2014/main" id="{271CD8F3-F684-A992-FC1A-A3A78A3B18C7}"/>
              </a:ext>
            </a:extLst>
          </p:cNvPr>
          <p:cNvSpPr txBox="1"/>
          <p:nvPr/>
        </p:nvSpPr>
        <p:spPr>
          <a:xfrm>
            <a:off x="1030539" y="5029200"/>
            <a:ext cx="3736217" cy="261610"/>
          </a:xfrm>
          <a:prstGeom prst="rect">
            <a:avLst/>
          </a:prstGeom>
          <a:noFill/>
        </p:spPr>
        <p:txBody>
          <a:bodyPr wrap="square" rtlCol="0">
            <a:spAutoFit/>
          </a:bodyPr>
          <a:lstStyle/>
          <a:p>
            <a:pPr algn="ctr"/>
            <a:r>
              <a:rPr lang="sv-SE" sz="1050">
                <a:hlinkClick r:id="rId3"/>
              </a:rPr>
              <a:t>https://www.jeol.com/products/science/em.php</a:t>
            </a:r>
            <a:r>
              <a:rPr lang="sv-SE" sz="1050"/>
              <a:t> </a:t>
            </a:r>
          </a:p>
        </p:txBody>
      </p:sp>
    </p:spTree>
    <p:extLst>
      <p:ext uri="{BB962C8B-B14F-4D97-AF65-F5344CB8AC3E}">
        <p14:creationId xmlns:p14="http://schemas.microsoft.com/office/powerpoint/2010/main" val="28101336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8A6469A-F05B-365E-6FFD-2980946671AA}"/>
              </a:ext>
            </a:extLst>
          </p:cNvPr>
          <p:cNvSpPr>
            <a:spLocks noGrp="1"/>
          </p:cNvSpPr>
          <p:nvPr>
            <p:ph type="title"/>
          </p:nvPr>
        </p:nvSpPr>
        <p:spPr/>
        <p:txBody>
          <a:bodyPr/>
          <a:lstStyle/>
          <a:p>
            <a:r>
              <a:rPr lang="sv-SE">
                <a:cs typeface="Posterama"/>
              </a:rPr>
              <a:t>Vad är </a:t>
            </a:r>
            <a:r>
              <a:rPr lang="sv-SE" err="1">
                <a:cs typeface="Posterama"/>
              </a:rPr>
              <a:t>Tem</a:t>
            </a:r>
            <a:r>
              <a:rPr lang="sv-SE">
                <a:cs typeface="Posterama"/>
              </a:rPr>
              <a:t> och Varför behövs det?</a:t>
            </a:r>
          </a:p>
        </p:txBody>
      </p:sp>
      <p:sp>
        <p:nvSpPr>
          <p:cNvPr id="4" name="Platshållare för bildnummer 3">
            <a:extLst>
              <a:ext uri="{FF2B5EF4-FFF2-40B4-BE49-F238E27FC236}">
                <a16:creationId xmlns:a16="http://schemas.microsoft.com/office/drawing/2014/main" id="{6CAC2E23-20F2-9695-F552-13C94E5056DE}"/>
              </a:ext>
            </a:extLst>
          </p:cNvPr>
          <p:cNvSpPr>
            <a:spLocks noGrp="1"/>
          </p:cNvSpPr>
          <p:nvPr>
            <p:ph type="sldNum" sz="quarter" idx="11"/>
          </p:nvPr>
        </p:nvSpPr>
        <p:spPr/>
        <p:txBody>
          <a:bodyPr/>
          <a:lstStyle/>
          <a:p>
            <a:pPr rtl="0"/>
            <a:fld id="{75DF2D63-3FF5-D547-96B9-BE9CCD1ABA58}" type="slidenum">
              <a:rPr lang="sv-SE" smtClean="0"/>
              <a:t>5</a:t>
            </a:fld>
            <a:endParaRPr lang="sv-SE"/>
          </a:p>
        </p:txBody>
      </p:sp>
      <p:sp>
        <p:nvSpPr>
          <p:cNvPr id="5" name="Platshållare för sidfot 4">
            <a:extLst>
              <a:ext uri="{FF2B5EF4-FFF2-40B4-BE49-F238E27FC236}">
                <a16:creationId xmlns:a16="http://schemas.microsoft.com/office/drawing/2014/main" id="{2876B2DA-B142-0867-79F7-D0E879550C9E}"/>
              </a:ext>
            </a:extLst>
          </p:cNvPr>
          <p:cNvSpPr>
            <a:spLocks noGrp="1"/>
          </p:cNvSpPr>
          <p:nvPr>
            <p:ph type="ftr" sz="quarter" idx="12"/>
          </p:nvPr>
        </p:nvSpPr>
        <p:spPr/>
        <p:txBody>
          <a:bodyPr/>
          <a:lstStyle/>
          <a:p>
            <a:pPr rtl="0"/>
            <a:r>
              <a:rPr lang="sv-SE"/>
              <a:t>Inledning</a:t>
            </a:r>
          </a:p>
        </p:txBody>
      </p:sp>
      <p:pic>
        <p:nvPicPr>
          <p:cNvPr id="1026" name="Picture 2" descr="Virus - Wikipedia">
            <a:extLst>
              <a:ext uri="{FF2B5EF4-FFF2-40B4-BE49-F238E27FC236}">
                <a16:creationId xmlns:a16="http://schemas.microsoft.com/office/drawing/2014/main" id="{5762139B-8F46-839A-71D8-87D9FA59D40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03086" y="1172688"/>
            <a:ext cx="2521960" cy="25219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VID Vaccines Appear Safe and Effective, but Key Questions Remain - KFF  Health News">
            <a:extLst>
              <a:ext uri="{FF2B5EF4-FFF2-40B4-BE49-F238E27FC236}">
                <a16:creationId xmlns:a16="http://schemas.microsoft.com/office/drawing/2014/main" id="{17865976-892B-76C7-6892-FD4631E729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2513" y="2224685"/>
            <a:ext cx="3612944" cy="240863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Vaccinsäkerhet och biverkningar">
            <a:extLst>
              <a:ext uri="{FF2B5EF4-FFF2-40B4-BE49-F238E27FC236}">
                <a16:creationId xmlns:a16="http://schemas.microsoft.com/office/drawing/2014/main" id="{5EB2146E-5863-E1CE-218A-FB5C9127853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002" t="8321" r="14051"/>
          <a:stretch/>
        </p:blipFill>
        <p:spPr bwMode="auto">
          <a:xfrm>
            <a:off x="7380030" y="4032524"/>
            <a:ext cx="2772138" cy="2408630"/>
          </a:xfrm>
          <a:prstGeom prst="rect">
            <a:avLst/>
          </a:prstGeom>
          <a:noFill/>
          <a:extLst>
            <a:ext uri="{909E8E84-426E-40DD-AFC4-6F175D3DCCD1}">
              <a14:hiddenFill xmlns:a14="http://schemas.microsoft.com/office/drawing/2010/main">
                <a:solidFill>
                  <a:srgbClr val="FFFFFF"/>
                </a:solidFill>
              </a14:hiddenFill>
            </a:ext>
          </a:extLst>
        </p:spPr>
      </p:pic>
      <p:sp>
        <p:nvSpPr>
          <p:cNvPr id="3" name="textruta 2">
            <a:extLst>
              <a:ext uri="{FF2B5EF4-FFF2-40B4-BE49-F238E27FC236}">
                <a16:creationId xmlns:a16="http://schemas.microsoft.com/office/drawing/2014/main" id="{7982DB6F-7973-5E55-9B63-97FBBC80C7F3}"/>
              </a:ext>
            </a:extLst>
          </p:cNvPr>
          <p:cNvSpPr txBox="1"/>
          <p:nvPr/>
        </p:nvSpPr>
        <p:spPr>
          <a:xfrm>
            <a:off x="7808144" y="3699381"/>
            <a:ext cx="1915909" cy="253916"/>
          </a:xfrm>
          <a:prstGeom prst="rect">
            <a:avLst/>
          </a:prstGeom>
          <a:noFill/>
        </p:spPr>
        <p:txBody>
          <a:bodyPr wrap="none" rtlCol="0">
            <a:spAutoFit/>
          </a:bodyPr>
          <a:lstStyle/>
          <a:p>
            <a:pPr algn="ctr"/>
            <a:r>
              <a:rPr lang="sv-SE" sz="1050">
                <a:hlinkClick r:id="rId5"/>
              </a:rPr>
              <a:t>https://en.wikipedia.org/wiki/Virus</a:t>
            </a:r>
            <a:r>
              <a:rPr lang="sv-SE" sz="1050"/>
              <a:t> </a:t>
            </a:r>
          </a:p>
        </p:txBody>
      </p:sp>
      <p:sp>
        <p:nvSpPr>
          <p:cNvPr id="6" name="textruta 5">
            <a:extLst>
              <a:ext uri="{FF2B5EF4-FFF2-40B4-BE49-F238E27FC236}">
                <a16:creationId xmlns:a16="http://schemas.microsoft.com/office/drawing/2014/main" id="{0D968C2A-A471-B608-6AD8-94A253592A78}"/>
              </a:ext>
            </a:extLst>
          </p:cNvPr>
          <p:cNvSpPr txBox="1"/>
          <p:nvPr/>
        </p:nvSpPr>
        <p:spPr>
          <a:xfrm>
            <a:off x="6614709" y="6320285"/>
            <a:ext cx="4302780" cy="253916"/>
          </a:xfrm>
          <a:prstGeom prst="rect">
            <a:avLst/>
          </a:prstGeom>
          <a:noFill/>
        </p:spPr>
        <p:txBody>
          <a:bodyPr wrap="none" rtlCol="0">
            <a:spAutoFit/>
          </a:bodyPr>
          <a:lstStyle/>
          <a:p>
            <a:pPr algn="ctr"/>
            <a:r>
              <a:rPr lang="sv-SE" sz="1050">
                <a:hlinkClick r:id="rId6"/>
              </a:rPr>
              <a:t>https://vaccination-info.europa.eu/sv/om-vacciner/vaccinsakerhet-och-biverkningar</a:t>
            </a:r>
            <a:r>
              <a:rPr lang="sv-SE" sz="1050"/>
              <a:t> </a:t>
            </a:r>
          </a:p>
        </p:txBody>
      </p:sp>
      <p:sp>
        <p:nvSpPr>
          <p:cNvPr id="7" name="textruta 6">
            <a:extLst>
              <a:ext uri="{FF2B5EF4-FFF2-40B4-BE49-F238E27FC236}">
                <a16:creationId xmlns:a16="http://schemas.microsoft.com/office/drawing/2014/main" id="{6D4B23D0-129F-5CB6-73DD-2C9290D3E9EE}"/>
              </a:ext>
            </a:extLst>
          </p:cNvPr>
          <p:cNvSpPr txBox="1"/>
          <p:nvPr/>
        </p:nvSpPr>
        <p:spPr>
          <a:xfrm>
            <a:off x="1552376" y="4689459"/>
            <a:ext cx="5487400" cy="253916"/>
          </a:xfrm>
          <a:prstGeom prst="rect">
            <a:avLst/>
          </a:prstGeom>
          <a:noFill/>
        </p:spPr>
        <p:txBody>
          <a:bodyPr wrap="none" rtlCol="0">
            <a:spAutoFit/>
          </a:bodyPr>
          <a:lstStyle/>
          <a:p>
            <a:pPr algn="ctr"/>
            <a:r>
              <a:rPr lang="sv-SE" sz="1050">
                <a:hlinkClick r:id="rId7"/>
              </a:rPr>
              <a:t>https://kffhealthnews.org/news/article/covid-vaccines-appear-safe-and-effective-but-key-questions-remain/</a:t>
            </a:r>
            <a:r>
              <a:rPr lang="sv-SE" sz="1050"/>
              <a:t> </a:t>
            </a:r>
          </a:p>
        </p:txBody>
      </p:sp>
    </p:spTree>
    <p:extLst>
      <p:ext uri="{BB962C8B-B14F-4D97-AF65-F5344CB8AC3E}">
        <p14:creationId xmlns:p14="http://schemas.microsoft.com/office/powerpoint/2010/main" val="29111585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a:extLst>
              <a:ext uri="{FF2B5EF4-FFF2-40B4-BE49-F238E27FC236}">
                <a16:creationId xmlns:a16="http://schemas.microsoft.com/office/drawing/2014/main" id="{15FA3D9A-E91C-961E-5622-AE3A085BEC01}"/>
              </a:ext>
            </a:extLst>
          </p:cNvPr>
          <p:cNvSpPr>
            <a:spLocks noGrp="1"/>
          </p:cNvSpPr>
          <p:nvPr>
            <p:ph type="title"/>
          </p:nvPr>
        </p:nvSpPr>
        <p:spPr>
          <a:xfrm>
            <a:off x="1298447" y="609600"/>
            <a:ext cx="9481847" cy="530352"/>
          </a:xfrm>
        </p:spPr>
        <p:txBody>
          <a:bodyPr/>
          <a:lstStyle/>
          <a:p>
            <a:r>
              <a:rPr lang="sv-SE"/>
              <a:t>Problem med Dagens TEM</a:t>
            </a:r>
          </a:p>
        </p:txBody>
      </p:sp>
      <p:sp>
        <p:nvSpPr>
          <p:cNvPr id="4" name="Platshållare för text 3">
            <a:extLst>
              <a:ext uri="{FF2B5EF4-FFF2-40B4-BE49-F238E27FC236}">
                <a16:creationId xmlns:a16="http://schemas.microsoft.com/office/drawing/2014/main" id="{7F603EB1-216A-5826-1519-890AF03AAAAD}"/>
              </a:ext>
            </a:extLst>
          </p:cNvPr>
          <p:cNvSpPr>
            <a:spLocks noGrp="1"/>
          </p:cNvSpPr>
          <p:nvPr>
            <p:ph type="body" idx="1"/>
          </p:nvPr>
        </p:nvSpPr>
        <p:spPr>
          <a:xfrm>
            <a:off x="1307914" y="2238198"/>
            <a:ext cx="4495744" cy="4648200"/>
          </a:xfrm>
        </p:spPr>
        <p:txBody>
          <a:bodyPr/>
          <a:lstStyle/>
          <a:p>
            <a:r>
              <a:rPr lang="sv-SE">
                <a:cs typeface="Posterama"/>
              </a:rPr>
              <a:t>Problemet</a:t>
            </a:r>
            <a:endParaRPr lang="sv-SE"/>
          </a:p>
        </p:txBody>
      </p:sp>
      <p:sp>
        <p:nvSpPr>
          <p:cNvPr id="5" name="Platshållare för innehåll 4">
            <a:extLst>
              <a:ext uri="{FF2B5EF4-FFF2-40B4-BE49-F238E27FC236}">
                <a16:creationId xmlns:a16="http://schemas.microsoft.com/office/drawing/2014/main" id="{8A776D34-6C5E-4FB0-E26A-03011A965953}"/>
              </a:ext>
            </a:extLst>
          </p:cNvPr>
          <p:cNvSpPr>
            <a:spLocks noGrp="1"/>
          </p:cNvSpPr>
          <p:nvPr>
            <p:ph sz="half" idx="2"/>
          </p:nvPr>
        </p:nvSpPr>
        <p:spPr/>
        <p:txBody>
          <a:bodyPr vert="horz" lIns="0" tIns="0" rIns="0" bIns="0" rtlCol="0" anchor="t">
            <a:noAutofit/>
          </a:bodyPr>
          <a:lstStyle/>
          <a:p>
            <a:r>
              <a:rPr lang="sv-SE"/>
              <a:t>Uppladdning av fasta delar i fasplattan</a:t>
            </a:r>
          </a:p>
          <a:p>
            <a:r>
              <a:rPr lang="sv-SE"/>
              <a:t>Sämre kontrast samt bidrag av brus</a:t>
            </a:r>
          </a:p>
          <a:p>
            <a:endParaRPr lang="sv-SE"/>
          </a:p>
        </p:txBody>
      </p:sp>
      <p:sp>
        <p:nvSpPr>
          <p:cNvPr id="6" name="Platshållare för text 5">
            <a:extLst>
              <a:ext uri="{FF2B5EF4-FFF2-40B4-BE49-F238E27FC236}">
                <a16:creationId xmlns:a16="http://schemas.microsoft.com/office/drawing/2014/main" id="{7B876DD9-A539-FA23-18AA-6B2AB0EABF1E}"/>
              </a:ext>
            </a:extLst>
          </p:cNvPr>
          <p:cNvSpPr>
            <a:spLocks noGrp="1"/>
          </p:cNvSpPr>
          <p:nvPr>
            <p:ph type="body" sz="quarter" idx="3"/>
          </p:nvPr>
        </p:nvSpPr>
        <p:spPr/>
        <p:txBody>
          <a:bodyPr/>
          <a:lstStyle/>
          <a:p>
            <a:r>
              <a:rPr lang="sv-SE"/>
              <a:t>Lösningen</a:t>
            </a:r>
          </a:p>
        </p:txBody>
      </p:sp>
      <p:sp>
        <p:nvSpPr>
          <p:cNvPr id="7" name="Platshållare för innehåll 6">
            <a:extLst>
              <a:ext uri="{FF2B5EF4-FFF2-40B4-BE49-F238E27FC236}">
                <a16:creationId xmlns:a16="http://schemas.microsoft.com/office/drawing/2014/main" id="{DA09FA76-553D-2238-3348-D476675F440B}"/>
              </a:ext>
            </a:extLst>
          </p:cNvPr>
          <p:cNvSpPr>
            <a:spLocks noGrp="1"/>
          </p:cNvSpPr>
          <p:nvPr>
            <p:ph sz="quarter" idx="4"/>
          </p:nvPr>
        </p:nvSpPr>
        <p:spPr/>
        <p:txBody>
          <a:bodyPr/>
          <a:lstStyle/>
          <a:p>
            <a:r>
              <a:rPr lang="sv-SE"/>
              <a:t>Fasplatta utan fasta delar</a:t>
            </a:r>
          </a:p>
          <a:p>
            <a:r>
              <a:rPr lang="sv-SE"/>
              <a:t>Skapas via en elektronstråle</a:t>
            </a:r>
          </a:p>
          <a:p>
            <a:r>
              <a:rPr lang="sv-SE"/>
              <a:t>Specifik laddningsdensitet</a:t>
            </a:r>
          </a:p>
        </p:txBody>
      </p:sp>
      <p:sp>
        <p:nvSpPr>
          <p:cNvPr id="8" name="Platshållare för bildnummer 7">
            <a:extLst>
              <a:ext uri="{FF2B5EF4-FFF2-40B4-BE49-F238E27FC236}">
                <a16:creationId xmlns:a16="http://schemas.microsoft.com/office/drawing/2014/main" id="{26E9019D-DCC5-4CAF-D8BD-55853E35949C}"/>
              </a:ext>
            </a:extLst>
          </p:cNvPr>
          <p:cNvSpPr>
            <a:spLocks noGrp="1"/>
          </p:cNvSpPr>
          <p:nvPr>
            <p:ph type="sldNum" sz="quarter" idx="11"/>
          </p:nvPr>
        </p:nvSpPr>
        <p:spPr/>
        <p:txBody>
          <a:bodyPr/>
          <a:lstStyle/>
          <a:p>
            <a:pPr rtl="0"/>
            <a:fld id="{75DF2D63-3FF5-D547-96B9-BE9CCD1ABA58}" type="slidenum">
              <a:rPr lang="sv-SE" smtClean="0"/>
              <a:t>6</a:t>
            </a:fld>
            <a:endParaRPr lang="sv-SE"/>
          </a:p>
        </p:txBody>
      </p:sp>
      <p:sp>
        <p:nvSpPr>
          <p:cNvPr id="9" name="Platshållare för sidfot 8">
            <a:extLst>
              <a:ext uri="{FF2B5EF4-FFF2-40B4-BE49-F238E27FC236}">
                <a16:creationId xmlns:a16="http://schemas.microsoft.com/office/drawing/2014/main" id="{1248A09E-4B65-8983-E820-8DA2A9F781D6}"/>
              </a:ext>
            </a:extLst>
          </p:cNvPr>
          <p:cNvSpPr>
            <a:spLocks noGrp="1"/>
          </p:cNvSpPr>
          <p:nvPr>
            <p:ph type="ftr" sz="quarter" idx="12"/>
          </p:nvPr>
        </p:nvSpPr>
        <p:spPr/>
        <p:txBody>
          <a:bodyPr/>
          <a:lstStyle/>
          <a:p>
            <a:pPr rtl="0"/>
            <a:r>
              <a:rPr lang="sv-SE"/>
              <a:t>Inledning</a:t>
            </a:r>
          </a:p>
        </p:txBody>
      </p:sp>
    </p:spTree>
    <p:extLst>
      <p:ext uri="{BB962C8B-B14F-4D97-AF65-F5344CB8AC3E}">
        <p14:creationId xmlns:p14="http://schemas.microsoft.com/office/powerpoint/2010/main" val="344437946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E92A9E4-3B33-8623-FB27-6D7248C372EA}"/>
              </a:ext>
            </a:extLst>
          </p:cNvPr>
          <p:cNvSpPr>
            <a:spLocks noGrp="1"/>
          </p:cNvSpPr>
          <p:nvPr>
            <p:ph type="title"/>
          </p:nvPr>
        </p:nvSpPr>
        <p:spPr/>
        <p:txBody>
          <a:bodyPr rtlCol="0"/>
          <a:lstStyle>
            <a:defPPr>
              <a:defRPr lang="sv-SE"/>
            </a:defPPr>
          </a:lstStyle>
          <a:p>
            <a:pPr rtl="0"/>
            <a:r>
              <a:rPr lang="sv-SE" sz="4000"/>
              <a:t>Projektets Bidrag</a:t>
            </a:r>
          </a:p>
        </p:txBody>
      </p:sp>
      <p:sp>
        <p:nvSpPr>
          <p:cNvPr id="8" name="Platshållare för sidfot 7">
            <a:extLst>
              <a:ext uri="{FF2B5EF4-FFF2-40B4-BE49-F238E27FC236}">
                <a16:creationId xmlns:a16="http://schemas.microsoft.com/office/drawing/2014/main" id="{8B1640E3-ACD2-7360-A022-281862D31457}"/>
              </a:ext>
            </a:extLst>
          </p:cNvPr>
          <p:cNvSpPr>
            <a:spLocks noGrp="1"/>
          </p:cNvSpPr>
          <p:nvPr>
            <p:ph type="ftr" sz="quarter" idx="12"/>
          </p:nvPr>
        </p:nvSpPr>
        <p:spPr/>
        <p:txBody>
          <a:bodyPr rtlCol="0"/>
          <a:lstStyle>
            <a:defPPr>
              <a:defRPr lang="sv-SE"/>
            </a:defPPr>
          </a:lstStyle>
          <a:p>
            <a:pPr rtl="0"/>
            <a:r>
              <a:rPr lang="sv-SE"/>
              <a:t>inledning</a:t>
            </a:r>
          </a:p>
        </p:txBody>
      </p:sp>
      <p:sp>
        <p:nvSpPr>
          <p:cNvPr id="7" name="Platshållare för bildnummer 6">
            <a:extLst>
              <a:ext uri="{FF2B5EF4-FFF2-40B4-BE49-F238E27FC236}">
                <a16:creationId xmlns:a16="http://schemas.microsoft.com/office/drawing/2014/main" id="{E5076FCA-E5D9-5BC6-F8F1-95D9E5569449}"/>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t>7</a:t>
            </a:fld>
            <a:endParaRPr lang="sv-SE"/>
          </a:p>
        </p:txBody>
      </p:sp>
      <p:pic>
        <p:nvPicPr>
          <p:cNvPr id="15" name="Platshållare för bild 17" descr="Blueprint with solid fill">
            <a:extLst>
              <a:ext uri="{FF2B5EF4-FFF2-40B4-BE49-F238E27FC236}">
                <a16:creationId xmlns:a16="http://schemas.microsoft.com/office/drawing/2014/main" id="{D6EBC2A8-A6B3-B04E-41A4-25A9A0676AD0}"/>
              </a:ext>
            </a:extLst>
          </p:cNvPr>
          <p:cNvPicPr>
            <a:picLocks noGrp="1" noChangeAspect="1"/>
          </p:cNvPicPr>
          <p:nvPr>
            <p:ph type="pic" sz="quarter" idx="17"/>
          </p:nvPr>
        </p:nvPicPr>
        <p:blipFill>
          <a:blip r:embed="rId3">
            <a:extLst>
              <a:ext uri="{96DAC541-7B7A-43D3-8B79-37D633B846F1}">
                <asvg:svgBlip xmlns:asvg="http://schemas.microsoft.com/office/drawing/2016/SVG/main" r:embed="rId4"/>
              </a:ext>
            </a:extLst>
          </a:blip>
          <a:srcRect/>
          <a:stretch/>
        </p:blipFill>
        <p:spPr>
          <a:xfrm>
            <a:off x="6245225" y="704850"/>
            <a:ext cx="914400" cy="914400"/>
          </a:xfrm>
        </p:spPr>
      </p:pic>
      <p:sp>
        <p:nvSpPr>
          <p:cNvPr id="3" name="Platshållare för text 2">
            <a:extLst>
              <a:ext uri="{FF2B5EF4-FFF2-40B4-BE49-F238E27FC236}">
                <a16:creationId xmlns:a16="http://schemas.microsoft.com/office/drawing/2014/main" id="{18559EBB-1744-14F2-6EEA-D5BDC030F0C9}"/>
              </a:ext>
            </a:extLst>
          </p:cNvPr>
          <p:cNvSpPr>
            <a:spLocks noGrp="1"/>
          </p:cNvSpPr>
          <p:nvPr>
            <p:ph type="body" idx="1"/>
          </p:nvPr>
        </p:nvSpPr>
        <p:spPr>
          <a:xfrm>
            <a:off x="7498079" y="988314"/>
            <a:ext cx="4609837" cy="347472"/>
          </a:xfrm>
        </p:spPr>
        <p:txBody>
          <a:bodyPr rtlCol="0"/>
          <a:lstStyle>
            <a:defPPr>
              <a:defRPr lang="sv-SE"/>
            </a:defPPr>
          </a:lstStyle>
          <a:p>
            <a:pPr rtl="0"/>
            <a:r>
              <a:rPr lang="sv-SE" sz="2000">
                <a:effectLst/>
              </a:rPr>
              <a:t>Mätning av elektronstrålens </a:t>
            </a:r>
            <a:r>
              <a:rPr lang="sv-SE"/>
              <a:t>Diameter</a:t>
            </a:r>
            <a:r>
              <a:rPr lang="sv-SE" sz="2000">
                <a:effectLst/>
              </a:rPr>
              <a:t> </a:t>
            </a:r>
            <a:endParaRPr lang="sv-SE"/>
          </a:p>
        </p:txBody>
      </p:sp>
      <p:pic>
        <p:nvPicPr>
          <p:cNvPr id="16" name="Platshållare för bild 19" descr="Mining tools with solid fill">
            <a:extLst>
              <a:ext uri="{FF2B5EF4-FFF2-40B4-BE49-F238E27FC236}">
                <a16:creationId xmlns:a16="http://schemas.microsoft.com/office/drawing/2014/main" id="{5231DDDB-E29E-8882-E71C-20340171D8DC}"/>
              </a:ext>
            </a:extLst>
          </p:cNvPr>
          <p:cNvPicPr>
            <a:picLocks noGrp="1" noChangeAspect="1"/>
          </p:cNvPicPr>
          <p:nvPr>
            <p:ph type="pic" sz="quarter" idx="18"/>
          </p:nvPr>
        </p:nvPicPr>
        <p:blipFill>
          <a:blip r:embed="rId5">
            <a:extLst>
              <a:ext uri="{96DAC541-7B7A-43D3-8B79-37D633B846F1}">
                <asvg:svgBlip xmlns:asvg="http://schemas.microsoft.com/office/drawing/2016/SVG/main" r:embed="rId6"/>
              </a:ext>
            </a:extLst>
          </a:blip>
          <a:srcRect/>
          <a:stretch/>
        </p:blipFill>
        <p:spPr>
          <a:xfrm>
            <a:off x="6245225" y="2971800"/>
            <a:ext cx="914400" cy="914400"/>
          </a:xfrm>
        </p:spPr>
      </p:pic>
      <p:sp>
        <p:nvSpPr>
          <p:cNvPr id="5" name="Platshållare för text 4">
            <a:extLst>
              <a:ext uri="{FF2B5EF4-FFF2-40B4-BE49-F238E27FC236}">
                <a16:creationId xmlns:a16="http://schemas.microsoft.com/office/drawing/2014/main" id="{621A83F6-ADD2-533E-DD3D-2171EC6F7E11}"/>
              </a:ext>
            </a:extLst>
          </p:cNvPr>
          <p:cNvSpPr>
            <a:spLocks noGrp="1"/>
          </p:cNvSpPr>
          <p:nvPr>
            <p:ph type="body" sz="quarter" idx="3"/>
          </p:nvPr>
        </p:nvSpPr>
        <p:spPr>
          <a:xfrm>
            <a:off x="7498080" y="3255264"/>
            <a:ext cx="4114800" cy="347472"/>
          </a:xfrm>
        </p:spPr>
        <p:txBody>
          <a:bodyPr rtlCol="0"/>
          <a:lstStyle>
            <a:defPPr>
              <a:defRPr lang="sv-SE"/>
            </a:defPPr>
          </a:lstStyle>
          <a:p>
            <a:pPr rtl="0"/>
            <a:r>
              <a:rPr lang="sv-SE" sz="2000"/>
              <a:t>Design av en uppställning</a:t>
            </a:r>
          </a:p>
        </p:txBody>
      </p:sp>
      <p:sp>
        <p:nvSpPr>
          <p:cNvPr id="10" name="Platshållare för text 9">
            <a:extLst>
              <a:ext uri="{FF2B5EF4-FFF2-40B4-BE49-F238E27FC236}">
                <a16:creationId xmlns:a16="http://schemas.microsoft.com/office/drawing/2014/main" id="{A508684D-1AA5-491C-E832-1EB26568CC05}"/>
              </a:ext>
            </a:extLst>
          </p:cNvPr>
          <p:cNvSpPr>
            <a:spLocks noGrp="1"/>
          </p:cNvSpPr>
          <p:nvPr>
            <p:ph type="body" sz="quarter" idx="15"/>
          </p:nvPr>
        </p:nvSpPr>
        <p:spPr>
          <a:xfrm>
            <a:off x="7498080" y="5449189"/>
            <a:ext cx="4114800" cy="347472"/>
          </a:xfrm>
        </p:spPr>
        <p:txBody>
          <a:bodyPr rtlCol="0"/>
          <a:lstStyle>
            <a:defPPr>
              <a:defRPr lang="sv-SE"/>
            </a:defPPr>
          </a:lstStyle>
          <a:p>
            <a:pPr rtl="0"/>
            <a:r>
              <a:rPr lang="sv-SE" sz="2000"/>
              <a:t>Styrning av stegmotor via motorkontroller</a:t>
            </a:r>
          </a:p>
        </p:txBody>
      </p:sp>
      <p:pic>
        <p:nvPicPr>
          <p:cNvPr id="11" name="Platshållare för bild 10" descr="En bild som visar cylinder, Fordonsdelar, pipa&#10;&#10;Automatiskt genererad beskrivning">
            <a:extLst>
              <a:ext uri="{FF2B5EF4-FFF2-40B4-BE49-F238E27FC236}">
                <a16:creationId xmlns:a16="http://schemas.microsoft.com/office/drawing/2014/main" id="{750F8986-CAA0-2109-175D-09D613397CFB}"/>
              </a:ext>
            </a:extLst>
          </p:cNvPr>
          <p:cNvPicPr>
            <a:picLocks noGrp="1" noChangeAspect="1"/>
          </p:cNvPicPr>
          <p:nvPr>
            <p:ph type="pic" sz="quarter" idx="14"/>
          </p:nvPr>
        </p:nvPicPr>
        <p:blipFill rotWithShape="1">
          <a:blip r:embed="rId7"/>
          <a:srcRect l="5073" t="5078" r="403" b="1536"/>
          <a:stretch/>
        </p:blipFill>
        <p:spPr>
          <a:xfrm>
            <a:off x="739227" y="295694"/>
            <a:ext cx="5004751" cy="3132323"/>
          </a:xfrm>
        </p:spPr>
      </p:pic>
      <p:pic>
        <p:nvPicPr>
          <p:cNvPr id="22" name="Platshållare för bild 21" descr="En bild som visar svart, mörker&#10;&#10;Automatiskt genererad beskrivning">
            <a:extLst>
              <a:ext uri="{FF2B5EF4-FFF2-40B4-BE49-F238E27FC236}">
                <a16:creationId xmlns:a16="http://schemas.microsoft.com/office/drawing/2014/main" id="{CA773E6A-7660-2EB8-E8A8-2EC0ECCA3817}"/>
              </a:ext>
            </a:extLst>
          </p:cNvPr>
          <p:cNvPicPr>
            <a:picLocks noGrp="1" noChangeAspect="1"/>
          </p:cNvPicPr>
          <p:nvPr>
            <p:ph type="pic" sz="quarter" idx="19"/>
          </p:nvPr>
        </p:nvPicPr>
        <p:blipFill>
          <a:blip r:embed="rId8"/>
          <a:srcRect/>
          <a:stretch>
            <a:fillRect/>
          </a:stretch>
        </p:blipFill>
        <p:spPr>
          <a:xfrm>
            <a:off x="6245225" y="5105401"/>
            <a:ext cx="914400" cy="914400"/>
          </a:xfrm>
        </p:spPr>
      </p:pic>
    </p:spTree>
    <p:extLst>
      <p:ext uri="{BB962C8B-B14F-4D97-AF65-F5344CB8AC3E}">
        <p14:creationId xmlns:p14="http://schemas.microsoft.com/office/powerpoint/2010/main" val="176677148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nummer 1">
            <a:extLst>
              <a:ext uri="{FF2B5EF4-FFF2-40B4-BE49-F238E27FC236}">
                <a16:creationId xmlns:a16="http://schemas.microsoft.com/office/drawing/2014/main" id="{0FCE84FF-80CF-AC1C-7757-0FB52F37D2F1}"/>
              </a:ext>
            </a:extLst>
          </p:cNvPr>
          <p:cNvSpPr>
            <a:spLocks noGrp="1"/>
          </p:cNvSpPr>
          <p:nvPr>
            <p:ph type="sldNum" sz="quarter" idx="11"/>
          </p:nvPr>
        </p:nvSpPr>
        <p:spPr/>
        <p:txBody>
          <a:bodyPr/>
          <a:lstStyle/>
          <a:p>
            <a:pPr rtl="0"/>
            <a:fld id="{75DF2D63-3FF5-D547-96B9-BE9CCD1ABA58}" type="slidenum">
              <a:rPr lang="sv-SE" smtClean="0"/>
              <a:t>8</a:t>
            </a:fld>
            <a:endParaRPr lang="sv-SE"/>
          </a:p>
        </p:txBody>
      </p:sp>
      <p:sp>
        <p:nvSpPr>
          <p:cNvPr id="3" name="Platshållare för sidfot 2">
            <a:extLst>
              <a:ext uri="{FF2B5EF4-FFF2-40B4-BE49-F238E27FC236}">
                <a16:creationId xmlns:a16="http://schemas.microsoft.com/office/drawing/2014/main" id="{21A16B73-D41B-5A5E-347D-F91A6EC4D786}"/>
              </a:ext>
            </a:extLst>
          </p:cNvPr>
          <p:cNvSpPr>
            <a:spLocks noGrp="1"/>
          </p:cNvSpPr>
          <p:nvPr>
            <p:ph type="ftr" sz="quarter" idx="12"/>
          </p:nvPr>
        </p:nvSpPr>
        <p:spPr/>
        <p:txBody>
          <a:bodyPr/>
          <a:lstStyle/>
          <a:p>
            <a:pPr rtl="0"/>
            <a:r>
              <a:rPr lang="sv-SE"/>
              <a:t>Inledning</a:t>
            </a:r>
          </a:p>
        </p:txBody>
      </p:sp>
      <p:pic>
        <p:nvPicPr>
          <p:cNvPr id="4" name="Bildobjekt 3">
            <a:extLst>
              <a:ext uri="{FF2B5EF4-FFF2-40B4-BE49-F238E27FC236}">
                <a16:creationId xmlns:a16="http://schemas.microsoft.com/office/drawing/2014/main" id="{D326C3AA-88CA-A4F0-1D13-52D3C7B9C536}"/>
              </a:ext>
            </a:extLst>
          </p:cNvPr>
          <p:cNvPicPr>
            <a:picLocks noChangeAspect="1"/>
          </p:cNvPicPr>
          <p:nvPr/>
        </p:nvPicPr>
        <p:blipFill>
          <a:blip r:embed="rId2"/>
          <a:stretch>
            <a:fillRect/>
          </a:stretch>
        </p:blipFill>
        <p:spPr>
          <a:xfrm>
            <a:off x="2289777" y="559919"/>
            <a:ext cx="4074724" cy="5738162"/>
          </a:xfrm>
          <a:prstGeom prst="rect">
            <a:avLst/>
          </a:prstGeom>
          <a:ln w="88900" cap="sq" cmpd="thickThin">
            <a:solidFill>
              <a:srgbClr val="000000"/>
            </a:solidFill>
            <a:prstDash val="solid"/>
            <a:miter lim="800000"/>
          </a:ln>
          <a:effectLst>
            <a:innerShdw blurRad="76200">
              <a:srgbClr val="000000"/>
            </a:innerShdw>
          </a:effectLst>
        </p:spPr>
      </p:pic>
      <p:pic>
        <p:nvPicPr>
          <p:cNvPr id="5" name="Bildobjekt 4" descr="En bild som visar skiss, diagram, design, linje&#10;&#10;Automatiskt genererad beskrivning">
            <a:extLst>
              <a:ext uri="{FF2B5EF4-FFF2-40B4-BE49-F238E27FC236}">
                <a16:creationId xmlns:a16="http://schemas.microsoft.com/office/drawing/2014/main" id="{C0F751F4-D391-867E-E075-7085BDB74AD0}"/>
              </a:ext>
            </a:extLst>
          </p:cNvPr>
          <p:cNvPicPr>
            <a:picLocks noChangeAspect="1"/>
          </p:cNvPicPr>
          <p:nvPr/>
        </p:nvPicPr>
        <p:blipFill rotWithShape="1">
          <a:blip r:embed="rId3"/>
          <a:srcRect l="6763" t="5449" r="8167" b="9198"/>
          <a:stretch/>
        </p:blipFill>
        <p:spPr bwMode="auto">
          <a:xfrm>
            <a:off x="6966707" y="1944415"/>
            <a:ext cx="4670797" cy="275645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53148961"/>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285EA4B-33CA-F2D6-7B8B-F3B9006EBF6B}"/>
              </a:ext>
            </a:extLst>
          </p:cNvPr>
          <p:cNvSpPr>
            <a:spLocks noGrp="1"/>
          </p:cNvSpPr>
          <p:nvPr>
            <p:ph type="title"/>
          </p:nvPr>
        </p:nvSpPr>
        <p:spPr/>
        <p:txBody>
          <a:bodyPr/>
          <a:lstStyle/>
          <a:p>
            <a:r>
              <a:rPr lang="sv-SE"/>
              <a:t>Mål</a:t>
            </a:r>
          </a:p>
        </p:txBody>
      </p:sp>
      <p:sp>
        <p:nvSpPr>
          <p:cNvPr id="3" name="Platshållare för innehåll 2">
            <a:extLst>
              <a:ext uri="{FF2B5EF4-FFF2-40B4-BE49-F238E27FC236}">
                <a16:creationId xmlns:a16="http://schemas.microsoft.com/office/drawing/2014/main" id="{B7D33F4B-D32C-A929-BF85-2FDAAF0B2475}"/>
              </a:ext>
            </a:extLst>
          </p:cNvPr>
          <p:cNvSpPr>
            <a:spLocks noGrp="1"/>
          </p:cNvSpPr>
          <p:nvPr>
            <p:ph idx="1"/>
          </p:nvPr>
        </p:nvSpPr>
        <p:spPr/>
        <p:txBody>
          <a:bodyPr/>
          <a:lstStyle/>
          <a:p>
            <a:r>
              <a:rPr lang="sv-SE"/>
              <a:t>Designa och utvärdera en uppställning för möjliggörande av mätning av elektronstrålens bredd.</a:t>
            </a:r>
          </a:p>
          <a:p>
            <a:r>
              <a:rPr lang="sv-SE"/>
              <a:t>Testa en stegmotor utanför vakuum för säkerhetsställning av en jämn rotation.</a:t>
            </a:r>
          </a:p>
        </p:txBody>
      </p:sp>
      <p:sp>
        <p:nvSpPr>
          <p:cNvPr id="4" name="Platshållare för bildnummer 3">
            <a:extLst>
              <a:ext uri="{FF2B5EF4-FFF2-40B4-BE49-F238E27FC236}">
                <a16:creationId xmlns:a16="http://schemas.microsoft.com/office/drawing/2014/main" id="{1706599C-11FB-2DA1-C582-6EDFEDD920FB}"/>
              </a:ext>
            </a:extLst>
          </p:cNvPr>
          <p:cNvSpPr>
            <a:spLocks noGrp="1"/>
          </p:cNvSpPr>
          <p:nvPr>
            <p:ph type="sldNum" sz="quarter" idx="11"/>
          </p:nvPr>
        </p:nvSpPr>
        <p:spPr/>
        <p:txBody>
          <a:bodyPr/>
          <a:lstStyle/>
          <a:p>
            <a:pPr rtl="0"/>
            <a:fld id="{75DF2D63-3FF5-D547-96B9-BE9CCD1ABA58}" type="slidenum">
              <a:rPr lang="sv-SE" smtClean="0"/>
              <a:pPr rtl="0"/>
              <a:t>9</a:t>
            </a:fld>
            <a:endParaRPr lang="sv-SE"/>
          </a:p>
        </p:txBody>
      </p:sp>
      <p:sp>
        <p:nvSpPr>
          <p:cNvPr id="5" name="Platshållare för sidfot 4">
            <a:extLst>
              <a:ext uri="{FF2B5EF4-FFF2-40B4-BE49-F238E27FC236}">
                <a16:creationId xmlns:a16="http://schemas.microsoft.com/office/drawing/2014/main" id="{E22FF073-96C4-D433-15EB-7123F486D3CA}"/>
              </a:ext>
            </a:extLst>
          </p:cNvPr>
          <p:cNvSpPr>
            <a:spLocks noGrp="1"/>
          </p:cNvSpPr>
          <p:nvPr>
            <p:ph type="ftr" sz="quarter" idx="12"/>
          </p:nvPr>
        </p:nvSpPr>
        <p:spPr/>
        <p:txBody>
          <a:bodyPr/>
          <a:lstStyle/>
          <a:p>
            <a:pPr rtl="0"/>
            <a:r>
              <a:rPr lang="sv-SE"/>
              <a:t>inledning</a:t>
            </a:r>
          </a:p>
        </p:txBody>
      </p:sp>
      <p:pic>
        <p:nvPicPr>
          <p:cNvPr id="10" name="Platshållare för bild 9" descr="En bild som visar cirkel, Grafik, symbol, design&#10;&#10;Automatiskt genererad beskrivning">
            <a:extLst>
              <a:ext uri="{FF2B5EF4-FFF2-40B4-BE49-F238E27FC236}">
                <a16:creationId xmlns:a16="http://schemas.microsoft.com/office/drawing/2014/main" id="{30153583-D22B-243B-46CF-983AF47889EA}"/>
              </a:ext>
            </a:extLst>
          </p:cNvPr>
          <p:cNvPicPr>
            <a:picLocks noGrp="1" noChangeAspect="1"/>
          </p:cNvPicPr>
          <p:nvPr>
            <p:ph type="pic" sz="quarter" idx="13"/>
          </p:nvPr>
        </p:nvPicPr>
        <p:blipFill>
          <a:blip r:embed="rId3"/>
          <a:srcRect/>
          <a:stretch>
            <a:fillRect/>
          </a:stretch>
        </p:blipFill>
        <p:spPr/>
      </p:pic>
      <p:sp>
        <p:nvSpPr>
          <p:cNvPr id="6" name="textruta 5">
            <a:extLst>
              <a:ext uri="{FF2B5EF4-FFF2-40B4-BE49-F238E27FC236}">
                <a16:creationId xmlns:a16="http://schemas.microsoft.com/office/drawing/2014/main" id="{0DDFA786-DEDF-71F7-8919-D19AA3FF80AA}"/>
              </a:ext>
            </a:extLst>
          </p:cNvPr>
          <p:cNvSpPr txBox="1"/>
          <p:nvPr/>
        </p:nvSpPr>
        <p:spPr>
          <a:xfrm>
            <a:off x="1857337" y="4549140"/>
            <a:ext cx="2082621" cy="246221"/>
          </a:xfrm>
          <a:prstGeom prst="rect">
            <a:avLst/>
          </a:prstGeom>
          <a:noFill/>
        </p:spPr>
        <p:txBody>
          <a:bodyPr wrap="none" rtlCol="0">
            <a:spAutoFit/>
          </a:bodyPr>
          <a:lstStyle/>
          <a:p>
            <a:pPr algn="ctr"/>
            <a:r>
              <a:rPr lang="sv-SE" sz="1000">
                <a:hlinkClick r:id="rId4"/>
              </a:rPr>
              <a:t>https://tfagroup.co.uk/needs-and-goals/</a:t>
            </a:r>
            <a:r>
              <a:rPr lang="sv-SE" sz="1000"/>
              <a:t> </a:t>
            </a:r>
          </a:p>
        </p:txBody>
      </p:sp>
    </p:spTree>
    <p:extLst>
      <p:ext uri="{BB962C8B-B14F-4D97-AF65-F5344CB8AC3E}">
        <p14:creationId xmlns:p14="http://schemas.microsoft.com/office/powerpoint/2010/main" val="234063723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a:extLst>
              <a:ext uri="{FF2B5EF4-FFF2-40B4-BE49-F238E27FC236}">
                <a16:creationId xmlns:a16="http://schemas.microsoft.com/office/drawing/2014/main" id="{5D185D4E-60A4-0458-26C5-A3346E3532CC}"/>
              </a:ext>
            </a:extLst>
          </p:cNvPr>
          <p:cNvSpPr>
            <a:spLocks noGrp="1"/>
          </p:cNvSpPr>
          <p:nvPr>
            <p:ph type="title"/>
          </p:nvPr>
        </p:nvSpPr>
        <p:spPr/>
        <p:txBody>
          <a:bodyPr/>
          <a:lstStyle/>
          <a:p>
            <a:r>
              <a:rPr lang="sv-SE"/>
              <a:t>Bakgrund</a:t>
            </a:r>
          </a:p>
        </p:txBody>
      </p:sp>
    </p:spTree>
    <p:extLst>
      <p:ext uri="{BB962C8B-B14F-4D97-AF65-F5344CB8AC3E}">
        <p14:creationId xmlns:p14="http://schemas.microsoft.com/office/powerpoint/2010/main" val="4961893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0984788-646A-CF90-D67D-14752A71745D}"/>
              </a:ext>
            </a:extLst>
          </p:cNvPr>
          <p:cNvSpPr>
            <a:spLocks noGrp="1"/>
          </p:cNvSpPr>
          <p:nvPr>
            <p:ph type="title"/>
          </p:nvPr>
        </p:nvSpPr>
        <p:spPr/>
        <p:txBody>
          <a:bodyPr rtlCol="0"/>
          <a:lstStyle>
            <a:defPPr>
              <a:defRPr lang="sv-SE"/>
            </a:defPPr>
          </a:lstStyle>
          <a:p>
            <a:pPr rtl="0"/>
            <a:r>
              <a:rPr lang="sv-SE" sz="4000"/>
              <a:t>bakgrund</a:t>
            </a:r>
          </a:p>
        </p:txBody>
      </p:sp>
      <p:sp>
        <p:nvSpPr>
          <p:cNvPr id="5" name="Platshållare för sidfot 4">
            <a:extLst>
              <a:ext uri="{FF2B5EF4-FFF2-40B4-BE49-F238E27FC236}">
                <a16:creationId xmlns:a16="http://schemas.microsoft.com/office/drawing/2014/main" id="{241D8BC6-DD9D-7F06-3B9F-9F2B462E4984}"/>
              </a:ext>
            </a:extLst>
          </p:cNvPr>
          <p:cNvSpPr>
            <a:spLocks noGrp="1"/>
          </p:cNvSpPr>
          <p:nvPr>
            <p:ph type="ftr" sz="quarter" idx="12"/>
          </p:nvPr>
        </p:nvSpPr>
        <p:spPr/>
        <p:txBody>
          <a:bodyPr rtlCol="0"/>
          <a:lstStyle>
            <a:defPPr>
              <a:defRPr lang="sv-SE"/>
            </a:defPPr>
          </a:lstStyle>
          <a:p>
            <a:pPr rtl="0"/>
            <a:r>
              <a:rPr lang="sv-SE"/>
              <a:t>bakgrund</a:t>
            </a:r>
          </a:p>
        </p:txBody>
      </p:sp>
      <p:sp>
        <p:nvSpPr>
          <p:cNvPr id="4" name="Platshållare för bildnummer 3">
            <a:extLst>
              <a:ext uri="{FF2B5EF4-FFF2-40B4-BE49-F238E27FC236}">
                <a16:creationId xmlns:a16="http://schemas.microsoft.com/office/drawing/2014/main" id="{B6586F16-C3E1-6E51-D140-EF50382CA456}"/>
              </a:ext>
            </a:extLst>
          </p:cNvPr>
          <p:cNvSpPr>
            <a:spLocks noGrp="1"/>
          </p:cNvSpPr>
          <p:nvPr>
            <p:ph type="sldNum" sz="quarter" idx="11"/>
          </p:nvPr>
        </p:nvSpPr>
        <p:spPr/>
        <p:txBody>
          <a:bodyPr rtlCol="0"/>
          <a:lstStyle>
            <a:defPPr>
              <a:defRPr lang="sv-SE"/>
            </a:defPPr>
          </a:lstStyle>
          <a:p>
            <a:pPr rtl="0"/>
            <a:fld id="{75DF2D63-3FF5-D547-96B9-BE9CCD1ABA58}" type="slidenum">
              <a:rPr lang="sv-SE" smtClean="0"/>
              <a:pPr rtl="0"/>
              <a:t>11</a:t>
            </a:fld>
            <a:endParaRPr lang="sv-SE"/>
          </a:p>
        </p:txBody>
      </p:sp>
      <p:sp>
        <p:nvSpPr>
          <p:cNvPr id="3" name="Platshållare för innehåll 2">
            <a:extLst>
              <a:ext uri="{FF2B5EF4-FFF2-40B4-BE49-F238E27FC236}">
                <a16:creationId xmlns:a16="http://schemas.microsoft.com/office/drawing/2014/main" id="{77C9C890-ADC6-0AA7-BBC0-05E856AA7C3C}"/>
              </a:ext>
            </a:extLst>
          </p:cNvPr>
          <p:cNvSpPr>
            <a:spLocks noGrp="1"/>
          </p:cNvSpPr>
          <p:nvPr>
            <p:ph idx="1"/>
          </p:nvPr>
        </p:nvSpPr>
        <p:spPr/>
        <p:txBody>
          <a:bodyPr vert="horz" lIns="0" tIns="0" rIns="0" bIns="0" rtlCol="0" anchor="t">
            <a:noAutofit/>
          </a:bodyPr>
          <a:lstStyle>
            <a:defPPr>
              <a:defRPr lang="sv-SE"/>
            </a:defPPr>
          </a:lstStyle>
          <a:p>
            <a:pPr marL="0" indent="0" rtl="0">
              <a:lnSpc>
                <a:spcPts val="2400"/>
              </a:lnSpc>
              <a:buNone/>
            </a:pPr>
            <a:r>
              <a:rPr lang="sv-SE" sz="2000" spc="0">
                <a:ea typeface="+mn-lt"/>
                <a:cs typeface="+mn-lt"/>
              </a:rPr>
              <a:t>Hur ser den experimentell uppställninge</a:t>
            </a:r>
            <a:r>
              <a:rPr lang="sv-SE">
                <a:ea typeface="+mn-lt"/>
                <a:cs typeface="+mn-lt"/>
              </a:rPr>
              <a:t>n ut?</a:t>
            </a:r>
            <a:endParaRPr lang="sv-SE" sz="2000" spc="0">
              <a:ea typeface="+mn-lt"/>
              <a:cs typeface="+mn-lt"/>
            </a:endParaRPr>
          </a:p>
          <a:p>
            <a:pPr marL="0" indent="0" rtl="0">
              <a:lnSpc>
                <a:spcPts val="2400"/>
              </a:lnSpc>
              <a:buNone/>
            </a:pPr>
            <a:r>
              <a:rPr lang="sv-SE">
                <a:ea typeface="+mn-lt"/>
                <a:cs typeface="+mn-lt"/>
              </a:rPr>
              <a:t>Vad är en </a:t>
            </a:r>
            <a:r>
              <a:rPr lang="sv-SE" err="1">
                <a:ea typeface="+mn-lt"/>
                <a:cs typeface="+mn-lt"/>
              </a:rPr>
              <a:t>Faraday</a:t>
            </a:r>
            <a:r>
              <a:rPr lang="sv-SE">
                <a:ea typeface="+mn-lt"/>
                <a:cs typeface="+mn-lt"/>
              </a:rPr>
              <a:t>-kopp?</a:t>
            </a:r>
          </a:p>
          <a:p>
            <a:pPr marL="0" indent="0" rtl="0">
              <a:lnSpc>
                <a:spcPts val="2400"/>
              </a:lnSpc>
              <a:buNone/>
            </a:pPr>
            <a:r>
              <a:rPr lang="sv-SE" sz="2000" spc="0">
                <a:ea typeface="+mn-lt"/>
                <a:cs typeface="+mn-lt"/>
              </a:rPr>
              <a:t>Hur definieras FWHM?</a:t>
            </a:r>
            <a:endParaRPr lang="sv-SE">
              <a:ea typeface="+mn-lt"/>
              <a:cs typeface="+mn-lt"/>
            </a:endParaRPr>
          </a:p>
          <a:p>
            <a:pPr marL="0" indent="0" rtl="0">
              <a:lnSpc>
                <a:spcPts val="2400"/>
              </a:lnSpc>
              <a:buNone/>
            </a:pPr>
            <a:r>
              <a:rPr lang="sv-SE" sz="2000" spc="0">
                <a:ea typeface="+mn-lt"/>
                <a:cs typeface="+mn-lt"/>
              </a:rPr>
              <a:t>Vilken stegmotor samt magnetkoppling används i projektet?</a:t>
            </a:r>
          </a:p>
        </p:txBody>
      </p:sp>
      <p:pic>
        <p:nvPicPr>
          <p:cNvPr id="12" name="Platshållare för bild 11" descr="En bild som visar mörker, svart, rymden, stjärna&#10;&#10;Automatiskt genererad beskrivning">
            <a:extLst>
              <a:ext uri="{FF2B5EF4-FFF2-40B4-BE49-F238E27FC236}">
                <a16:creationId xmlns:a16="http://schemas.microsoft.com/office/drawing/2014/main" id="{063EF1A1-A2B2-16A1-A741-F6EF5D214607}"/>
              </a:ext>
            </a:extLst>
          </p:cNvPr>
          <p:cNvPicPr>
            <a:picLocks noGrp="1" noChangeAspect="1"/>
          </p:cNvPicPr>
          <p:nvPr>
            <p:ph type="pic" sz="quarter" idx="13"/>
          </p:nvPr>
        </p:nvPicPr>
        <p:blipFill>
          <a:blip r:embed="rId3"/>
          <a:srcRect/>
          <a:stretch>
            <a:fillRect/>
          </a:stretch>
        </p:blipFill>
        <p:spPr>
          <a:solidFill>
            <a:schemeClr val="accent4"/>
          </a:solidFill>
        </p:spPr>
      </p:pic>
      <p:sp>
        <p:nvSpPr>
          <p:cNvPr id="6" name="textruta 5">
            <a:extLst>
              <a:ext uri="{FF2B5EF4-FFF2-40B4-BE49-F238E27FC236}">
                <a16:creationId xmlns:a16="http://schemas.microsoft.com/office/drawing/2014/main" id="{F24F96E2-35A5-A545-0592-5EF63FBBEB16}"/>
              </a:ext>
            </a:extLst>
          </p:cNvPr>
          <p:cNvSpPr txBox="1"/>
          <p:nvPr/>
        </p:nvSpPr>
        <p:spPr>
          <a:xfrm>
            <a:off x="1382013" y="4908037"/>
            <a:ext cx="333008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000">
                <a:ea typeface="+mn-lt"/>
                <a:cs typeface="+mn-lt"/>
                <a:hlinkClick r:id="rId4"/>
              </a:rPr>
              <a:t>https://commons.wikimedia.org/wiki/File:Minimalist_info_Icon.png</a:t>
            </a:r>
            <a:r>
              <a:rPr lang="sv-SE" sz="1000">
                <a:ea typeface="+mn-lt"/>
                <a:cs typeface="+mn-lt"/>
              </a:rPr>
              <a:t> </a:t>
            </a:r>
            <a:endParaRPr lang="sv-SE" sz="1000"/>
          </a:p>
        </p:txBody>
      </p:sp>
    </p:spTree>
    <p:extLst>
      <p:ext uri="{BB962C8B-B14F-4D97-AF65-F5344CB8AC3E}">
        <p14:creationId xmlns:p14="http://schemas.microsoft.com/office/powerpoint/2010/main" val="3619161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E303A762-5784-2B88-4189-D66DBA149404}"/>
              </a:ext>
            </a:extLst>
          </p:cNvPr>
          <p:cNvSpPr>
            <a:spLocks noGrp="1"/>
          </p:cNvSpPr>
          <p:nvPr>
            <p:ph type="title"/>
          </p:nvPr>
        </p:nvSpPr>
        <p:spPr/>
        <p:txBody>
          <a:bodyPr/>
          <a:lstStyle/>
          <a:p>
            <a:r>
              <a:rPr lang="sv-SE"/>
              <a:t>Experimentell uppställning</a:t>
            </a:r>
          </a:p>
        </p:txBody>
      </p:sp>
      <p:sp>
        <p:nvSpPr>
          <p:cNvPr id="4" name="Platshållare för bildnummer 3">
            <a:extLst>
              <a:ext uri="{FF2B5EF4-FFF2-40B4-BE49-F238E27FC236}">
                <a16:creationId xmlns:a16="http://schemas.microsoft.com/office/drawing/2014/main" id="{BA833C8E-CF71-DBAE-7753-FFCCC36EC191}"/>
              </a:ext>
            </a:extLst>
          </p:cNvPr>
          <p:cNvSpPr>
            <a:spLocks noGrp="1"/>
          </p:cNvSpPr>
          <p:nvPr>
            <p:ph type="sldNum" sz="quarter" idx="11"/>
          </p:nvPr>
        </p:nvSpPr>
        <p:spPr/>
        <p:txBody>
          <a:bodyPr/>
          <a:lstStyle/>
          <a:p>
            <a:pPr rtl="0"/>
            <a:fld id="{75DF2D63-3FF5-D547-96B9-BE9CCD1ABA58}" type="slidenum">
              <a:rPr lang="sv-SE" smtClean="0"/>
              <a:t>12</a:t>
            </a:fld>
            <a:endParaRPr lang="sv-SE"/>
          </a:p>
        </p:txBody>
      </p:sp>
      <p:sp>
        <p:nvSpPr>
          <p:cNvPr id="5" name="Platshållare för sidfot 4">
            <a:extLst>
              <a:ext uri="{FF2B5EF4-FFF2-40B4-BE49-F238E27FC236}">
                <a16:creationId xmlns:a16="http://schemas.microsoft.com/office/drawing/2014/main" id="{8DBBE402-32EE-34FC-444B-754D0610B44A}"/>
              </a:ext>
            </a:extLst>
          </p:cNvPr>
          <p:cNvSpPr>
            <a:spLocks noGrp="1"/>
          </p:cNvSpPr>
          <p:nvPr>
            <p:ph type="ftr" sz="quarter" idx="12"/>
          </p:nvPr>
        </p:nvSpPr>
        <p:spPr/>
        <p:txBody>
          <a:bodyPr/>
          <a:lstStyle/>
          <a:p>
            <a:pPr rtl="0"/>
            <a:r>
              <a:rPr lang="sv-SE"/>
              <a:t>bakgrund</a:t>
            </a:r>
          </a:p>
        </p:txBody>
      </p:sp>
      <p:pic>
        <p:nvPicPr>
          <p:cNvPr id="6" name="Bildobjekt 5" descr="En bild som visar skiss, diagram, design, linje&#10;&#10;Automatiskt genererad beskrivning">
            <a:extLst>
              <a:ext uri="{FF2B5EF4-FFF2-40B4-BE49-F238E27FC236}">
                <a16:creationId xmlns:a16="http://schemas.microsoft.com/office/drawing/2014/main" id="{310AF56F-A7AC-CFEA-1EB5-836180FCF6B1}"/>
              </a:ext>
            </a:extLst>
          </p:cNvPr>
          <p:cNvPicPr>
            <a:picLocks noChangeAspect="1"/>
          </p:cNvPicPr>
          <p:nvPr/>
        </p:nvPicPr>
        <p:blipFill rotWithShape="1">
          <a:blip r:embed="rId3"/>
          <a:srcRect l="6763" t="5449" r="8167" b="9198"/>
          <a:stretch/>
        </p:blipFill>
        <p:spPr bwMode="auto">
          <a:xfrm>
            <a:off x="1295399" y="2438401"/>
            <a:ext cx="4670797" cy="2756451"/>
          </a:xfrm>
          <a:prstGeom prst="rect">
            <a:avLst/>
          </a:prstGeom>
          <a:ln>
            <a:noFill/>
          </a:ln>
          <a:extLst>
            <a:ext uri="{53640926-AAD7-44D8-BBD7-CCE9431645EC}">
              <a14:shadowObscured xmlns:a14="http://schemas.microsoft.com/office/drawing/2010/main"/>
            </a:ext>
          </a:extLst>
        </p:spPr>
      </p:pic>
      <p:sp>
        <p:nvSpPr>
          <p:cNvPr id="7" name="Textruta 8">
            <a:extLst>
              <a:ext uri="{FF2B5EF4-FFF2-40B4-BE49-F238E27FC236}">
                <a16:creationId xmlns:a16="http://schemas.microsoft.com/office/drawing/2014/main" id="{6C8891B2-8B97-80A3-3DEE-29CD8DF576EA}"/>
              </a:ext>
            </a:extLst>
          </p:cNvPr>
          <p:cNvSpPr txBox="1"/>
          <p:nvPr/>
        </p:nvSpPr>
        <p:spPr>
          <a:xfrm>
            <a:off x="1475994" y="12304985"/>
            <a:ext cx="6594621" cy="150936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pt-PT" sz="1000">
                <a:effectLst/>
                <a:latin typeface="Arial" panose="020B0604020202020204" pitchFamily="34" charset="0"/>
                <a:ea typeface="Calibri" panose="020F0502020204030204" pitchFamily="34" charset="0"/>
                <a:cs typeface="Arial" panose="020B0604020202020204" pitchFamily="34" charset="0"/>
              </a:rPr>
              <a:t>TRITA – </a:t>
            </a:r>
            <a:r>
              <a:rPr lang="sv-SE" sz="1000">
                <a:solidFill>
                  <a:srgbClr val="808080"/>
                </a:solidFill>
                <a:effectLst/>
                <a:latin typeface="Arial" panose="020B0604020202020204" pitchFamily="34" charset="0"/>
                <a:ea typeface="Calibri" panose="020F0502020204030204" pitchFamily="34" charset="0"/>
                <a:cs typeface="Arial" panose="020B0604020202020204" pitchFamily="34" charset="0"/>
              </a:rPr>
              <a:t>XXX-XXX 20XX:XX</a:t>
            </a:r>
            <a:endParaRPr lang="sv-SE" sz="1000">
              <a:effectLst/>
              <a:latin typeface="Arial" panose="020B0604020202020204" pitchFamily="34" charset="0"/>
              <a:ea typeface="Calibri" panose="020F0502020204030204" pitchFamily="34" charset="0"/>
              <a:cs typeface="Arial" panose="020B0604020202020204" pitchFamily="34" charset="0"/>
            </a:endParaRPr>
          </a:p>
          <a:p>
            <a:r>
              <a:rPr lang="sv-SE" sz="800">
                <a:effectLst/>
                <a:latin typeface="Arial" panose="020B0604020202020204" pitchFamily="34" charset="0"/>
                <a:ea typeface="Calibri" panose="020F0502020204030204" pitchFamily="34" charset="0"/>
                <a:cs typeface="Arial" panose="020B0604020202020204" pitchFamily="34" charset="0"/>
              </a:rPr>
              <a:t>Stockholm, Sverige </a:t>
            </a:r>
            <a:r>
              <a:rPr lang="sv-SE" sz="800">
                <a:solidFill>
                  <a:srgbClr val="808080"/>
                </a:solidFill>
                <a:effectLst/>
                <a:latin typeface="Arial" panose="020B0604020202020204" pitchFamily="34" charset="0"/>
                <a:ea typeface="Calibri" panose="020F0502020204030204" pitchFamily="34" charset="0"/>
                <a:cs typeface="Arial" panose="020B0604020202020204" pitchFamily="34" charset="0"/>
              </a:rPr>
              <a:t>2024</a:t>
            </a:r>
            <a:endParaRPr lang="sv-SE" sz="1000">
              <a:effectLst/>
              <a:latin typeface="Arial" panose="020B0604020202020204" pitchFamily="34" charset="0"/>
              <a:ea typeface="Calibri" panose="020F0502020204030204" pitchFamily="34" charset="0"/>
              <a:cs typeface="Arial" panose="020B0604020202020204" pitchFamily="34" charset="0"/>
            </a:endParaRPr>
          </a:p>
          <a:p>
            <a:pPr>
              <a:spcBef>
                <a:spcPts val="1800"/>
              </a:spcBef>
            </a:pPr>
            <a:r>
              <a:rPr lang="sv-SE" sz="800" u="sng">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4"/>
              </a:rPr>
              <a:t>www.kth.se</a:t>
            </a:r>
            <a:endParaRPr lang="sv-SE" sz="800">
              <a:solidFill>
                <a:srgbClr val="4F81BD"/>
              </a:solidFill>
              <a:effectLst/>
              <a:latin typeface="Arial" panose="020B0604020202020204" pitchFamily="34" charset="0"/>
              <a:ea typeface="Calibri" panose="020F0502020204030204" pitchFamily="34" charset="0"/>
              <a:cs typeface="Arial" panose="020B0604020202020204" pitchFamily="34" charset="0"/>
            </a:endParaRPr>
          </a:p>
        </p:txBody>
      </p:sp>
      <p:pic>
        <p:nvPicPr>
          <p:cNvPr id="9" name="Bildobjekt 8" descr="En bild som visar skärmbild, rymden, design&#10;&#10;Automatiskt genererad beskrivning">
            <a:extLst>
              <a:ext uri="{FF2B5EF4-FFF2-40B4-BE49-F238E27FC236}">
                <a16:creationId xmlns:a16="http://schemas.microsoft.com/office/drawing/2014/main" id="{8E18BC92-410A-B6D5-AF07-ECDE4433CBB9}"/>
              </a:ext>
            </a:extLst>
          </p:cNvPr>
          <p:cNvPicPr>
            <a:picLocks noChangeAspect="1"/>
          </p:cNvPicPr>
          <p:nvPr/>
        </p:nvPicPr>
        <p:blipFill>
          <a:blip r:embed="rId5"/>
          <a:stretch>
            <a:fillRect/>
          </a:stretch>
        </p:blipFill>
        <p:spPr>
          <a:xfrm>
            <a:off x="6324599" y="2546626"/>
            <a:ext cx="5549900" cy="2540000"/>
          </a:xfrm>
          <a:prstGeom prst="rect">
            <a:avLst/>
          </a:prstGeom>
        </p:spPr>
      </p:pic>
      <p:sp>
        <p:nvSpPr>
          <p:cNvPr id="3" name="textruta 2">
            <a:extLst>
              <a:ext uri="{FF2B5EF4-FFF2-40B4-BE49-F238E27FC236}">
                <a16:creationId xmlns:a16="http://schemas.microsoft.com/office/drawing/2014/main" id="{57E2754D-6AE8-AE23-22FD-B8F3CE9FDA6B}"/>
              </a:ext>
            </a:extLst>
          </p:cNvPr>
          <p:cNvSpPr txBox="1"/>
          <p:nvPr/>
        </p:nvSpPr>
        <p:spPr>
          <a:xfrm>
            <a:off x="7081199" y="5071741"/>
            <a:ext cx="4793300" cy="246221"/>
          </a:xfrm>
          <a:prstGeom prst="rect">
            <a:avLst/>
          </a:prstGeom>
          <a:noFill/>
        </p:spPr>
        <p:txBody>
          <a:bodyPr wrap="none" rtlCol="0">
            <a:spAutoFit/>
          </a:bodyPr>
          <a:lstStyle/>
          <a:p>
            <a:pPr algn="ctr"/>
            <a:r>
              <a:rPr lang="sv-SE" sz="1000">
                <a:hlinkClick r:id="rId6"/>
              </a:rPr>
              <a:t>https://physics.stackexchange.com/questions/427735/confusion-about-how-an-electron-gun-works</a:t>
            </a:r>
            <a:r>
              <a:rPr lang="sv-SE" sz="1000"/>
              <a:t> </a:t>
            </a:r>
          </a:p>
        </p:txBody>
      </p:sp>
    </p:spTree>
    <p:extLst>
      <p:ext uri="{BB962C8B-B14F-4D97-AF65-F5344CB8AC3E}">
        <p14:creationId xmlns:p14="http://schemas.microsoft.com/office/powerpoint/2010/main" val="30042554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3130E45-1FE4-0A96-0378-E7B6E0342C13}"/>
              </a:ext>
            </a:extLst>
          </p:cNvPr>
          <p:cNvSpPr>
            <a:spLocks noGrp="1"/>
          </p:cNvSpPr>
          <p:nvPr>
            <p:ph type="title"/>
          </p:nvPr>
        </p:nvSpPr>
        <p:spPr/>
        <p:txBody>
          <a:bodyPr/>
          <a:lstStyle/>
          <a:p>
            <a:r>
              <a:rPr lang="sv-SE"/>
              <a:t>Faraday-kopp</a:t>
            </a:r>
          </a:p>
        </p:txBody>
      </p:sp>
      <p:sp>
        <p:nvSpPr>
          <p:cNvPr id="4" name="Platshållare för bildnummer 3">
            <a:extLst>
              <a:ext uri="{FF2B5EF4-FFF2-40B4-BE49-F238E27FC236}">
                <a16:creationId xmlns:a16="http://schemas.microsoft.com/office/drawing/2014/main" id="{39A51C00-7DC9-B7DB-EC19-BD96F7442717}"/>
              </a:ext>
            </a:extLst>
          </p:cNvPr>
          <p:cNvSpPr>
            <a:spLocks noGrp="1"/>
          </p:cNvSpPr>
          <p:nvPr>
            <p:ph type="sldNum" sz="quarter" idx="11"/>
          </p:nvPr>
        </p:nvSpPr>
        <p:spPr/>
        <p:txBody>
          <a:bodyPr/>
          <a:lstStyle/>
          <a:p>
            <a:pPr rtl="0"/>
            <a:fld id="{75DF2D63-3FF5-D547-96B9-BE9CCD1ABA58}" type="slidenum">
              <a:rPr lang="sv-SE" smtClean="0"/>
              <a:t>13</a:t>
            </a:fld>
            <a:endParaRPr lang="sv-SE"/>
          </a:p>
        </p:txBody>
      </p:sp>
      <p:sp>
        <p:nvSpPr>
          <p:cNvPr id="5" name="Platshållare för sidfot 4">
            <a:extLst>
              <a:ext uri="{FF2B5EF4-FFF2-40B4-BE49-F238E27FC236}">
                <a16:creationId xmlns:a16="http://schemas.microsoft.com/office/drawing/2014/main" id="{DA3688A5-D165-C368-2540-29CF5B110EFB}"/>
              </a:ext>
            </a:extLst>
          </p:cNvPr>
          <p:cNvSpPr>
            <a:spLocks noGrp="1"/>
          </p:cNvSpPr>
          <p:nvPr>
            <p:ph type="ftr" sz="quarter" idx="12"/>
          </p:nvPr>
        </p:nvSpPr>
        <p:spPr/>
        <p:txBody>
          <a:bodyPr/>
          <a:lstStyle/>
          <a:p>
            <a:pPr rtl="0"/>
            <a:r>
              <a:rPr lang="sv-SE"/>
              <a:t>bakgrund</a:t>
            </a:r>
          </a:p>
        </p:txBody>
      </p:sp>
      <p:pic>
        <p:nvPicPr>
          <p:cNvPr id="8194" name="Picture 2" descr="Faraday cup - Wikidata">
            <a:extLst>
              <a:ext uri="{FF2B5EF4-FFF2-40B4-BE49-F238E27FC236}">
                <a16:creationId xmlns:a16="http://schemas.microsoft.com/office/drawing/2014/main" id="{27A59686-7883-68A9-BC61-2AFDFD4ADC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824" y="2014331"/>
            <a:ext cx="3391590" cy="3884324"/>
          </a:xfrm>
          <a:prstGeom prst="rect">
            <a:avLst/>
          </a:prstGeom>
          <a:noFill/>
          <a:extLst>
            <a:ext uri="{909E8E84-426E-40DD-AFC4-6F175D3DCCD1}">
              <a14:hiddenFill xmlns:a14="http://schemas.microsoft.com/office/drawing/2010/main">
                <a:solidFill>
                  <a:srgbClr val="FFFFFF"/>
                </a:solidFill>
              </a14:hiddenFill>
            </a:ext>
          </a:extLst>
        </p:spPr>
      </p:pic>
      <p:pic>
        <p:nvPicPr>
          <p:cNvPr id="6" name="Bildobjekt 5">
            <a:extLst>
              <a:ext uri="{FF2B5EF4-FFF2-40B4-BE49-F238E27FC236}">
                <a16:creationId xmlns:a16="http://schemas.microsoft.com/office/drawing/2014/main" id="{07A2A022-55C1-B171-A5D4-96CE4F2F37BA}"/>
              </a:ext>
            </a:extLst>
          </p:cNvPr>
          <p:cNvPicPr>
            <a:picLocks noChangeAspect="1"/>
          </p:cNvPicPr>
          <p:nvPr/>
        </p:nvPicPr>
        <p:blipFill>
          <a:blip r:embed="rId3"/>
          <a:stretch>
            <a:fillRect/>
          </a:stretch>
        </p:blipFill>
        <p:spPr>
          <a:xfrm>
            <a:off x="4260576" y="2014331"/>
            <a:ext cx="7772400" cy="3683154"/>
          </a:xfrm>
          <a:prstGeom prst="rect">
            <a:avLst/>
          </a:prstGeom>
        </p:spPr>
      </p:pic>
      <p:sp>
        <p:nvSpPr>
          <p:cNvPr id="3" name="textruta 2">
            <a:extLst>
              <a:ext uri="{FF2B5EF4-FFF2-40B4-BE49-F238E27FC236}">
                <a16:creationId xmlns:a16="http://schemas.microsoft.com/office/drawing/2014/main" id="{B5F482F7-DB13-1E17-799F-72BC8031479D}"/>
              </a:ext>
            </a:extLst>
          </p:cNvPr>
          <p:cNvSpPr txBox="1"/>
          <p:nvPr/>
        </p:nvSpPr>
        <p:spPr>
          <a:xfrm>
            <a:off x="1567163" y="5451264"/>
            <a:ext cx="2004075" cy="246221"/>
          </a:xfrm>
          <a:prstGeom prst="rect">
            <a:avLst/>
          </a:prstGeom>
          <a:noFill/>
        </p:spPr>
        <p:txBody>
          <a:bodyPr wrap="none" rtlCol="0">
            <a:spAutoFit/>
          </a:bodyPr>
          <a:lstStyle/>
          <a:p>
            <a:pPr algn="ctr"/>
            <a:r>
              <a:rPr lang="sv-SE" sz="1000">
                <a:hlinkClick r:id="rId4"/>
              </a:rPr>
              <a:t>https://www.wikidata.org/wiki/Q19410</a:t>
            </a:r>
            <a:r>
              <a:rPr lang="sv-SE" sz="1000"/>
              <a:t> </a:t>
            </a:r>
          </a:p>
        </p:txBody>
      </p:sp>
    </p:spTree>
    <p:extLst>
      <p:ext uri="{BB962C8B-B14F-4D97-AF65-F5344CB8AC3E}">
        <p14:creationId xmlns:p14="http://schemas.microsoft.com/office/powerpoint/2010/main" val="3522601410"/>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1CF5CBE-22C2-7526-C4E6-289C00B7FCF5}"/>
              </a:ext>
            </a:extLst>
          </p:cNvPr>
          <p:cNvSpPr>
            <a:spLocks noGrp="1"/>
          </p:cNvSpPr>
          <p:nvPr>
            <p:ph type="title"/>
          </p:nvPr>
        </p:nvSpPr>
        <p:spPr/>
        <p:txBody>
          <a:bodyPr/>
          <a:lstStyle/>
          <a:p>
            <a:r>
              <a:rPr lang="sv-SE">
                <a:ea typeface="+mj-lt"/>
                <a:cs typeface="+mj-lt"/>
              </a:rPr>
              <a:t>FULL WIDTH HALF MAXIMUM (FWHM</a:t>
            </a:r>
            <a:r>
              <a:rPr lang="sv-SE">
                <a:cs typeface="Posterama"/>
              </a:rPr>
              <a:t>) </a:t>
            </a:r>
            <a:endParaRPr lang="sv-SE"/>
          </a:p>
        </p:txBody>
      </p:sp>
      <p:pic>
        <p:nvPicPr>
          <p:cNvPr id="7" name="Platshållare för innehåll 6" descr="En bild som visar skärmbild, text, linje, design&#10;&#10;Automatiskt genererad beskrivning">
            <a:extLst>
              <a:ext uri="{FF2B5EF4-FFF2-40B4-BE49-F238E27FC236}">
                <a16:creationId xmlns:a16="http://schemas.microsoft.com/office/drawing/2014/main" id="{0CCC99B9-5036-7F0E-6DF8-1A0C7C059B3E}"/>
              </a:ext>
            </a:extLst>
          </p:cNvPr>
          <p:cNvPicPr>
            <a:picLocks noGrp="1" noChangeAspect="1"/>
          </p:cNvPicPr>
          <p:nvPr>
            <p:ph idx="1"/>
          </p:nvPr>
        </p:nvPicPr>
        <p:blipFill>
          <a:blip r:embed="rId2"/>
          <a:stretch>
            <a:fillRect/>
          </a:stretch>
        </p:blipFill>
        <p:spPr>
          <a:xfrm>
            <a:off x="2940844" y="2081075"/>
            <a:ext cx="6529387" cy="4352925"/>
          </a:xfrm>
        </p:spPr>
      </p:pic>
      <p:sp>
        <p:nvSpPr>
          <p:cNvPr id="4" name="Platshållare för bildnummer 3">
            <a:extLst>
              <a:ext uri="{FF2B5EF4-FFF2-40B4-BE49-F238E27FC236}">
                <a16:creationId xmlns:a16="http://schemas.microsoft.com/office/drawing/2014/main" id="{B0018B39-FFD1-1D34-443D-7892ED244A1C}"/>
              </a:ext>
            </a:extLst>
          </p:cNvPr>
          <p:cNvSpPr>
            <a:spLocks noGrp="1"/>
          </p:cNvSpPr>
          <p:nvPr>
            <p:ph type="sldNum" sz="quarter" idx="11"/>
          </p:nvPr>
        </p:nvSpPr>
        <p:spPr/>
        <p:txBody>
          <a:bodyPr/>
          <a:lstStyle/>
          <a:p>
            <a:pPr rtl="0"/>
            <a:fld id="{75DF2D63-3FF5-D547-96B9-BE9CCD1ABA58}" type="slidenum">
              <a:rPr lang="sv-SE" smtClean="0"/>
              <a:t>14</a:t>
            </a:fld>
            <a:endParaRPr lang="sv-SE"/>
          </a:p>
        </p:txBody>
      </p:sp>
      <p:sp>
        <p:nvSpPr>
          <p:cNvPr id="5" name="Platshållare för sidfot 4">
            <a:extLst>
              <a:ext uri="{FF2B5EF4-FFF2-40B4-BE49-F238E27FC236}">
                <a16:creationId xmlns:a16="http://schemas.microsoft.com/office/drawing/2014/main" id="{8D4230B4-45A1-45D6-1BD7-231F684C6BEB}"/>
              </a:ext>
            </a:extLst>
          </p:cNvPr>
          <p:cNvSpPr>
            <a:spLocks noGrp="1"/>
          </p:cNvSpPr>
          <p:nvPr>
            <p:ph type="ftr" sz="quarter" idx="12"/>
          </p:nvPr>
        </p:nvSpPr>
        <p:spPr/>
        <p:txBody>
          <a:bodyPr/>
          <a:lstStyle/>
          <a:p>
            <a:pPr rtl="0"/>
            <a:r>
              <a:rPr lang="sv-SE"/>
              <a:t>Bakgrund</a:t>
            </a:r>
          </a:p>
        </p:txBody>
      </p:sp>
      <p:sp>
        <p:nvSpPr>
          <p:cNvPr id="3" name="textruta 2">
            <a:extLst>
              <a:ext uri="{FF2B5EF4-FFF2-40B4-BE49-F238E27FC236}">
                <a16:creationId xmlns:a16="http://schemas.microsoft.com/office/drawing/2014/main" id="{DAC7CF75-098A-1B3E-7C14-4D8A1D0A2B24}"/>
              </a:ext>
            </a:extLst>
          </p:cNvPr>
          <p:cNvSpPr txBox="1"/>
          <p:nvPr/>
        </p:nvSpPr>
        <p:spPr>
          <a:xfrm>
            <a:off x="4857691" y="6434000"/>
            <a:ext cx="2933816" cy="246221"/>
          </a:xfrm>
          <a:prstGeom prst="rect">
            <a:avLst/>
          </a:prstGeom>
          <a:noFill/>
        </p:spPr>
        <p:txBody>
          <a:bodyPr wrap="none" rtlCol="0">
            <a:spAutoFit/>
          </a:bodyPr>
          <a:lstStyle/>
          <a:p>
            <a:pPr algn="ctr"/>
            <a:r>
              <a:rPr lang="sv-SE" sz="1000">
                <a:hlinkClick r:id="rId3"/>
              </a:rPr>
              <a:t>https://en.wikipedia.org/wiki/Full_width_at_half_maximum</a:t>
            </a:r>
            <a:r>
              <a:rPr lang="sv-SE" sz="1000"/>
              <a:t> </a:t>
            </a:r>
          </a:p>
        </p:txBody>
      </p:sp>
    </p:spTree>
    <p:extLst>
      <p:ext uri="{BB962C8B-B14F-4D97-AF65-F5344CB8AC3E}">
        <p14:creationId xmlns:p14="http://schemas.microsoft.com/office/powerpoint/2010/main" val="32357250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a:extLst>
              <a:ext uri="{FF2B5EF4-FFF2-40B4-BE49-F238E27FC236}">
                <a16:creationId xmlns:a16="http://schemas.microsoft.com/office/drawing/2014/main" id="{90C68ADE-C6A8-8040-53A6-434C47BA9BC5}"/>
              </a:ext>
            </a:extLst>
          </p:cNvPr>
          <p:cNvSpPr>
            <a:spLocks noGrp="1"/>
          </p:cNvSpPr>
          <p:nvPr>
            <p:ph type="title"/>
          </p:nvPr>
        </p:nvSpPr>
        <p:spPr>
          <a:xfrm>
            <a:off x="1298448" y="609600"/>
            <a:ext cx="9902896" cy="530352"/>
          </a:xfrm>
        </p:spPr>
        <p:txBody>
          <a:bodyPr/>
          <a:lstStyle/>
          <a:p>
            <a:r>
              <a:rPr lang="sv-SE" sz="3600"/>
              <a:t>Stegmotor och Magnetkoppling </a:t>
            </a:r>
          </a:p>
        </p:txBody>
      </p:sp>
      <p:sp>
        <p:nvSpPr>
          <p:cNvPr id="4" name="Platshållare för text 3">
            <a:extLst>
              <a:ext uri="{FF2B5EF4-FFF2-40B4-BE49-F238E27FC236}">
                <a16:creationId xmlns:a16="http://schemas.microsoft.com/office/drawing/2014/main" id="{211648A5-3998-DAE2-5920-E73837F8E463}"/>
              </a:ext>
            </a:extLst>
          </p:cNvPr>
          <p:cNvSpPr>
            <a:spLocks noGrp="1"/>
          </p:cNvSpPr>
          <p:nvPr>
            <p:ph type="body" idx="1"/>
          </p:nvPr>
        </p:nvSpPr>
        <p:spPr/>
        <p:txBody>
          <a:bodyPr/>
          <a:lstStyle/>
          <a:p>
            <a:r>
              <a:rPr lang="sv-SE"/>
              <a:t>Stegmotorn</a:t>
            </a:r>
          </a:p>
        </p:txBody>
      </p:sp>
      <p:pic>
        <p:nvPicPr>
          <p:cNvPr id="12" name="Platshållare för innehåll 11">
            <a:extLst>
              <a:ext uri="{FF2B5EF4-FFF2-40B4-BE49-F238E27FC236}">
                <a16:creationId xmlns:a16="http://schemas.microsoft.com/office/drawing/2014/main" id="{FB259D2F-EE40-0A2A-857C-4D3FD29B983D}"/>
              </a:ext>
            </a:extLst>
          </p:cNvPr>
          <p:cNvPicPr>
            <a:picLocks noGrp="1" noChangeAspect="1"/>
          </p:cNvPicPr>
          <p:nvPr>
            <p:ph sz="half" idx="2"/>
          </p:nvPr>
        </p:nvPicPr>
        <p:blipFill>
          <a:blip r:embed="rId3"/>
          <a:stretch>
            <a:fillRect/>
          </a:stretch>
        </p:blipFill>
        <p:spPr>
          <a:xfrm>
            <a:off x="1785154" y="3630613"/>
            <a:ext cx="3554392" cy="2514600"/>
          </a:xfrm>
          <a:prstGeom prst="rect">
            <a:avLst/>
          </a:prstGeom>
        </p:spPr>
      </p:pic>
      <p:sp>
        <p:nvSpPr>
          <p:cNvPr id="6" name="Platshållare för text 5">
            <a:extLst>
              <a:ext uri="{FF2B5EF4-FFF2-40B4-BE49-F238E27FC236}">
                <a16:creationId xmlns:a16="http://schemas.microsoft.com/office/drawing/2014/main" id="{A6EA7374-FFB6-A9B4-5A96-E80B32A51691}"/>
              </a:ext>
            </a:extLst>
          </p:cNvPr>
          <p:cNvSpPr>
            <a:spLocks noGrp="1"/>
          </p:cNvSpPr>
          <p:nvPr>
            <p:ph type="body" sz="quarter" idx="3"/>
          </p:nvPr>
        </p:nvSpPr>
        <p:spPr/>
        <p:txBody>
          <a:bodyPr/>
          <a:lstStyle/>
          <a:p>
            <a:r>
              <a:rPr lang="sv-SE"/>
              <a:t>Magnetkopplingen</a:t>
            </a:r>
          </a:p>
        </p:txBody>
      </p:sp>
      <p:sp>
        <p:nvSpPr>
          <p:cNvPr id="8" name="Platshållare för bildnummer 7">
            <a:extLst>
              <a:ext uri="{FF2B5EF4-FFF2-40B4-BE49-F238E27FC236}">
                <a16:creationId xmlns:a16="http://schemas.microsoft.com/office/drawing/2014/main" id="{C5DDF78F-ADA3-668A-C878-E7AC0E03BC95}"/>
              </a:ext>
            </a:extLst>
          </p:cNvPr>
          <p:cNvSpPr>
            <a:spLocks noGrp="1"/>
          </p:cNvSpPr>
          <p:nvPr>
            <p:ph type="sldNum" sz="quarter" idx="11"/>
          </p:nvPr>
        </p:nvSpPr>
        <p:spPr/>
        <p:txBody>
          <a:bodyPr/>
          <a:lstStyle/>
          <a:p>
            <a:pPr rtl="0"/>
            <a:fld id="{75DF2D63-3FF5-D547-96B9-BE9CCD1ABA58}" type="slidenum">
              <a:rPr lang="sv-SE" smtClean="0"/>
              <a:t>15</a:t>
            </a:fld>
            <a:endParaRPr lang="sv-SE"/>
          </a:p>
        </p:txBody>
      </p:sp>
      <p:sp>
        <p:nvSpPr>
          <p:cNvPr id="9" name="Platshållare för sidfot 8">
            <a:extLst>
              <a:ext uri="{FF2B5EF4-FFF2-40B4-BE49-F238E27FC236}">
                <a16:creationId xmlns:a16="http://schemas.microsoft.com/office/drawing/2014/main" id="{C2FF16A8-75D8-C32E-31E6-2245BE360933}"/>
              </a:ext>
            </a:extLst>
          </p:cNvPr>
          <p:cNvSpPr>
            <a:spLocks noGrp="1"/>
          </p:cNvSpPr>
          <p:nvPr>
            <p:ph type="ftr" sz="quarter" idx="12"/>
          </p:nvPr>
        </p:nvSpPr>
        <p:spPr/>
        <p:txBody>
          <a:bodyPr/>
          <a:lstStyle/>
          <a:p>
            <a:pPr rtl="0"/>
            <a:r>
              <a:rPr lang="sv-SE"/>
              <a:t>Bakgrund</a:t>
            </a:r>
          </a:p>
        </p:txBody>
      </p:sp>
      <p:sp>
        <p:nvSpPr>
          <p:cNvPr id="15" name="textruta 14">
            <a:extLst>
              <a:ext uri="{FF2B5EF4-FFF2-40B4-BE49-F238E27FC236}">
                <a16:creationId xmlns:a16="http://schemas.microsoft.com/office/drawing/2014/main" id="{B0A7B456-4B7E-1FA2-49B7-C9715BE85B3C}"/>
              </a:ext>
            </a:extLst>
          </p:cNvPr>
          <p:cNvSpPr txBox="1"/>
          <p:nvPr/>
        </p:nvSpPr>
        <p:spPr>
          <a:xfrm>
            <a:off x="1785153" y="3209713"/>
            <a:ext cx="3554391" cy="369332"/>
          </a:xfrm>
          <a:prstGeom prst="rect">
            <a:avLst/>
          </a:prstGeom>
          <a:noFill/>
        </p:spPr>
        <p:txBody>
          <a:bodyPr wrap="square" rtlCol="0">
            <a:spAutoFit/>
          </a:bodyPr>
          <a:lstStyle/>
          <a:p>
            <a:r>
              <a:rPr lang="sv-SE"/>
              <a:t>AS4118L1804-E från </a:t>
            </a:r>
            <a:r>
              <a:rPr lang="sv-SE" err="1"/>
              <a:t>Nanotec</a:t>
            </a:r>
            <a:endParaRPr lang="sv-SE"/>
          </a:p>
        </p:txBody>
      </p:sp>
      <p:sp>
        <p:nvSpPr>
          <p:cNvPr id="16" name="textruta 15">
            <a:extLst>
              <a:ext uri="{FF2B5EF4-FFF2-40B4-BE49-F238E27FC236}">
                <a16:creationId xmlns:a16="http://schemas.microsoft.com/office/drawing/2014/main" id="{B00A01FE-6CE9-96A2-0527-51C58B75DA72}"/>
              </a:ext>
            </a:extLst>
          </p:cNvPr>
          <p:cNvSpPr txBox="1"/>
          <p:nvPr/>
        </p:nvSpPr>
        <p:spPr>
          <a:xfrm>
            <a:off x="7013575" y="3194940"/>
            <a:ext cx="3554391" cy="369332"/>
          </a:xfrm>
          <a:prstGeom prst="rect">
            <a:avLst/>
          </a:prstGeom>
          <a:noFill/>
        </p:spPr>
        <p:txBody>
          <a:bodyPr wrap="square" rtlCol="0">
            <a:spAutoFit/>
          </a:bodyPr>
          <a:lstStyle/>
          <a:p>
            <a:r>
              <a:rPr lang="sv-SE"/>
              <a:t>MD16A från UHV Design</a:t>
            </a:r>
          </a:p>
        </p:txBody>
      </p:sp>
      <p:sp>
        <p:nvSpPr>
          <p:cNvPr id="2" name="textruta 1">
            <a:extLst>
              <a:ext uri="{FF2B5EF4-FFF2-40B4-BE49-F238E27FC236}">
                <a16:creationId xmlns:a16="http://schemas.microsoft.com/office/drawing/2014/main" id="{7E9AB4CF-EE2B-2E62-CB58-0ECD0564D024}"/>
              </a:ext>
            </a:extLst>
          </p:cNvPr>
          <p:cNvSpPr txBox="1"/>
          <p:nvPr/>
        </p:nvSpPr>
        <p:spPr>
          <a:xfrm>
            <a:off x="1991246" y="6178608"/>
            <a:ext cx="3110147" cy="246221"/>
          </a:xfrm>
          <a:prstGeom prst="rect">
            <a:avLst/>
          </a:prstGeom>
          <a:noFill/>
        </p:spPr>
        <p:txBody>
          <a:bodyPr wrap="none" rtlCol="0">
            <a:spAutoFit/>
          </a:bodyPr>
          <a:lstStyle/>
          <a:p>
            <a:pPr algn="ctr"/>
            <a:r>
              <a:rPr lang="sv-SE" sz="1000">
                <a:hlinkClick r:id="rId4"/>
              </a:rPr>
              <a:t>https://www.nanotec.com/eu/en/products/604-as4118l1804-e</a:t>
            </a:r>
            <a:r>
              <a:rPr lang="sv-SE" sz="1000"/>
              <a:t> </a:t>
            </a:r>
          </a:p>
        </p:txBody>
      </p:sp>
      <p:pic>
        <p:nvPicPr>
          <p:cNvPr id="10" name="Platshållare för innehåll 9">
            <a:extLst>
              <a:ext uri="{FF2B5EF4-FFF2-40B4-BE49-F238E27FC236}">
                <a16:creationId xmlns:a16="http://schemas.microsoft.com/office/drawing/2014/main" id="{5DEEB7EC-99B7-67E0-262D-F89C0D86E6F3}"/>
              </a:ext>
            </a:extLst>
          </p:cNvPr>
          <p:cNvPicPr>
            <a:picLocks noGrp="1" noChangeAspect="1"/>
          </p:cNvPicPr>
          <p:nvPr>
            <p:ph sz="quarter" idx="4"/>
          </p:nvPr>
        </p:nvPicPr>
        <p:blipFill>
          <a:blip r:embed="rId5"/>
          <a:stretch>
            <a:fillRect/>
          </a:stretch>
        </p:blipFill>
        <p:spPr>
          <a:xfrm>
            <a:off x="7215798" y="3630613"/>
            <a:ext cx="3481753" cy="2514600"/>
          </a:xfrm>
          <a:prstGeom prst="rect">
            <a:avLst/>
          </a:prstGeom>
        </p:spPr>
      </p:pic>
      <p:sp>
        <p:nvSpPr>
          <p:cNvPr id="13" name="textruta 12">
            <a:extLst>
              <a:ext uri="{FF2B5EF4-FFF2-40B4-BE49-F238E27FC236}">
                <a16:creationId xmlns:a16="http://schemas.microsoft.com/office/drawing/2014/main" id="{969CA078-AC3A-8696-E30D-F8F949DCBB2F}"/>
              </a:ext>
            </a:extLst>
          </p:cNvPr>
          <p:cNvSpPr txBox="1"/>
          <p:nvPr/>
        </p:nvSpPr>
        <p:spPr>
          <a:xfrm>
            <a:off x="6831724" y="6178609"/>
            <a:ext cx="4183117" cy="400110"/>
          </a:xfrm>
          <a:prstGeom prst="rect">
            <a:avLst/>
          </a:prstGeom>
          <a:noFill/>
        </p:spPr>
        <p:txBody>
          <a:bodyPr wrap="square" rtlCol="0">
            <a:spAutoFit/>
          </a:bodyPr>
          <a:lstStyle/>
          <a:p>
            <a:pPr algn="ctr"/>
            <a:r>
              <a:rPr lang="sv-SE" sz="1000">
                <a:hlinkClick r:id="rId6"/>
              </a:rPr>
              <a:t>https://www.uhvdesign.com/products/rotary-feedthroughs/solid-magidrive-series/md16n-md16a-solid-range/</a:t>
            </a:r>
            <a:r>
              <a:rPr lang="sv-SE" sz="1000"/>
              <a:t> </a:t>
            </a:r>
          </a:p>
        </p:txBody>
      </p:sp>
    </p:spTree>
    <p:extLst>
      <p:ext uri="{BB962C8B-B14F-4D97-AF65-F5344CB8AC3E}">
        <p14:creationId xmlns:p14="http://schemas.microsoft.com/office/powerpoint/2010/main" val="3817393827"/>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888DF-4BBF-4BBC-2441-DD0983ED7B28}"/>
              </a:ext>
            </a:extLst>
          </p:cNvPr>
          <p:cNvSpPr>
            <a:spLocks noGrp="1"/>
          </p:cNvSpPr>
          <p:nvPr>
            <p:ph type="title"/>
          </p:nvPr>
        </p:nvSpPr>
        <p:spPr/>
        <p:txBody>
          <a:bodyPr/>
          <a:lstStyle/>
          <a:p>
            <a:r>
              <a:rPr lang="en-US" err="1"/>
              <a:t>Metod</a:t>
            </a:r>
            <a:endParaRPr lang="sv-SE"/>
          </a:p>
        </p:txBody>
      </p:sp>
    </p:spTree>
    <p:extLst>
      <p:ext uri="{BB962C8B-B14F-4D97-AF65-F5344CB8AC3E}">
        <p14:creationId xmlns:p14="http://schemas.microsoft.com/office/powerpoint/2010/main" val="8086286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0FC2B-80D1-9BD7-02B5-B4AF76422E58}"/>
              </a:ext>
            </a:extLst>
          </p:cNvPr>
          <p:cNvSpPr>
            <a:spLocks noGrp="1"/>
          </p:cNvSpPr>
          <p:nvPr>
            <p:ph type="title"/>
          </p:nvPr>
        </p:nvSpPr>
        <p:spPr/>
        <p:txBody>
          <a:bodyPr/>
          <a:lstStyle/>
          <a:p>
            <a:r>
              <a:rPr lang="en-US" sz="4800"/>
              <a:t>CAD-design</a:t>
            </a:r>
            <a:br>
              <a:rPr lang="en-US"/>
            </a:br>
            <a:r>
              <a:rPr lang="en-US" sz="2400" err="1"/>
              <a:t>Tekniska</a:t>
            </a:r>
            <a:r>
              <a:rPr lang="en-US" sz="2400"/>
              <a:t> </a:t>
            </a:r>
            <a:r>
              <a:rPr lang="en-US" sz="2400" err="1"/>
              <a:t>detaljer</a:t>
            </a:r>
            <a:r>
              <a:rPr lang="en-US" sz="2400"/>
              <a:t> I Solid Edge och </a:t>
            </a:r>
            <a:r>
              <a:rPr lang="en-US" sz="2400" err="1"/>
              <a:t>Keyshot</a:t>
            </a:r>
            <a:endParaRPr lang="sv-SE"/>
          </a:p>
        </p:txBody>
      </p:sp>
      <p:sp>
        <p:nvSpPr>
          <p:cNvPr id="3" name="Content Placeholder 2">
            <a:extLst>
              <a:ext uri="{FF2B5EF4-FFF2-40B4-BE49-F238E27FC236}">
                <a16:creationId xmlns:a16="http://schemas.microsoft.com/office/drawing/2014/main" id="{88A7FCAD-32D9-D2F8-F2DB-2D02A7901B27}"/>
              </a:ext>
            </a:extLst>
          </p:cNvPr>
          <p:cNvSpPr>
            <a:spLocks noGrp="1"/>
          </p:cNvSpPr>
          <p:nvPr>
            <p:ph idx="1"/>
          </p:nvPr>
        </p:nvSpPr>
        <p:spPr/>
        <p:txBody>
          <a:bodyPr/>
          <a:lstStyle/>
          <a:p>
            <a:endParaRPr lang="sv-SE"/>
          </a:p>
        </p:txBody>
      </p:sp>
      <p:sp>
        <p:nvSpPr>
          <p:cNvPr id="4" name="Slide Number Placeholder 3">
            <a:extLst>
              <a:ext uri="{FF2B5EF4-FFF2-40B4-BE49-F238E27FC236}">
                <a16:creationId xmlns:a16="http://schemas.microsoft.com/office/drawing/2014/main" id="{354D49D5-987E-78E5-2FE1-64146A91FFF4}"/>
              </a:ext>
            </a:extLst>
          </p:cNvPr>
          <p:cNvSpPr>
            <a:spLocks noGrp="1"/>
          </p:cNvSpPr>
          <p:nvPr>
            <p:ph type="sldNum" sz="quarter" idx="11"/>
          </p:nvPr>
        </p:nvSpPr>
        <p:spPr/>
        <p:txBody>
          <a:bodyPr/>
          <a:lstStyle/>
          <a:p>
            <a:pPr rtl="0"/>
            <a:fld id="{75DF2D63-3FF5-D547-96B9-BE9CCD1ABA58}" type="slidenum">
              <a:rPr lang="sv-SE" smtClean="0"/>
              <a:t>17</a:t>
            </a:fld>
            <a:endParaRPr lang="sv-SE"/>
          </a:p>
        </p:txBody>
      </p:sp>
      <p:sp>
        <p:nvSpPr>
          <p:cNvPr id="5" name="Footer Placeholder 4">
            <a:extLst>
              <a:ext uri="{FF2B5EF4-FFF2-40B4-BE49-F238E27FC236}">
                <a16:creationId xmlns:a16="http://schemas.microsoft.com/office/drawing/2014/main" id="{738FAE1C-EA2F-1618-F658-785740454A31}"/>
              </a:ext>
            </a:extLst>
          </p:cNvPr>
          <p:cNvSpPr>
            <a:spLocks noGrp="1"/>
          </p:cNvSpPr>
          <p:nvPr>
            <p:ph type="ftr" sz="quarter" idx="12"/>
          </p:nvPr>
        </p:nvSpPr>
        <p:spPr/>
        <p:txBody>
          <a:bodyPr/>
          <a:lstStyle/>
          <a:p>
            <a:pPr rtl="0"/>
            <a:r>
              <a:rPr lang="sv-SE"/>
              <a:t>Metod</a:t>
            </a:r>
          </a:p>
        </p:txBody>
      </p:sp>
      <p:pic>
        <p:nvPicPr>
          <p:cNvPr id="7" name="Picture 6">
            <a:extLst>
              <a:ext uri="{FF2B5EF4-FFF2-40B4-BE49-F238E27FC236}">
                <a16:creationId xmlns:a16="http://schemas.microsoft.com/office/drawing/2014/main" id="{5857FA9D-473C-454F-C15A-7A0B87816659}"/>
              </a:ext>
            </a:extLst>
          </p:cNvPr>
          <p:cNvPicPr>
            <a:picLocks noChangeAspect="1"/>
          </p:cNvPicPr>
          <p:nvPr/>
        </p:nvPicPr>
        <p:blipFill>
          <a:blip r:embed="rId3"/>
          <a:stretch>
            <a:fillRect/>
          </a:stretch>
        </p:blipFill>
        <p:spPr>
          <a:xfrm>
            <a:off x="1718651" y="2395393"/>
            <a:ext cx="8754697" cy="2067213"/>
          </a:xfrm>
          <a:prstGeom prst="rect">
            <a:avLst/>
          </a:prstGeom>
        </p:spPr>
      </p:pic>
      <p:pic>
        <p:nvPicPr>
          <p:cNvPr id="1026" name="Picture 2" descr="Solid Edge 2024 | Siemens Software">
            <a:extLst>
              <a:ext uri="{FF2B5EF4-FFF2-40B4-BE49-F238E27FC236}">
                <a16:creationId xmlns:a16="http://schemas.microsoft.com/office/drawing/2014/main" id="{BF9BAAE3-4D2E-91C9-24B0-D8F35C7BC9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7755" y="4693433"/>
            <a:ext cx="1187270" cy="111306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FE8B31C-04E9-E18A-6CAA-B99A17A6B8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44423" y="4768882"/>
            <a:ext cx="1109822" cy="110982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B974D9C-0161-9438-6F56-5CDA76EE08FF}"/>
              </a:ext>
            </a:extLst>
          </p:cNvPr>
          <p:cNvSpPr txBox="1"/>
          <p:nvPr/>
        </p:nvSpPr>
        <p:spPr>
          <a:xfrm>
            <a:off x="7225992" y="5907981"/>
            <a:ext cx="2746683" cy="276999"/>
          </a:xfrm>
          <a:prstGeom prst="rect">
            <a:avLst/>
          </a:prstGeom>
          <a:noFill/>
        </p:spPr>
        <p:txBody>
          <a:bodyPr wrap="square">
            <a:spAutoFit/>
          </a:bodyPr>
          <a:lstStyle/>
          <a:p>
            <a:r>
              <a:rPr lang="sv-SE" sz="1200">
                <a:hlinkClick r:id="rId6"/>
              </a:rPr>
              <a:t>https://keyshot.artstation.com/projects/0EQlY</a:t>
            </a:r>
            <a:r>
              <a:rPr lang="sv-SE" sz="1200"/>
              <a:t> </a:t>
            </a:r>
          </a:p>
        </p:txBody>
      </p:sp>
      <p:sp>
        <p:nvSpPr>
          <p:cNvPr id="10" name="TextBox 9">
            <a:extLst>
              <a:ext uri="{FF2B5EF4-FFF2-40B4-BE49-F238E27FC236}">
                <a16:creationId xmlns:a16="http://schemas.microsoft.com/office/drawing/2014/main" id="{027FAC5F-07BA-17F3-2D7C-BC52AB188153}"/>
              </a:ext>
            </a:extLst>
          </p:cNvPr>
          <p:cNvSpPr txBox="1"/>
          <p:nvPr/>
        </p:nvSpPr>
        <p:spPr>
          <a:xfrm>
            <a:off x="1832139" y="5899962"/>
            <a:ext cx="3598502" cy="461665"/>
          </a:xfrm>
          <a:prstGeom prst="rect">
            <a:avLst/>
          </a:prstGeom>
          <a:noFill/>
        </p:spPr>
        <p:txBody>
          <a:bodyPr wrap="square">
            <a:spAutoFit/>
          </a:bodyPr>
          <a:lstStyle/>
          <a:p>
            <a:r>
              <a:rPr lang="sv-SE" sz="1200">
                <a:hlinkClick r:id="rId7"/>
              </a:rPr>
              <a:t>https://solidedge.siemens.com/en/solutions/products/complete-product-development-portfolio/solid-edge-2024/</a:t>
            </a:r>
            <a:r>
              <a:rPr lang="sv-SE" sz="1200"/>
              <a:t> </a:t>
            </a:r>
          </a:p>
        </p:txBody>
      </p:sp>
    </p:spTree>
    <p:extLst>
      <p:ext uri="{BB962C8B-B14F-4D97-AF65-F5344CB8AC3E}">
        <p14:creationId xmlns:p14="http://schemas.microsoft.com/office/powerpoint/2010/main" val="27359959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0FC2B-80D1-9BD7-02B5-B4AF76422E58}"/>
              </a:ext>
            </a:extLst>
          </p:cNvPr>
          <p:cNvSpPr>
            <a:spLocks noGrp="1"/>
          </p:cNvSpPr>
          <p:nvPr>
            <p:ph type="title"/>
          </p:nvPr>
        </p:nvSpPr>
        <p:spPr/>
        <p:txBody>
          <a:bodyPr/>
          <a:lstStyle/>
          <a:p>
            <a:r>
              <a:rPr lang="en-US" sz="4800">
                <a:cs typeface="Posterama"/>
              </a:rPr>
              <a:t>CAD-design</a:t>
            </a:r>
            <a:br>
              <a:rPr lang="en-US"/>
            </a:br>
            <a:r>
              <a:rPr lang="en-US" sz="2400">
                <a:cs typeface="Posterama"/>
              </a:rPr>
              <a:t>av </a:t>
            </a:r>
            <a:r>
              <a:rPr lang="en-US" sz="2400" err="1">
                <a:cs typeface="Posterama"/>
              </a:rPr>
              <a:t>roterande</a:t>
            </a:r>
            <a:r>
              <a:rPr lang="en-US" sz="2400">
                <a:cs typeface="Posterama"/>
              </a:rPr>
              <a:t> </a:t>
            </a:r>
            <a:r>
              <a:rPr lang="en-US" sz="2400" err="1">
                <a:cs typeface="Posterama"/>
              </a:rPr>
              <a:t>skiva</a:t>
            </a:r>
            <a:endParaRPr lang="sv-SE" sz="2400">
              <a:cs typeface="Posterama"/>
            </a:endParaRPr>
          </a:p>
        </p:txBody>
      </p:sp>
      <p:sp>
        <p:nvSpPr>
          <p:cNvPr id="4" name="Slide Number Placeholder 3">
            <a:extLst>
              <a:ext uri="{FF2B5EF4-FFF2-40B4-BE49-F238E27FC236}">
                <a16:creationId xmlns:a16="http://schemas.microsoft.com/office/drawing/2014/main" id="{354D49D5-987E-78E5-2FE1-64146A91FFF4}"/>
              </a:ext>
            </a:extLst>
          </p:cNvPr>
          <p:cNvSpPr>
            <a:spLocks noGrp="1"/>
          </p:cNvSpPr>
          <p:nvPr>
            <p:ph type="sldNum" sz="quarter" idx="11"/>
          </p:nvPr>
        </p:nvSpPr>
        <p:spPr/>
        <p:txBody>
          <a:bodyPr/>
          <a:lstStyle/>
          <a:p>
            <a:pPr rtl="0"/>
            <a:fld id="{75DF2D63-3FF5-D547-96B9-BE9CCD1ABA58}" type="slidenum">
              <a:rPr lang="sv-SE" smtClean="0"/>
              <a:t>18</a:t>
            </a:fld>
            <a:endParaRPr lang="sv-SE"/>
          </a:p>
        </p:txBody>
      </p:sp>
      <p:sp>
        <p:nvSpPr>
          <p:cNvPr id="5" name="Footer Placeholder 4">
            <a:extLst>
              <a:ext uri="{FF2B5EF4-FFF2-40B4-BE49-F238E27FC236}">
                <a16:creationId xmlns:a16="http://schemas.microsoft.com/office/drawing/2014/main" id="{738FAE1C-EA2F-1618-F658-785740454A31}"/>
              </a:ext>
            </a:extLst>
          </p:cNvPr>
          <p:cNvSpPr>
            <a:spLocks noGrp="1"/>
          </p:cNvSpPr>
          <p:nvPr>
            <p:ph type="ftr" sz="quarter" idx="12"/>
          </p:nvPr>
        </p:nvSpPr>
        <p:spPr/>
        <p:txBody>
          <a:bodyPr/>
          <a:lstStyle/>
          <a:p>
            <a:pPr rtl="0"/>
            <a:r>
              <a:rPr lang="sv-SE"/>
              <a:t>Metod</a:t>
            </a:r>
          </a:p>
        </p:txBody>
      </p:sp>
      <p:pic>
        <p:nvPicPr>
          <p:cNvPr id="7" name="Bildobjekt 1">
            <a:extLst>
              <a:ext uri="{FF2B5EF4-FFF2-40B4-BE49-F238E27FC236}">
                <a16:creationId xmlns:a16="http://schemas.microsoft.com/office/drawing/2014/main" id="{558DD1FB-4C53-5FD4-9890-4D544BE048E9}"/>
              </a:ext>
            </a:extLst>
          </p:cNvPr>
          <p:cNvPicPr>
            <a:picLocks noChangeAspect="1"/>
          </p:cNvPicPr>
          <p:nvPr/>
        </p:nvPicPr>
        <p:blipFill rotWithShape="1">
          <a:blip r:embed="rId3"/>
          <a:srcRect t="573" b="573"/>
          <a:stretch/>
        </p:blipFill>
        <p:spPr bwMode="auto">
          <a:xfrm>
            <a:off x="6096000" y="1653573"/>
            <a:ext cx="5909606" cy="4097327"/>
          </a:xfrm>
          <a:prstGeom prst="rect">
            <a:avLst/>
          </a:prstGeom>
          <a:ln>
            <a:noFill/>
          </a:ln>
          <a:extLst>
            <a:ext uri="{53640926-AAD7-44D8-BBD7-CCE9431645EC}">
              <a14:shadowObscured xmlns:a14="http://schemas.microsoft.com/office/drawing/2010/main"/>
            </a:ext>
          </a:extLst>
        </p:spPr>
      </p:pic>
      <p:pic>
        <p:nvPicPr>
          <p:cNvPr id="3" name="Bildobjekt 1">
            <a:extLst>
              <a:ext uri="{FF2B5EF4-FFF2-40B4-BE49-F238E27FC236}">
                <a16:creationId xmlns:a16="http://schemas.microsoft.com/office/drawing/2014/main" id="{80CB69F8-9AB8-6417-1D58-B31D9B6472BB}"/>
              </a:ext>
            </a:extLst>
          </p:cNvPr>
          <p:cNvPicPr>
            <a:picLocks noChangeAspect="1"/>
          </p:cNvPicPr>
          <p:nvPr/>
        </p:nvPicPr>
        <p:blipFill rotWithShape="1">
          <a:blip r:embed="rId4"/>
          <a:srcRect t="465" b="465"/>
          <a:stretch/>
        </p:blipFill>
        <p:spPr bwMode="auto">
          <a:xfrm>
            <a:off x="877824" y="2598888"/>
            <a:ext cx="5218176" cy="3605063"/>
          </a:xfrm>
          <a:prstGeom prst="rect">
            <a:avLst/>
          </a:prstGeom>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198606F5-C3B2-0550-3E02-431EBDDCB6FD}"/>
              </a:ext>
            </a:extLst>
          </p:cNvPr>
          <p:cNvSpPr txBox="1"/>
          <p:nvPr/>
        </p:nvSpPr>
        <p:spPr>
          <a:xfrm>
            <a:off x="877823" y="2176922"/>
            <a:ext cx="5218175" cy="369332"/>
          </a:xfrm>
          <a:prstGeom prst="rect">
            <a:avLst/>
          </a:prstGeom>
          <a:noFill/>
        </p:spPr>
        <p:txBody>
          <a:bodyPr wrap="square" rtlCol="0">
            <a:spAutoFit/>
          </a:bodyPr>
          <a:lstStyle/>
          <a:p>
            <a:pPr algn="ctr"/>
            <a:r>
              <a:rPr lang="en-US" b="1" err="1"/>
              <a:t>Drivaxel</a:t>
            </a:r>
            <a:endParaRPr lang="sv-SE" b="1"/>
          </a:p>
        </p:txBody>
      </p:sp>
      <p:sp>
        <p:nvSpPr>
          <p:cNvPr id="8" name="TextBox 7">
            <a:extLst>
              <a:ext uri="{FF2B5EF4-FFF2-40B4-BE49-F238E27FC236}">
                <a16:creationId xmlns:a16="http://schemas.microsoft.com/office/drawing/2014/main" id="{0B6651D5-5CE4-3E25-12FF-018DBD38CFEC}"/>
              </a:ext>
            </a:extLst>
          </p:cNvPr>
          <p:cNvSpPr txBox="1"/>
          <p:nvPr/>
        </p:nvSpPr>
        <p:spPr>
          <a:xfrm>
            <a:off x="6095999" y="5802029"/>
            <a:ext cx="5909607" cy="369332"/>
          </a:xfrm>
          <a:prstGeom prst="rect">
            <a:avLst/>
          </a:prstGeom>
          <a:noFill/>
        </p:spPr>
        <p:txBody>
          <a:bodyPr wrap="square" rtlCol="0">
            <a:spAutoFit/>
          </a:bodyPr>
          <a:lstStyle/>
          <a:p>
            <a:pPr algn="ctr"/>
            <a:r>
              <a:rPr lang="en-US" b="1" err="1"/>
              <a:t>Aluminiumskiva</a:t>
            </a:r>
            <a:r>
              <a:rPr lang="en-US" b="1"/>
              <a:t> och </a:t>
            </a:r>
            <a:r>
              <a:rPr lang="en-US" b="1" err="1"/>
              <a:t>muttrar</a:t>
            </a:r>
            <a:endParaRPr lang="sv-SE" b="1"/>
          </a:p>
        </p:txBody>
      </p:sp>
    </p:spTree>
    <p:extLst>
      <p:ext uri="{BB962C8B-B14F-4D97-AF65-F5344CB8AC3E}">
        <p14:creationId xmlns:p14="http://schemas.microsoft.com/office/powerpoint/2010/main" val="336157800"/>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5243-933B-B84D-8ABD-C29A9E8F233E}"/>
              </a:ext>
            </a:extLst>
          </p:cNvPr>
          <p:cNvSpPr>
            <a:spLocks noGrp="1"/>
          </p:cNvSpPr>
          <p:nvPr>
            <p:ph type="title"/>
          </p:nvPr>
        </p:nvSpPr>
        <p:spPr/>
        <p:txBody>
          <a:bodyPr/>
          <a:lstStyle/>
          <a:p>
            <a:r>
              <a:rPr lang="en-US"/>
              <a:t>CAD-design</a:t>
            </a:r>
            <a:br>
              <a:rPr lang="en-US"/>
            </a:br>
            <a:r>
              <a:rPr lang="en-US" sz="2400"/>
              <a:t>av faraday-</a:t>
            </a:r>
            <a:r>
              <a:rPr lang="en-US" sz="2400" err="1"/>
              <a:t>kopp</a:t>
            </a:r>
            <a:endParaRPr lang="sv-SE"/>
          </a:p>
        </p:txBody>
      </p:sp>
      <p:sp>
        <p:nvSpPr>
          <p:cNvPr id="3" name="Content Placeholder 2">
            <a:extLst>
              <a:ext uri="{FF2B5EF4-FFF2-40B4-BE49-F238E27FC236}">
                <a16:creationId xmlns:a16="http://schemas.microsoft.com/office/drawing/2014/main" id="{059E3018-F82E-C9EC-B969-38430BD5E11D}"/>
              </a:ext>
            </a:extLst>
          </p:cNvPr>
          <p:cNvSpPr>
            <a:spLocks noGrp="1"/>
          </p:cNvSpPr>
          <p:nvPr>
            <p:ph idx="1"/>
          </p:nvPr>
        </p:nvSpPr>
        <p:spPr/>
        <p:txBody>
          <a:bodyPr/>
          <a:lstStyle/>
          <a:p>
            <a:pPr marL="457200" indent="-457200">
              <a:buFont typeface="+mj-lt"/>
              <a:buAutoNum type="arabicParenR"/>
            </a:pPr>
            <a:endParaRPr lang="en-US"/>
          </a:p>
          <a:p>
            <a:pPr marL="457200" indent="-457200">
              <a:buFont typeface="+mj-lt"/>
              <a:buAutoNum type="arabicParenR"/>
            </a:pPr>
            <a:r>
              <a:rPr lang="en-US" err="1"/>
              <a:t>Kopparkopp</a:t>
            </a:r>
            <a:endParaRPr lang="en-US"/>
          </a:p>
          <a:p>
            <a:pPr marL="457200" indent="-457200">
              <a:buFont typeface="+mj-lt"/>
              <a:buAutoNum type="arabicParenR"/>
            </a:pPr>
            <a:endParaRPr lang="en-US"/>
          </a:p>
          <a:p>
            <a:pPr marL="457200" indent="-457200">
              <a:buFont typeface="+mj-lt"/>
              <a:buAutoNum type="arabicParenR"/>
            </a:pPr>
            <a:r>
              <a:rPr lang="en-US" err="1"/>
              <a:t>Stålomslutning</a:t>
            </a:r>
            <a:endParaRPr lang="en-US"/>
          </a:p>
          <a:p>
            <a:pPr marL="457200" indent="-457200">
              <a:buFont typeface="+mj-lt"/>
              <a:buAutoNum type="arabicParenR"/>
            </a:pPr>
            <a:endParaRPr lang="en-US"/>
          </a:p>
          <a:p>
            <a:pPr marL="457200" indent="-457200">
              <a:buFont typeface="+mj-lt"/>
              <a:buAutoNum type="arabicParenR"/>
            </a:pPr>
            <a:r>
              <a:rPr lang="en-US" err="1"/>
              <a:t>Aperturplatta</a:t>
            </a:r>
            <a:endParaRPr lang="en-US"/>
          </a:p>
          <a:p>
            <a:pPr marL="457200" indent="-457200">
              <a:buFont typeface="+mj-lt"/>
              <a:buAutoNum type="arabicParenR"/>
            </a:pPr>
            <a:endParaRPr lang="en-US"/>
          </a:p>
          <a:p>
            <a:pPr marL="457200" indent="-457200">
              <a:buFont typeface="+mj-lt"/>
              <a:buAutoNum type="arabicParenR"/>
            </a:pPr>
            <a:r>
              <a:rPr lang="sv-SE"/>
              <a:t>Fästanordning</a:t>
            </a:r>
          </a:p>
          <a:p>
            <a:pPr marL="457200" indent="-457200">
              <a:buFont typeface="+mj-lt"/>
              <a:buAutoNum type="arabicParenR"/>
            </a:pPr>
            <a:endParaRPr lang="sv-SE"/>
          </a:p>
          <a:p>
            <a:pPr marL="457200" indent="-457200">
              <a:buFont typeface="+mj-lt"/>
              <a:buAutoNum type="arabicParenR"/>
            </a:pPr>
            <a:endParaRPr lang="sv-SE"/>
          </a:p>
        </p:txBody>
      </p:sp>
      <p:sp>
        <p:nvSpPr>
          <p:cNvPr id="4" name="Slide Number Placeholder 3">
            <a:extLst>
              <a:ext uri="{FF2B5EF4-FFF2-40B4-BE49-F238E27FC236}">
                <a16:creationId xmlns:a16="http://schemas.microsoft.com/office/drawing/2014/main" id="{7BE89A90-C036-F1BB-F51D-1C24754D2591}"/>
              </a:ext>
            </a:extLst>
          </p:cNvPr>
          <p:cNvSpPr>
            <a:spLocks noGrp="1"/>
          </p:cNvSpPr>
          <p:nvPr>
            <p:ph type="sldNum" sz="quarter" idx="11"/>
          </p:nvPr>
        </p:nvSpPr>
        <p:spPr/>
        <p:txBody>
          <a:bodyPr/>
          <a:lstStyle/>
          <a:p>
            <a:pPr rtl="0"/>
            <a:fld id="{75DF2D63-3FF5-D547-96B9-BE9CCD1ABA58}" type="slidenum">
              <a:rPr lang="sv-SE" smtClean="0"/>
              <a:t>19</a:t>
            </a:fld>
            <a:endParaRPr lang="sv-SE"/>
          </a:p>
        </p:txBody>
      </p:sp>
      <p:sp>
        <p:nvSpPr>
          <p:cNvPr id="5" name="Footer Placeholder 4">
            <a:extLst>
              <a:ext uri="{FF2B5EF4-FFF2-40B4-BE49-F238E27FC236}">
                <a16:creationId xmlns:a16="http://schemas.microsoft.com/office/drawing/2014/main" id="{81A15742-B5C1-5059-E050-0B95D52D1188}"/>
              </a:ext>
            </a:extLst>
          </p:cNvPr>
          <p:cNvSpPr>
            <a:spLocks noGrp="1"/>
          </p:cNvSpPr>
          <p:nvPr>
            <p:ph type="ftr" sz="quarter" idx="12"/>
          </p:nvPr>
        </p:nvSpPr>
        <p:spPr/>
        <p:txBody>
          <a:bodyPr/>
          <a:lstStyle/>
          <a:p>
            <a:pPr rtl="0"/>
            <a:r>
              <a:rPr lang="sv-SE"/>
              <a:t>metod</a:t>
            </a:r>
          </a:p>
        </p:txBody>
      </p:sp>
      <p:pic>
        <p:nvPicPr>
          <p:cNvPr id="7" name="Bildobjekt 1" descr="En bild som visar diagram, skiss, rita, Teknisk ritning&#10;&#10;Automatiskt genererad beskrivning">
            <a:extLst>
              <a:ext uri="{FF2B5EF4-FFF2-40B4-BE49-F238E27FC236}">
                <a16:creationId xmlns:a16="http://schemas.microsoft.com/office/drawing/2014/main" id="{3321728B-5094-293E-6035-BB68745B2A4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2565" t="4388" r="21220" b="1345"/>
          <a:stretch/>
        </p:blipFill>
        <p:spPr bwMode="auto">
          <a:xfrm>
            <a:off x="5076091" y="1851407"/>
            <a:ext cx="6277708" cy="435254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40021500"/>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5243-933B-B84D-8ABD-C29A9E8F233E}"/>
              </a:ext>
            </a:extLst>
          </p:cNvPr>
          <p:cNvSpPr>
            <a:spLocks noGrp="1"/>
          </p:cNvSpPr>
          <p:nvPr>
            <p:ph type="title"/>
          </p:nvPr>
        </p:nvSpPr>
        <p:spPr/>
        <p:txBody>
          <a:bodyPr/>
          <a:lstStyle/>
          <a:p>
            <a:r>
              <a:rPr lang="en-US"/>
              <a:t>CAD-design</a:t>
            </a:r>
            <a:br>
              <a:rPr lang="en-US"/>
            </a:br>
            <a:r>
              <a:rPr lang="en-US" sz="2400"/>
              <a:t>av </a:t>
            </a:r>
            <a:r>
              <a:rPr lang="en-US" sz="2400" err="1"/>
              <a:t>yttre</a:t>
            </a:r>
            <a:r>
              <a:rPr lang="en-US" sz="2400"/>
              <a:t> </a:t>
            </a:r>
            <a:r>
              <a:rPr lang="en-US" sz="2400" err="1"/>
              <a:t>fläns</a:t>
            </a:r>
            <a:endParaRPr lang="sv-SE"/>
          </a:p>
        </p:txBody>
      </p:sp>
      <p:sp>
        <p:nvSpPr>
          <p:cNvPr id="3" name="Content Placeholder 2">
            <a:extLst>
              <a:ext uri="{FF2B5EF4-FFF2-40B4-BE49-F238E27FC236}">
                <a16:creationId xmlns:a16="http://schemas.microsoft.com/office/drawing/2014/main" id="{059E3018-F82E-C9EC-B969-38430BD5E11D}"/>
              </a:ext>
            </a:extLst>
          </p:cNvPr>
          <p:cNvSpPr>
            <a:spLocks noGrp="1"/>
          </p:cNvSpPr>
          <p:nvPr>
            <p:ph idx="1"/>
          </p:nvPr>
        </p:nvSpPr>
        <p:spPr/>
        <p:txBody>
          <a:bodyPr/>
          <a:lstStyle/>
          <a:p>
            <a:endParaRPr lang="en-US"/>
          </a:p>
          <a:p>
            <a:pPr marL="0" indent="0">
              <a:buNone/>
            </a:pPr>
            <a:endParaRPr lang="en-US"/>
          </a:p>
          <a:p>
            <a:pPr marL="457200" indent="-457200">
              <a:buFont typeface="+mj-lt"/>
              <a:buAutoNum type="arabicParenR"/>
            </a:pPr>
            <a:r>
              <a:rPr lang="en-US" err="1"/>
              <a:t>Modifierad</a:t>
            </a:r>
            <a:r>
              <a:rPr lang="en-US"/>
              <a:t> </a:t>
            </a:r>
            <a:r>
              <a:rPr lang="en-US" err="1"/>
              <a:t>flänsplatta</a:t>
            </a:r>
            <a:endParaRPr lang="en-US"/>
          </a:p>
          <a:p>
            <a:pPr marL="457200" indent="-457200">
              <a:buFont typeface="+mj-lt"/>
              <a:buAutoNum type="arabicParenR"/>
            </a:pPr>
            <a:endParaRPr lang="en-US"/>
          </a:p>
          <a:p>
            <a:pPr marL="457200" indent="-457200">
              <a:buFont typeface="+mj-lt"/>
              <a:buAutoNum type="arabicParenR"/>
            </a:pPr>
            <a:r>
              <a:rPr lang="en-US" err="1"/>
              <a:t>Elgenomföring</a:t>
            </a:r>
            <a:endParaRPr lang="en-US"/>
          </a:p>
          <a:p>
            <a:pPr marL="457200" indent="-457200">
              <a:buFont typeface="+mj-lt"/>
              <a:buAutoNum type="arabicParenR"/>
            </a:pPr>
            <a:endParaRPr lang="en-US"/>
          </a:p>
          <a:p>
            <a:pPr marL="457200" indent="-457200">
              <a:buFont typeface="+mj-lt"/>
              <a:buAutoNum type="arabicParenR"/>
            </a:pPr>
            <a:r>
              <a:rPr lang="en-US" err="1"/>
              <a:t>Motorfäste</a:t>
            </a:r>
            <a:endParaRPr lang="sv-SE"/>
          </a:p>
        </p:txBody>
      </p:sp>
      <p:sp>
        <p:nvSpPr>
          <p:cNvPr id="4" name="Slide Number Placeholder 3">
            <a:extLst>
              <a:ext uri="{FF2B5EF4-FFF2-40B4-BE49-F238E27FC236}">
                <a16:creationId xmlns:a16="http://schemas.microsoft.com/office/drawing/2014/main" id="{7BE89A90-C036-F1BB-F51D-1C24754D2591}"/>
              </a:ext>
            </a:extLst>
          </p:cNvPr>
          <p:cNvSpPr>
            <a:spLocks noGrp="1"/>
          </p:cNvSpPr>
          <p:nvPr>
            <p:ph type="sldNum" sz="quarter" idx="11"/>
          </p:nvPr>
        </p:nvSpPr>
        <p:spPr/>
        <p:txBody>
          <a:bodyPr/>
          <a:lstStyle/>
          <a:p>
            <a:pPr rtl="0"/>
            <a:fld id="{75DF2D63-3FF5-D547-96B9-BE9CCD1ABA58}" type="slidenum">
              <a:rPr lang="sv-SE" smtClean="0"/>
              <a:t>20</a:t>
            </a:fld>
            <a:endParaRPr lang="sv-SE"/>
          </a:p>
        </p:txBody>
      </p:sp>
      <p:sp>
        <p:nvSpPr>
          <p:cNvPr id="5" name="Footer Placeholder 4">
            <a:extLst>
              <a:ext uri="{FF2B5EF4-FFF2-40B4-BE49-F238E27FC236}">
                <a16:creationId xmlns:a16="http://schemas.microsoft.com/office/drawing/2014/main" id="{81A15742-B5C1-5059-E050-0B95D52D1188}"/>
              </a:ext>
            </a:extLst>
          </p:cNvPr>
          <p:cNvSpPr>
            <a:spLocks noGrp="1"/>
          </p:cNvSpPr>
          <p:nvPr>
            <p:ph type="ftr" sz="quarter" idx="12"/>
          </p:nvPr>
        </p:nvSpPr>
        <p:spPr/>
        <p:txBody>
          <a:bodyPr/>
          <a:lstStyle/>
          <a:p>
            <a:pPr rtl="0"/>
            <a:r>
              <a:rPr lang="sv-SE"/>
              <a:t>metod</a:t>
            </a:r>
          </a:p>
        </p:txBody>
      </p:sp>
      <p:pic>
        <p:nvPicPr>
          <p:cNvPr id="6" name="Bildobjekt 1">
            <a:extLst>
              <a:ext uri="{FF2B5EF4-FFF2-40B4-BE49-F238E27FC236}">
                <a16:creationId xmlns:a16="http://schemas.microsoft.com/office/drawing/2014/main" id="{ED91F6B3-0CA8-8841-67F4-E7FF3AE16736}"/>
              </a:ext>
            </a:extLst>
          </p:cNvPr>
          <p:cNvPicPr>
            <a:picLocks noChangeAspect="1"/>
          </p:cNvPicPr>
          <p:nvPr/>
        </p:nvPicPr>
        <p:blipFill rotWithShape="1">
          <a:blip r:embed="rId3"/>
          <a:srcRect t="631" b="631"/>
          <a:stretch/>
        </p:blipFill>
        <p:spPr bwMode="auto">
          <a:xfrm>
            <a:off x="4838348" y="1851407"/>
            <a:ext cx="6277708" cy="435254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63425679"/>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5243-933B-B84D-8ABD-C29A9E8F233E}"/>
              </a:ext>
            </a:extLst>
          </p:cNvPr>
          <p:cNvSpPr>
            <a:spLocks noGrp="1"/>
          </p:cNvSpPr>
          <p:nvPr>
            <p:ph type="title"/>
          </p:nvPr>
        </p:nvSpPr>
        <p:spPr/>
        <p:txBody>
          <a:bodyPr/>
          <a:lstStyle/>
          <a:p>
            <a:r>
              <a:rPr lang="en-US">
                <a:cs typeface="Posterama"/>
              </a:rPr>
              <a:t>CAD-design</a:t>
            </a:r>
            <a:br>
              <a:rPr lang="en-US"/>
            </a:br>
            <a:r>
              <a:rPr lang="en-US" sz="2400" err="1">
                <a:cs typeface="Posterama"/>
              </a:rPr>
              <a:t>Sammansättning</a:t>
            </a:r>
            <a:r>
              <a:rPr lang="en-US" sz="2400">
                <a:cs typeface="Posterama"/>
              </a:rPr>
              <a:t> av </a:t>
            </a:r>
            <a:r>
              <a:rPr lang="en-US" sz="2400" err="1">
                <a:cs typeface="Posterama"/>
              </a:rPr>
              <a:t>komplett</a:t>
            </a:r>
            <a:r>
              <a:rPr lang="en-US" sz="2400">
                <a:cs typeface="Posterama"/>
              </a:rPr>
              <a:t> </a:t>
            </a:r>
            <a:r>
              <a:rPr lang="en-US" sz="2400" err="1">
                <a:cs typeface="Posterama"/>
              </a:rPr>
              <a:t>uppställning</a:t>
            </a:r>
            <a:endParaRPr lang="sv-SE">
              <a:cs typeface="Posterama"/>
            </a:endParaRPr>
          </a:p>
        </p:txBody>
      </p:sp>
      <p:sp>
        <p:nvSpPr>
          <p:cNvPr id="3" name="Content Placeholder 2">
            <a:extLst>
              <a:ext uri="{FF2B5EF4-FFF2-40B4-BE49-F238E27FC236}">
                <a16:creationId xmlns:a16="http://schemas.microsoft.com/office/drawing/2014/main" id="{059E3018-F82E-C9EC-B969-38430BD5E11D}"/>
              </a:ext>
            </a:extLst>
          </p:cNvPr>
          <p:cNvSpPr>
            <a:spLocks noGrp="1"/>
          </p:cNvSpPr>
          <p:nvPr>
            <p:ph idx="1"/>
          </p:nvPr>
        </p:nvSpPr>
        <p:spPr/>
        <p:txBody>
          <a:bodyPr/>
          <a:lstStyle/>
          <a:p>
            <a:pPr marL="0" indent="0">
              <a:buNone/>
            </a:pPr>
            <a:endParaRPr lang="en-US"/>
          </a:p>
          <a:p>
            <a:pPr marL="457200" indent="-457200">
              <a:buFont typeface="+mj-lt"/>
              <a:buAutoNum type="arabicParenR"/>
            </a:pPr>
            <a:r>
              <a:rPr lang="en-US" err="1"/>
              <a:t>Stegmotor</a:t>
            </a:r>
            <a:endParaRPr lang="en-US"/>
          </a:p>
          <a:p>
            <a:pPr marL="457200" indent="-457200">
              <a:buFont typeface="+mj-lt"/>
              <a:buAutoNum type="arabicParenR"/>
            </a:pPr>
            <a:endParaRPr lang="en-US"/>
          </a:p>
          <a:p>
            <a:pPr marL="457200" indent="-457200">
              <a:buFont typeface="+mj-lt"/>
              <a:buAutoNum type="arabicParenR"/>
            </a:pPr>
            <a:r>
              <a:rPr lang="en-US" err="1"/>
              <a:t>Yttre</a:t>
            </a:r>
            <a:r>
              <a:rPr lang="en-US"/>
              <a:t> </a:t>
            </a:r>
            <a:r>
              <a:rPr lang="en-US" err="1"/>
              <a:t>flens</a:t>
            </a:r>
            <a:endParaRPr lang="en-US"/>
          </a:p>
          <a:p>
            <a:pPr marL="457200" indent="-457200">
              <a:buFont typeface="+mj-lt"/>
              <a:buAutoNum type="arabicParenR"/>
            </a:pPr>
            <a:endParaRPr lang="sv-SE"/>
          </a:p>
          <a:p>
            <a:pPr marL="457200" indent="-457200">
              <a:buFont typeface="+mj-lt"/>
              <a:buAutoNum type="arabicParenR"/>
            </a:pPr>
            <a:r>
              <a:rPr lang="en-US" err="1"/>
              <a:t>Roterande</a:t>
            </a:r>
            <a:r>
              <a:rPr lang="en-US"/>
              <a:t> </a:t>
            </a:r>
            <a:r>
              <a:rPr lang="en-US" err="1"/>
              <a:t>skiva</a:t>
            </a:r>
            <a:endParaRPr lang="en-US"/>
          </a:p>
          <a:p>
            <a:pPr marL="457200" indent="-457200">
              <a:buFont typeface="+mj-lt"/>
              <a:buAutoNum type="arabicParenR"/>
            </a:pPr>
            <a:endParaRPr lang="en-US"/>
          </a:p>
          <a:p>
            <a:pPr marL="457200" indent="-457200">
              <a:buFont typeface="+mj-lt"/>
              <a:buAutoNum type="arabicParenR"/>
            </a:pPr>
            <a:r>
              <a:rPr lang="en-US"/>
              <a:t>Faraday-</a:t>
            </a:r>
            <a:r>
              <a:rPr lang="en-US" err="1"/>
              <a:t>kopp</a:t>
            </a:r>
            <a:endParaRPr lang="en-US"/>
          </a:p>
          <a:p>
            <a:pPr marL="457200" indent="-457200">
              <a:buFont typeface="+mj-lt"/>
              <a:buAutoNum type="arabicParenR"/>
            </a:pPr>
            <a:endParaRPr lang="en-US"/>
          </a:p>
        </p:txBody>
      </p:sp>
      <p:sp>
        <p:nvSpPr>
          <p:cNvPr id="4" name="Slide Number Placeholder 3">
            <a:extLst>
              <a:ext uri="{FF2B5EF4-FFF2-40B4-BE49-F238E27FC236}">
                <a16:creationId xmlns:a16="http://schemas.microsoft.com/office/drawing/2014/main" id="{7BE89A90-C036-F1BB-F51D-1C24754D2591}"/>
              </a:ext>
            </a:extLst>
          </p:cNvPr>
          <p:cNvSpPr>
            <a:spLocks noGrp="1"/>
          </p:cNvSpPr>
          <p:nvPr>
            <p:ph type="sldNum" sz="quarter" idx="11"/>
          </p:nvPr>
        </p:nvSpPr>
        <p:spPr/>
        <p:txBody>
          <a:bodyPr/>
          <a:lstStyle/>
          <a:p>
            <a:pPr rtl="0"/>
            <a:fld id="{75DF2D63-3FF5-D547-96B9-BE9CCD1ABA58}" type="slidenum">
              <a:rPr lang="sv-SE" smtClean="0"/>
              <a:t>21</a:t>
            </a:fld>
            <a:endParaRPr lang="sv-SE"/>
          </a:p>
        </p:txBody>
      </p:sp>
      <p:sp>
        <p:nvSpPr>
          <p:cNvPr id="5" name="Footer Placeholder 4">
            <a:extLst>
              <a:ext uri="{FF2B5EF4-FFF2-40B4-BE49-F238E27FC236}">
                <a16:creationId xmlns:a16="http://schemas.microsoft.com/office/drawing/2014/main" id="{81A15742-B5C1-5059-E050-0B95D52D1188}"/>
              </a:ext>
            </a:extLst>
          </p:cNvPr>
          <p:cNvSpPr>
            <a:spLocks noGrp="1"/>
          </p:cNvSpPr>
          <p:nvPr>
            <p:ph type="ftr" sz="quarter" idx="12"/>
          </p:nvPr>
        </p:nvSpPr>
        <p:spPr/>
        <p:txBody>
          <a:bodyPr/>
          <a:lstStyle/>
          <a:p>
            <a:pPr rtl="0"/>
            <a:r>
              <a:rPr lang="sv-SE"/>
              <a:t>metod</a:t>
            </a:r>
          </a:p>
        </p:txBody>
      </p:sp>
      <p:pic>
        <p:nvPicPr>
          <p:cNvPr id="6" name="Bildobjekt 1">
            <a:extLst>
              <a:ext uri="{FF2B5EF4-FFF2-40B4-BE49-F238E27FC236}">
                <a16:creationId xmlns:a16="http://schemas.microsoft.com/office/drawing/2014/main" id="{AAEE28AD-CBE6-2C0C-6274-E8CE3D864EDB}"/>
              </a:ext>
            </a:extLst>
          </p:cNvPr>
          <p:cNvPicPr>
            <a:picLocks noChangeAspect="1"/>
          </p:cNvPicPr>
          <p:nvPr/>
        </p:nvPicPr>
        <p:blipFill rotWithShape="1">
          <a:blip r:embed="rId3"/>
          <a:srcRect l="167" r="167"/>
          <a:stretch/>
        </p:blipFill>
        <p:spPr bwMode="auto">
          <a:xfrm>
            <a:off x="4849624" y="1859226"/>
            <a:ext cx="6266432" cy="434472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47924307"/>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09AC3A-2A82-4486-5F3A-94CEC1172D50}"/>
              </a:ext>
            </a:extLst>
          </p:cNvPr>
          <p:cNvSpPr>
            <a:spLocks noGrp="1"/>
          </p:cNvSpPr>
          <p:nvPr>
            <p:ph type="title"/>
          </p:nvPr>
        </p:nvSpPr>
        <p:spPr/>
        <p:txBody>
          <a:bodyPr/>
          <a:lstStyle/>
          <a:p>
            <a:r>
              <a:rPr lang="en-US" err="1"/>
              <a:t>Resultat</a:t>
            </a:r>
            <a:endParaRPr lang="sv-SE"/>
          </a:p>
        </p:txBody>
      </p:sp>
    </p:spTree>
    <p:extLst>
      <p:ext uri="{BB962C8B-B14F-4D97-AF65-F5344CB8AC3E}">
        <p14:creationId xmlns:p14="http://schemas.microsoft.com/office/powerpoint/2010/main" val="23966743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D9930-F857-EA53-C59B-2F6767D605E0}"/>
              </a:ext>
            </a:extLst>
          </p:cNvPr>
          <p:cNvSpPr>
            <a:spLocks noGrp="1"/>
          </p:cNvSpPr>
          <p:nvPr>
            <p:ph type="title"/>
          </p:nvPr>
        </p:nvSpPr>
        <p:spPr/>
        <p:txBody>
          <a:bodyPr/>
          <a:lstStyle/>
          <a:p>
            <a:r>
              <a:rPr lang="en-US" err="1"/>
              <a:t>Resultat</a:t>
            </a:r>
            <a:br>
              <a:rPr lang="en-US"/>
            </a:br>
            <a:r>
              <a:rPr lang="en-US" sz="2400" err="1"/>
              <a:t>roterande</a:t>
            </a:r>
            <a:r>
              <a:rPr lang="en-US" sz="2400"/>
              <a:t> </a:t>
            </a:r>
            <a:r>
              <a:rPr lang="en-US" sz="2400" err="1"/>
              <a:t>skiva</a:t>
            </a:r>
            <a:endParaRPr lang="sv-SE"/>
          </a:p>
        </p:txBody>
      </p:sp>
      <p:sp>
        <p:nvSpPr>
          <p:cNvPr id="3" name="Content Placeholder 2">
            <a:extLst>
              <a:ext uri="{FF2B5EF4-FFF2-40B4-BE49-F238E27FC236}">
                <a16:creationId xmlns:a16="http://schemas.microsoft.com/office/drawing/2014/main" id="{FDA2B029-58C0-1CC7-9B4C-FAA9351D4CB4}"/>
              </a:ext>
            </a:extLst>
          </p:cNvPr>
          <p:cNvSpPr>
            <a:spLocks noGrp="1"/>
          </p:cNvSpPr>
          <p:nvPr>
            <p:ph idx="1"/>
          </p:nvPr>
        </p:nvSpPr>
        <p:spPr/>
        <p:txBody>
          <a:bodyPr/>
          <a:lstStyle/>
          <a:p>
            <a:endParaRPr lang="sv-SE"/>
          </a:p>
        </p:txBody>
      </p:sp>
      <p:sp>
        <p:nvSpPr>
          <p:cNvPr id="4" name="Slide Number Placeholder 3">
            <a:extLst>
              <a:ext uri="{FF2B5EF4-FFF2-40B4-BE49-F238E27FC236}">
                <a16:creationId xmlns:a16="http://schemas.microsoft.com/office/drawing/2014/main" id="{4E2C2A7E-39A2-9DD9-F0D7-DE927505493A}"/>
              </a:ext>
            </a:extLst>
          </p:cNvPr>
          <p:cNvSpPr>
            <a:spLocks noGrp="1"/>
          </p:cNvSpPr>
          <p:nvPr>
            <p:ph type="sldNum" sz="quarter" idx="11"/>
          </p:nvPr>
        </p:nvSpPr>
        <p:spPr/>
        <p:txBody>
          <a:bodyPr/>
          <a:lstStyle/>
          <a:p>
            <a:pPr rtl="0"/>
            <a:fld id="{75DF2D63-3FF5-D547-96B9-BE9CCD1ABA58}" type="slidenum">
              <a:rPr lang="sv-SE" smtClean="0"/>
              <a:t>23</a:t>
            </a:fld>
            <a:endParaRPr lang="sv-SE"/>
          </a:p>
        </p:txBody>
      </p:sp>
      <p:sp>
        <p:nvSpPr>
          <p:cNvPr id="5" name="Footer Placeholder 4">
            <a:extLst>
              <a:ext uri="{FF2B5EF4-FFF2-40B4-BE49-F238E27FC236}">
                <a16:creationId xmlns:a16="http://schemas.microsoft.com/office/drawing/2014/main" id="{9FC9D4DD-301B-A1C1-A0EB-B3DA5821E9E8}"/>
              </a:ext>
            </a:extLst>
          </p:cNvPr>
          <p:cNvSpPr>
            <a:spLocks noGrp="1"/>
          </p:cNvSpPr>
          <p:nvPr>
            <p:ph type="ftr" sz="quarter" idx="12"/>
          </p:nvPr>
        </p:nvSpPr>
        <p:spPr/>
        <p:txBody>
          <a:bodyPr/>
          <a:lstStyle/>
          <a:p>
            <a:pPr rtl="0"/>
            <a:r>
              <a:rPr lang="sv-SE"/>
              <a:t>RESULTAT</a:t>
            </a:r>
          </a:p>
        </p:txBody>
      </p:sp>
      <p:pic>
        <p:nvPicPr>
          <p:cNvPr id="7" name="Bildobjekt 1" descr="En bild som visar Hushållsutrustning, verktyg, skruv&#10;&#10;Automatiskt genererad beskrivning">
            <a:extLst>
              <a:ext uri="{FF2B5EF4-FFF2-40B4-BE49-F238E27FC236}">
                <a16:creationId xmlns:a16="http://schemas.microsoft.com/office/drawing/2014/main" id="{9FFA0FD4-06AA-E6BD-0EBF-707CF9A91B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399" y="2455291"/>
            <a:ext cx="5161100" cy="2903198"/>
          </a:xfrm>
          <a:prstGeom prst="rect">
            <a:avLst/>
          </a:prstGeom>
        </p:spPr>
      </p:pic>
      <p:pic>
        <p:nvPicPr>
          <p:cNvPr id="8" name="Bildobjekt 2" descr="En bild som visar trä, mark, golv, inomhus&#10;&#10;Automatiskt genererad beskrivning">
            <a:extLst>
              <a:ext uri="{FF2B5EF4-FFF2-40B4-BE49-F238E27FC236}">
                <a16:creationId xmlns:a16="http://schemas.microsoft.com/office/drawing/2014/main" id="{896F337E-1E60-AFA2-2CC4-A8DB1F0753C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5831" t="31907" r="14278" b="34008"/>
          <a:stretch/>
        </p:blipFill>
        <p:spPr bwMode="auto">
          <a:xfrm>
            <a:off x="6584439" y="3982514"/>
            <a:ext cx="4531616" cy="1657754"/>
          </a:xfrm>
          <a:prstGeom prst="rect">
            <a:avLst/>
          </a:prstGeom>
          <a:ln>
            <a:noFill/>
          </a:ln>
          <a:extLst>
            <a:ext uri="{53640926-AAD7-44D8-BBD7-CCE9431645EC}">
              <a14:shadowObscured xmlns:a14="http://schemas.microsoft.com/office/drawing/2010/main"/>
            </a:ext>
          </a:extLst>
        </p:spPr>
      </p:pic>
      <p:pic>
        <p:nvPicPr>
          <p:cNvPr id="9" name="Bildobjekt 1" descr="En bild som visar verktyg, trä, golv, mark&#10;&#10;Automatiskt genererad beskrivning">
            <a:extLst>
              <a:ext uri="{FF2B5EF4-FFF2-40B4-BE49-F238E27FC236}">
                <a16:creationId xmlns:a16="http://schemas.microsoft.com/office/drawing/2014/main" id="{0A669DA8-95EB-D341-DC50-AA91C2510B70}"/>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25714" b="18629"/>
          <a:stretch/>
        </p:blipFill>
        <p:spPr bwMode="auto">
          <a:xfrm>
            <a:off x="6577917" y="2000540"/>
            <a:ext cx="4538139" cy="189447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29046266"/>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D9930-F857-EA53-C59B-2F6767D605E0}"/>
              </a:ext>
            </a:extLst>
          </p:cNvPr>
          <p:cNvSpPr>
            <a:spLocks noGrp="1"/>
          </p:cNvSpPr>
          <p:nvPr>
            <p:ph type="title"/>
          </p:nvPr>
        </p:nvSpPr>
        <p:spPr/>
        <p:txBody>
          <a:bodyPr/>
          <a:lstStyle/>
          <a:p>
            <a:r>
              <a:rPr lang="en-US" err="1"/>
              <a:t>Resultat</a:t>
            </a:r>
            <a:br>
              <a:rPr lang="en-US"/>
            </a:br>
            <a:r>
              <a:rPr lang="en-US" sz="2400"/>
              <a:t>faraday-</a:t>
            </a:r>
            <a:r>
              <a:rPr lang="en-US" sz="2400" err="1"/>
              <a:t>kopp</a:t>
            </a:r>
            <a:endParaRPr lang="sv-SE"/>
          </a:p>
        </p:txBody>
      </p:sp>
      <p:sp>
        <p:nvSpPr>
          <p:cNvPr id="3" name="Content Placeholder 2">
            <a:extLst>
              <a:ext uri="{FF2B5EF4-FFF2-40B4-BE49-F238E27FC236}">
                <a16:creationId xmlns:a16="http://schemas.microsoft.com/office/drawing/2014/main" id="{FDA2B029-58C0-1CC7-9B4C-FAA9351D4CB4}"/>
              </a:ext>
            </a:extLst>
          </p:cNvPr>
          <p:cNvSpPr>
            <a:spLocks noGrp="1"/>
          </p:cNvSpPr>
          <p:nvPr>
            <p:ph idx="1"/>
          </p:nvPr>
        </p:nvSpPr>
        <p:spPr/>
        <p:txBody>
          <a:bodyPr/>
          <a:lstStyle/>
          <a:p>
            <a:endParaRPr lang="sv-SE"/>
          </a:p>
        </p:txBody>
      </p:sp>
      <p:sp>
        <p:nvSpPr>
          <p:cNvPr id="4" name="Slide Number Placeholder 3">
            <a:extLst>
              <a:ext uri="{FF2B5EF4-FFF2-40B4-BE49-F238E27FC236}">
                <a16:creationId xmlns:a16="http://schemas.microsoft.com/office/drawing/2014/main" id="{4E2C2A7E-39A2-9DD9-F0D7-DE927505493A}"/>
              </a:ext>
            </a:extLst>
          </p:cNvPr>
          <p:cNvSpPr>
            <a:spLocks noGrp="1"/>
          </p:cNvSpPr>
          <p:nvPr>
            <p:ph type="sldNum" sz="quarter" idx="11"/>
          </p:nvPr>
        </p:nvSpPr>
        <p:spPr/>
        <p:txBody>
          <a:bodyPr/>
          <a:lstStyle/>
          <a:p>
            <a:pPr rtl="0"/>
            <a:fld id="{75DF2D63-3FF5-D547-96B9-BE9CCD1ABA58}" type="slidenum">
              <a:rPr lang="sv-SE" smtClean="0"/>
              <a:t>24</a:t>
            </a:fld>
            <a:endParaRPr lang="sv-SE"/>
          </a:p>
        </p:txBody>
      </p:sp>
      <p:sp>
        <p:nvSpPr>
          <p:cNvPr id="5" name="Footer Placeholder 4">
            <a:extLst>
              <a:ext uri="{FF2B5EF4-FFF2-40B4-BE49-F238E27FC236}">
                <a16:creationId xmlns:a16="http://schemas.microsoft.com/office/drawing/2014/main" id="{9FC9D4DD-301B-A1C1-A0EB-B3DA5821E9E8}"/>
              </a:ext>
            </a:extLst>
          </p:cNvPr>
          <p:cNvSpPr>
            <a:spLocks noGrp="1"/>
          </p:cNvSpPr>
          <p:nvPr>
            <p:ph type="ftr" sz="quarter" idx="12"/>
          </p:nvPr>
        </p:nvSpPr>
        <p:spPr/>
        <p:txBody>
          <a:bodyPr/>
          <a:lstStyle/>
          <a:p>
            <a:pPr rtl="0"/>
            <a:r>
              <a:rPr lang="sv-SE"/>
              <a:t>RESULTAT</a:t>
            </a:r>
          </a:p>
        </p:txBody>
      </p:sp>
      <p:pic>
        <p:nvPicPr>
          <p:cNvPr id="6" name="Bildobjekt 3" descr="En bild som visar cirkel, högtalare&#10;&#10;Automatiskt genererad beskrivning">
            <a:extLst>
              <a:ext uri="{FF2B5EF4-FFF2-40B4-BE49-F238E27FC236}">
                <a16:creationId xmlns:a16="http://schemas.microsoft.com/office/drawing/2014/main" id="{18373F45-24B9-C1AD-ADF1-05060AB8F6B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298" b="-1"/>
          <a:stretch/>
        </p:blipFill>
        <p:spPr bwMode="auto">
          <a:xfrm>
            <a:off x="3190746" y="1702347"/>
            <a:ext cx="5810508" cy="450160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85366656"/>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D9930-F857-EA53-C59B-2F6767D605E0}"/>
              </a:ext>
            </a:extLst>
          </p:cNvPr>
          <p:cNvSpPr>
            <a:spLocks noGrp="1"/>
          </p:cNvSpPr>
          <p:nvPr>
            <p:ph type="title"/>
          </p:nvPr>
        </p:nvSpPr>
        <p:spPr/>
        <p:txBody>
          <a:bodyPr/>
          <a:lstStyle/>
          <a:p>
            <a:r>
              <a:rPr lang="en-US" err="1"/>
              <a:t>Resultat</a:t>
            </a:r>
            <a:br>
              <a:rPr lang="en-US"/>
            </a:br>
            <a:r>
              <a:rPr lang="en-US" sz="2400" err="1"/>
              <a:t>Komplett</a:t>
            </a:r>
            <a:r>
              <a:rPr lang="en-US" sz="2400"/>
              <a:t> </a:t>
            </a:r>
            <a:r>
              <a:rPr lang="en-US" sz="2400" err="1"/>
              <a:t>uppställning</a:t>
            </a:r>
            <a:endParaRPr lang="sv-SE" sz="2400"/>
          </a:p>
        </p:txBody>
      </p:sp>
      <p:sp>
        <p:nvSpPr>
          <p:cNvPr id="3" name="Content Placeholder 2">
            <a:extLst>
              <a:ext uri="{FF2B5EF4-FFF2-40B4-BE49-F238E27FC236}">
                <a16:creationId xmlns:a16="http://schemas.microsoft.com/office/drawing/2014/main" id="{FDA2B029-58C0-1CC7-9B4C-FAA9351D4CB4}"/>
              </a:ext>
            </a:extLst>
          </p:cNvPr>
          <p:cNvSpPr>
            <a:spLocks noGrp="1"/>
          </p:cNvSpPr>
          <p:nvPr>
            <p:ph idx="1"/>
          </p:nvPr>
        </p:nvSpPr>
        <p:spPr/>
        <p:txBody>
          <a:bodyPr/>
          <a:lstStyle/>
          <a:p>
            <a:endParaRPr lang="sv-SE"/>
          </a:p>
        </p:txBody>
      </p:sp>
      <p:sp>
        <p:nvSpPr>
          <p:cNvPr id="4" name="Slide Number Placeholder 3">
            <a:extLst>
              <a:ext uri="{FF2B5EF4-FFF2-40B4-BE49-F238E27FC236}">
                <a16:creationId xmlns:a16="http://schemas.microsoft.com/office/drawing/2014/main" id="{4E2C2A7E-39A2-9DD9-F0D7-DE927505493A}"/>
              </a:ext>
            </a:extLst>
          </p:cNvPr>
          <p:cNvSpPr>
            <a:spLocks noGrp="1"/>
          </p:cNvSpPr>
          <p:nvPr>
            <p:ph type="sldNum" sz="quarter" idx="11"/>
          </p:nvPr>
        </p:nvSpPr>
        <p:spPr/>
        <p:txBody>
          <a:bodyPr/>
          <a:lstStyle/>
          <a:p>
            <a:pPr rtl="0"/>
            <a:fld id="{75DF2D63-3FF5-D547-96B9-BE9CCD1ABA58}" type="slidenum">
              <a:rPr lang="sv-SE" smtClean="0"/>
              <a:t>25</a:t>
            </a:fld>
            <a:endParaRPr lang="sv-SE"/>
          </a:p>
        </p:txBody>
      </p:sp>
      <p:sp>
        <p:nvSpPr>
          <p:cNvPr id="5" name="Footer Placeholder 4">
            <a:extLst>
              <a:ext uri="{FF2B5EF4-FFF2-40B4-BE49-F238E27FC236}">
                <a16:creationId xmlns:a16="http://schemas.microsoft.com/office/drawing/2014/main" id="{9FC9D4DD-301B-A1C1-A0EB-B3DA5821E9E8}"/>
              </a:ext>
            </a:extLst>
          </p:cNvPr>
          <p:cNvSpPr>
            <a:spLocks noGrp="1"/>
          </p:cNvSpPr>
          <p:nvPr>
            <p:ph type="ftr" sz="quarter" idx="12"/>
          </p:nvPr>
        </p:nvSpPr>
        <p:spPr/>
        <p:txBody>
          <a:bodyPr/>
          <a:lstStyle/>
          <a:p>
            <a:pPr rtl="0"/>
            <a:r>
              <a:rPr lang="sv-SE"/>
              <a:t>RESULTAT</a:t>
            </a:r>
          </a:p>
        </p:txBody>
      </p:sp>
      <p:pic>
        <p:nvPicPr>
          <p:cNvPr id="6" name="Bildobjekt 2" descr="En bild som visar cylinder, Fordonsdelar, svart och vit&#10;&#10;Automatiskt genererad beskrivning">
            <a:extLst>
              <a:ext uri="{FF2B5EF4-FFF2-40B4-BE49-F238E27FC236}">
                <a16:creationId xmlns:a16="http://schemas.microsoft.com/office/drawing/2014/main" id="{0D184D75-D70B-98C7-BB7C-D49B07B448F4}"/>
              </a:ext>
            </a:extLst>
          </p:cNvPr>
          <p:cNvPicPr>
            <a:picLocks noChangeAspect="1"/>
          </p:cNvPicPr>
          <p:nvPr/>
        </p:nvPicPr>
        <p:blipFill rotWithShape="1">
          <a:blip r:embed="rId3">
            <a:extLst>
              <a:ext uri="{28A0092B-C50C-407E-A947-70E740481C1C}">
                <a14:useLocalDpi xmlns:a14="http://schemas.microsoft.com/office/drawing/2010/main" val="0"/>
              </a:ext>
            </a:extLst>
          </a:blip>
          <a:srcRect l="7937" r="7325"/>
          <a:stretch/>
        </p:blipFill>
        <p:spPr bwMode="auto">
          <a:xfrm>
            <a:off x="2299214" y="1851407"/>
            <a:ext cx="7585664" cy="435254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532195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D9930-F857-EA53-C59B-2F6767D605E0}"/>
              </a:ext>
            </a:extLst>
          </p:cNvPr>
          <p:cNvSpPr>
            <a:spLocks noGrp="1"/>
          </p:cNvSpPr>
          <p:nvPr>
            <p:ph type="title"/>
          </p:nvPr>
        </p:nvSpPr>
        <p:spPr/>
        <p:txBody>
          <a:bodyPr/>
          <a:lstStyle/>
          <a:p>
            <a:r>
              <a:rPr lang="en-US" err="1"/>
              <a:t>Resultat</a:t>
            </a:r>
            <a:br>
              <a:rPr lang="en-US"/>
            </a:br>
            <a:r>
              <a:rPr lang="en-US" sz="2400" err="1"/>
              <a:t>Temperaturfördelning</a:t>
            </a:r>
            <a:endParaRPr lang="sv-SE"/>
          </a:p>
        </p:txBody>
      </p:sp>
      <p:sp>
        <p:nvSpPr>
          <p:cNvPr id="3" name="Content Placeholder 2">
            <a:extLst>
              <a:ext uri="{FF2B5EF4-FFF2-40B4-BE49-F238E27FC236}">
                <a16:creationId xmlns:a16="http://schemas.microsoft.com/office/drawing/2014/main" id="{FDA2B029-58C0-1CC7-9B4C-FAA9351D4CB4}"/>
              </a:ext>
            </a:extLst>
          </p:cNvPr>
          <p:cNvSpPr>
            <a:spLocks noGrp="1"/>
          </p:cNvSpPr>
          <p:nvPr>
            <p:ph idx="1"/>
          </p:nvPr>
        </p:nvSpPr>
        <p:spPr/>
        <p:txBody>
          <a:bodyPr/>
          <a:lstStyle/>
          <a:p>
            <a:endParaRPr lang="sv-SE"/>
          </a:p>
        </p:txBody>
      </p:sp>
      <p:sp>
        <p:nvSpPr>
          <p:cNvPr id="4" name="Slide Number Placeholder 3">
            <a:extLst>
              <a:ext uri="{FF2B5EF4-FFF2-40B4-BE49-F238E27FC236}">
                <a16:creationId xmlns:a16="http://schemas.microsoft.com/office/drawing/2014/main" id="{4E2C2A7E-39A2-9DD9-F0D7-DE927505493A}"/>
              </a:ext>
            </a:extLst>
          </p:cNvPr>
          <p:cNvSpPr>
            <a:spLocks noGrp="1"/>
          </p:cNvSpPr>
          <p:nvPr>
            <p:ph type="sldNum" sz="quarter" idx="11"/>
          </p:nvPr>
        </p:nvSpPr>
        <p:spPr/>
        <p:txBody>
          <a:bodyPr/>
          <a:lstStyle/>
          <a:p>
            <a:pPr rtl="0"/>
            <a:fld id="{75DF2D63-3FF5-D547-96B9-BE9CCD1ABA58}" type="slidenum">
              <a:rPr lang="sv-SE" smtClean="0"/>
              <a:t>26</a:t>
            </a:fld>
            <a:endParaRPr lang="sv-SE"/>
          </a:p>
        </p:txBody>
      </p:sp>
      <p:sp>
        <p:nvSpPr>
          <p:cNvPr id="5" name="Footer Placeholder 4">
            <a:extLst>
              <a:ext uri="{FF2B5EF4-FFF2-40B4-BE49-F238E27FC236}">
                <a16:creationId xmlns:a16="http://schemas.microsoft.com/office/drawing/2014/main" id="{9FC9D4DD-301B-A1C1-A0EB-B3DA5821E9E8}"/>
              </a:ext>
            </a:extLst>
          </p:cNvPr>
          <p:cNvSpPr>
            <a:spLocks noGrp="1"/>
          </p:cNvSpPr>
          <p:nvPr>
            <p:ph type="ftr" sz="quarter" idx="12"/>
          </p:nvPr>
        </p:nvSpPr>
        <p:spPr/>
        <p:txBody>
          <a:bodyPr/>
          <a:lstStyle/>
          <a:p>
            <a:pPr rtl="0"/>
            <a:r>
              <a:rPr lang="sv-SE"/>
              <a:t>RESULTAT</a:t>
            </a:r>
          </a:p>
        </p:txBody>
      </p:sp>
      <p:pic>
        <p:nvPicPr>
          <p:cNvPr id="7" name="Bildobjekt 1">
            <a:extLst>
              <a:ext uri="{FF2B5EF4-FFF2-40B4-BE49-F238E27FC236}">
                <a16:creationId xmlns:a16="http://schemas.microsoft.com/office/drawing/2014/main" id="{77DE3153-B241-A326-6B1F-36337A3A57F4}"/>
              </a:ext>
            </a:extLst>
          </p:cNvPr>
          <p:cNvPicPr>
            <a:picLocks noChangeAspect="1"/>
          </p:cNvPicPr>
          <p:nvPr/>
        </p:nvPicPr>
        <p:blipFill>
          <a:blip r:embed="rId3"/>
          <a:stretch>
            <a:fillRect/>
          </a:stretch>
        </p:blipFill>
        <p:spPr>
          <a:xfrm>
            <a:off x="3807250" y="1855945"/>
            <a:ext cx="4577500" cy="3567227"/>
          </a:xfrm>
          <a:prstGeom prst="rect">
            <a:avLst/>
          </a:prstGeom>
        </p:spPr>
      </p:pic>
      <p:pic>
        <p:nvPicPr>
          <p:cNvPr id="8" name="Picture 7">
            <a:extLst>
              <a:ext uri="{FF2B5EF4-FFF2-40B4-BE49-F238E27FC236}">
                <a16:creationId xmlns:a16="http://schemas.microsoft.com/office/drawing/2014/main" id="{BF8DA214-BDA4-CEF8-7B11-22ABB4D9AE43}"/>
              </a:ext>
            </a:extLst>
          </p:cNvPr>
          <p:cNvPicPr>
            <a:picLocks noChangeAspect="1"/>
          </p:cNvPicPr>
          <p:nvPr/>
        </p:nvPicPr>
        <p:blipFill>
          <a:blip r:embed="rId4"/>
          <a:stretch>
            <a:fillRect/>
          </a:stretch>
        </p:blipFill>
        <p:spPr>
          <a:xfrm>
            <a:off x="3709722" y="5613288"/>
            <a:ext cx="4772556" cy="590663"/>
          </a:xfrm>
          <a:prstGeom prst="rect">
            <a:avLst/>
          </a:prstGeom>
        </p:spPr>
      </p:pic>
    </p:spTree>
    <p:extLst>
      <p:ext uri="{BB962C8B-B14F-4D97-AF65-F5344CB8AC3E}">
        <p14:creationId xmlns:p14="http://schemas.microsoft.com/office/powerpoint/2010/main" val="3682341177"/>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B739A5-D9F2-7E62-BA1E-320D08F39994}"/>
              </a:ext>
            </a:extLst>
          </p:cNvPr>
          <p:cNvSpPr>
            <a:spLocks noGrp="1"/>
          </p:cNvSpPr>
          <p:nvPr>
            <p:ph type="title"/>
          </p:nvPr>
        </p:nvSpPr>
        <p:spPr/>
        <p:txBody>
          <a:bodyPr/>
          <a:lstStyle/>
          <a:p>
            <a:r>
              <a:rPr lang="sv-SE"/>
              <a:t>Diskussion</a:t>
            </a:r>
          </a:p>
        </p:txBody>
      </p:sp>
    </p:spTree>
    <p:extLst>
      <p:ext uri="{BB962C8B-B14F-4D97-AF65-F5344CB8AC3E}">
        <p14:creationId xmlns:p14="http://schemas.microsoft.com/office/powerpoint/2010/main" val="17673941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88482-1F31-6CD7-4806-08405248C8B6}"/>
              </a:ext>
            </a:extLst>
          </p:cNvPr>
          <p:cNvSpPr>
            <a:spLocks noGrp="1"/>
          </p:cNvSpPr>
          <p:nvPr>
            <p:ph type="title"/>
          </p:nvPr>
        </p:nvSpPr>
        <p:spPr/>
        <p:txBody>
          <a:bodyPr/>
          <a:lstStyle/>
          <a:p>
            <a:r>
              <a:rPr lang="en-US" err="1"/>
              <a:t>Designval</a:t>
            </a:r>
            <a:br>
              <a:rPr lang="en-US"/>
            </a:br>
            <a:r>
              <a:rPr lang="en-US" sz="2400" err="1"/>
              <a:t>Roterande</a:t>
            </a:r>
            <a:r>
              <a:rPr lang="en-US" sz="2400"/>
              <a:t> </a:t>
            </a:r>
            <a:r>
              <a:rPr lang="en-US" sz="2400" err="1"/>
              <a:t>skiva</a:t>
            </a:r>
            <a:endParaRPr lang="sv-SE"/>
          </a:p>
        </p:txBody>
      </p:sp>
      <p:sp>
        <p:nvSpPr>
          <p:cNvPr id="3" name="Content Placeholder 2">
            <a:extLst>
              <a:ext uri="{FF2B5EF4-FFF2-40B4-BE49-F238E27FC236}">
                <a16:creationId xmlns:a16="http://schemas.microsoft.com/office/drawing/2014/main" id="{46BACD32-EF6F-1235-1A79-A03FF3EF20FD}"/>
              </a:ext>
            </a:extLst>
          </p:cNvPr>
          <p:cNvSpPr>
            <a:spLocks noGrp="1"/>
          </p:cNvSpPr>
          <p:nvPr>
            <p:ph idx="1"/>
          </p:nvPr>
        </p:nvSpPr>
        <p:spPr/>
        <p:txBody>
          <a:bodyPr vert="horz" lIns="0" tIns="0" rIns="0" bIns="0" rtlCol="0" anchor="t">
            <a:noAutofit/>
          </a:bodyPr>
          <a:lstStyle/>
          <a:p>
            <a:r>
              <a:rPr lang="en-US" b="1" err="1"/>
              <a:t>Fysisk</a:t>
            </a:r>
            <a:r>
              <a:rPr lang="en-US" b="1"/>
              <a:t> </a:t>
            </a:r>
            <a:r>
              <a:rPr lang="en-US" b="1" err="1"/>
              <a:t>utforming</a:t>
            </a:r>
            <a:endParaRPr lang="en-US"/>
          </a:p>
          <a:p>
            <a:pPr lvl="1"/>
            <a:r>
              <a:rPr lang="en-US" err="1"/>
              <a:t>Placeringsmekanism</a:t>
            </a:r>
            <a:endParaRPr lang="en-US"/>
          </a:p>
          <a:p>
            <a:pPr lvl="1"/>
            <a:r>
              <a:rPr lang="en-US" err="1"/>
              <a:t>Avfasning</a:t>
            </a:r>
            <a:endParaRPr lang="en-US"/>
          </a:p>
          <a:p>
            <a:pPr lvl="1"/>
            <a:r>
              <a:rPr lang="en-US" err="1"/>
              <a:t>Rundning</a:t>
            </a:r>
            <a:r>
              <a:rPr lang="en-US"/>
              <a:t> (Sankt </a:t>
            </a:r>
            <a:r>
              <a:rPr lang="en-US" err="1"/>
              <a:t>Elmseld</a:t>
            </a:r>
            <a:r>
              <a:rPr lang="en-US"/>
              <a:t>)</a:t>
            </a:r>
          </a:p>
          <a:p>
            <a:pPr lvl="1"/>
            <a:endParaRPr lang="en-US"/>
          </a:p>
          <a:p>
            <a:r>
              <a:rPr lang="sv-SE" b="1"/>
              <a:t>Materialval</a:t>
            </a:r>
          </a:p>
          <a:p>
            <a:pPr lvl="1"/>
            <a:r>
              <a:rPr lang="sv-SE"/>
              <a:t>Hög tolerans, låg strålpåverkan</a:t>
            </a:r>
          </a:p>
          <a:p>
            <a:pPr lvl="1"/>
            <a:r>
              <a:rPr lang="sv-SE"/>
              <a:t>Koppar vs. Aluminium</a:t>
            </a:r>
          </a:p>
          <a:p>
            <a:pPr lvl="1"/>
            <a:r>
              <a:rPr lang="en-US" err="1"/>
              <a:t>Sekundäremission</a:t>
            </a:r>
            <a:endParaRPr lang="en-US"/>
          </a:p>
          <a:p>
            <a:pPr lvl="1"/>
            <a:r>
              <a:rPr lang="en-US" err="1"/>
              <a:t>Temperaturfördelning</a:t>
            </a:r>
            <a:endParaRPr lang="en-US"/>
          </a:p>
          <a:p>
            <a:pPr lvl="1"/>
            <a:endParaRPr lang="sv-SE"/>
          </a:p>
          <a:p>
            <a:r>
              <a:rPr lang="sv-SE" b="1"/>
              <a:t>Styrhjul</a:t>
            </a:r>
          </a:p>
        </p:txBody>
      </p:sp>
      <p:sp>
        <p:nvSpPr>
          <p:cNvPr id="4" name="Slide Number Placeholder 3">
            <a:extLst>
              <a:ext uri="{FF2B5EF4-FFF2-40B4-BE49-F238E27FC236}">
                <a16:creationId xmlns:a16="http://schemas.microsoft.com/office/drawing/2014/main" id="{013450BE-5B36-0873-3C6C-506D1DA874BF}"/>
              </a:ext>
            </a:extLst>
          </p:cNvPr>
          <p:cNvSpPr>
            <a:spLocks noGrp="1"/>
          </p:cNvSpPr>
          <p:nvPr>
            <p:ph type="sldNum" sz="quarter" idx="11"/>
          </p:nvPr>
        </p:nvSpPr>
        <p:spPr/>
        <p:txBody>
          <a:bodyPr/>
          <a:lstStyle/>
          <a:p>
            <a:pPr rtl="0"/>
            <a:fld id="{75DF2D63-3FF5-D547-96B9-BE9CCD1ABA58}" type="slidenum">
              <a:rPr lang="sv-SE" smtClean="0"/>
              <a:t>28</a:t>
            </a:fld>
            <a:endParaRPr lang="sv-SE"/>
          </a:p>
        </p:txBody>
      </p:sp>
      <p:sp>
        <p:nvSpPr>
          <p:cNvPr id="5" name="Footer Placeholder 4">
            <a:extLst>
              <a:ext uri="{FF2B5EF4-FFF2-40B4-BE49-F238E27FC236}">
                <a16:creationId xmlns:a16="http://schemas.microsoft.com/office/drawing/2014/main" id="{D006D761-05D7-5846-F1B1-36702A14403D}"/>
              </a:ext>
            </a:extLst>
          </p:cNvPr>
          <p:cNvSpPr>
            <a:spLocks noGrp="1"/>
          </p:cNvSpPr>
          <p:nvPr>
            <p:ph type="ftr" sz="quarter" idx="12"/>
          </p:nvPr>
        </p:nvSpPr>
        <p:spPr/>
        <p:txBody>
          <a:bodyPr/>
          <a:lstStyle/>
          <a:p>
            <a:pPr rtl="0"/>
            <a:r>
              <a:rPr lang="sv-SE"/>
              <a:t>Diskussion</a:t>
            </a:r>
          </a:p>
        </p:txBody>
      </p:sp>
      <p:pic>
        <p:nvPicPr>
          <p:cNvPr id="7" name="Bildobjekt 1" descr="En bild som visar verktyg, trä, golv, mark&#10;&#10;Automatiskt genererad beskrivning">
            <a:extLst>
              <a:ext uri="{FF2B5EF4-FFF2-40B4-BE49-F238E27FC236}">
                <a16:creationId xmlns:a16="http://schemas.microsoft.com/office/drawing/2014/main" id="{48B797FB-261D-B819-50F2-96BC90711DB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5714" b="18629"/>
          <a:stretch/>
        </p:blipFill>
        <p:spPr bwMode="auto">
          <a:xfrm>
            <a:off x="5694635" y="1855945"/>
            <a:ext cx="5421422" cy="2263209"/>
          </a:xfrm>
          <a:prstGeom prst="rect">
            <a:avLst/>
          </a:prstGeom>
          <a:ln>
            <a:noFill/>
          </a:ln>
          <a:extLst>
            <a:ext uri="{53640926-AAD7-44D8-BBD7-CCE9431645EC}">
              <a14:shadowObscured xmlns:a14="http://schemas.microsoft.com/office/drawing/2010/main"/>
            </a:ext>
          </a:extLst>
        </p:spPr>
      </p:pic>
      <p:pic>
        <p:nvPicPr>
          <p:cNvPr id="8" name="Bildobjekt 1">
            <a:extLst>
              <a:ext uri="{FF2B5EF4-FFF2-40B4-BE49-F238E27FC236}">
                <a16:creationId xmlns:a16="http://schemas.microsoft.com/office/drawing/2014/main" id="{28D94187-487D-9344-49BB-BAB313C20218}"/>
              </a:ext>
            </a:extLst>
          </p:cNvPr>
          <p:cNvPicPr>
            <a:picLocks noChangeAspect="1"/>
          </p:cNvPicPr>
          <p:nvPr/>
        </p:nvPicPr>
        <p:blipFill>
          <a:blip r:embed="rId4"/>
          <a:stretch>
            <a:fillRect/>
          </a:stretch>
        </p:blipFill>
        <p:spPr>
          <a:xfrm>
            <a:off x="6828790" y="4275624"/>
            <a:ext cx="3153111" cy="2457206"/>
          </a:xfrm>
          <a:prstGeom prst="rect">
            <a:avLst/>
          </a:prstGeom>
        </p:spPr>
      </p:pic>
    </p:spTree>
    <p:extLst>
      <p:ext uri="{BB962C8B-B14F-4D97-AF65-F5344CB8AC3E}">
        <p14:creationId xmlns:p14="http://schemas.microsoft.com/office/powerpoint/2010/main" val="30248627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88482-1F31-6CD7-4806-08405248C8B6}"/>
              </a:ext>
            </a:extLst>
          </p:cNvPr>
          <p:cNvSpPr>
            <a:spLocks noGrp="1"/>
          </p:cNvSpPr>
          <p:nvPr>
            <p:ph type="title"/>
          </p:nvPr>
        </p:nvSpPr>
        <p:spPr/>
        <p:txBody>
          <a:bodyPr/>
          <a:lstStyle/>
          <a:p>
            <a:r>
              <a:rPr lang="sv-SE"/>
              <a:t>Designval</a:t>
            </a:r>
            <a:br>
              <a:rPr lang="sv-SE"/>
            </a:br>
            <a:r>
              <a:rPr lang="sv-SE" sz="2400" err="1"/>
              <a:t>Faraday</a:t>
            </a:r>
            <a:r>
              <a:rPr lang="sv-SE" sz="2400"/>
              <a:t>-kopp</a:t>
            </a:r>
            <a:endParaRPr lang="sv-SE"/>
          </a:p>
        </p:txBody>
      </p:sp>
      <p:sp>
        <p:nvSpPr>
          <p:cNvPr id="3" name="Content Placeholder 2">
            <a:extLst>
              <a:ext uri="{FF2B5EF4-FFF2-40B4-BE49-F238E27FC236}">
                <a16:creationId xmlns:a16="http://schemas.microsoft.com/office/drawing/2014/main" id="{46BACD32-EF6F-1235-1A79-A03FF3EF20FD}"/>
              </a:ext>
            </a:extLst>
          </p:cNvPr>
          <p:cNvSpPr>
            <a:spLocks noGrp="1"/>
          </p:cNvSpPr>
          <p:nvPr>
            <p:ph idx="1"/>
          </p:nvPr>
        </p:nvSpPr>
        <p:spPr/>
        <p:txBody>
          <a:bodyPr/>
          <a:lstStyle/>
          <a:p>
            <a:r>
              <a:rPr lang="sv-SE"/>
              <a:t>Elektrisk ström ∝ Antal elektroner</a:t>
            </a:r>
          </a:p>
          <a:p>
            <a:pPr lvl="1"/>
            <a:r>
              <a:rPr lang="sv-SE"/>
              <a:t>Elektrisk ledningsförmåga</a:t>
            </a:r>
          </a:p>
          <a:p>
            <a:pPr lvl="1"/>
            <a:r>
              <a:rPr lang="sv-SE"/>
              <a:t>Effektiv insamling av elektroner</a:t>
            </a:r>
          </a:p>
          <a:p>
            <a:pPr lvl="1"/>
            <a:r>
              <a:rPr lang="sv-SE"/>
              <a:t>Undertryckningsring (eng. </a:t>
            </a:r>
            <a:r>
              <a:rPr lang="sv-SE" err="1"/>
              <a:t>suppression</a:t>
            </a:r>
            <a:r>
              <a:rPr lang="sv-SE"/>
              <a:t> ring)</a:t>
            </a:r>
          </a:p>
          <a:p>
            <a:pPr lvl="1"/>
            <a:endParaRPr lang="sv-SE"/>
          </a:p>
          <a:p>
            <a:r>
              <a:rPr lang="sv-SE"/>
              <a:t>Problem med uppvärmning?</a:t>
            </a:r>
          </a:p>
          <a:p>
            <a:pPr lvl="1"/>
            <a:r>
              <a:rPr lang="sv-SE"/>
              <a:t>Svag elektronstråle</a:t>
            </a:r>
          </a:p>
          <a:p>
            <a:pPr lvl="1"/>
            <a:r>
              <a:rPr lang="sv-SE"/>
              <a:t>Termisk ledningsförmåga</a:t>
            </a:r>
          </a:p>
          <a:p>
            <a:pPr lvl="1"/>
            <a:endParaRPr lang="sv-SE"/>
          </a:p>
          <a:p>
            <a:r>
              <a:rPr lang="sv-SE"/>
              <a:t>Elektromagnetisk interferens</a:t>
            </a:r>
          </a:p>
          <a:p>
            <a:endParaRPr lang="sv-SE"/>
          </a:p>
          <a:p>
            <a:r>
              <a:rPr lang="sv-SE"/>
              <a:t>Deflektor</a:t>
            </a:r>
          </a:p>
        </p:txBody>
      </p:sp>
      <p:sp>
        <p:nvSpPr>
          <p:cNvPr id="4" name="Slide Number Placeholder 3">
            <a:extLst>
              <a:ext uri="{FF2B5EF4-FFF2-40B4-BE49-F238E27FC236}">
                <a16:creationId xmlns:a16="http://schemas.microsoft.com/office/drawing/2014/main" id="{013450BE-5B36-0873-3C6C-506D1DA874BF}"/>
              </a:ext>
            </a:extLst>
          </p:cNvPr>
          <p:cNvSpPr>
            <a:spLocks noGrp="1"/>
          </p:cNvSpPr>
          <p:nvPr>
            <p:ph type="sldNum" sz="quarter" idx="11"/>
          </p:nvPr>
        </p:nvSpPr>
        <p:spPr/>
        <p:txBody>
          <a:bodyPr/>
          <a:lstStyle/>
          <a:p>
            <a:pPr rtl="0"/>
            <a:fld id="{75DF2D63-3FF5-D547-96B9-BE9CCD1ABA58}" type="slidenum">
              <a:rPr lang="sv-SE" smtClean="0"/>
              <a:t>29</a:t>
            </a:fld>
            <a:endParaRPr lang="sv-SE"/>
          </a:p>
        </p:txBody>
      </p:sp>
      <p:sp>
        <p:nvSpPr>
          <p:cNvPr id="5" name="Footer Placeholder 4">
            <a:extLst>
              <a:ext uri="{FF2B5EF4-FFF2-40B4-BE49-F238E27FC236}">
                <a16:creationId xmlns:a16="http://schemas.microsoft.com/office/drawing/2014/main" id="{D006D761-05D7-5846-F1B1-36702A14403D}"/>
              </a:ext>
            </a:extLst>
          </p:cNvPr>
          <p:cNvSpPr>
            <a:spLocks noGrp="1"/>
          </p:cNvSpPr>
          <p:nvPr>
            <p:ph type="ftr" sz="quarter" idx="12"/>
          </p:nvPr>
        </p:nvSpPr>
        <p:spPr/>
        <p:txBody>
          <a:bodyPr/>
          <a:lstStyle/>
          <a:p>
            <a:pPr rtl="0"/>
            <a:r>
              <a:rPr lang="sv-SE"/>
              <a:t>Diskussion</a:t>
            </a:r>
          </a:p>
        </p:txBody>
      </p:sp>
      <p:pic>
        <p:nvPicPr>
          <p:cNvPr id="6" name="Bildobjekt 5" descr="En bild som visar text, diagram, linje, skärmbild&#10;&#10;Automatiskt genererad beskrivning">
            <a:extLst>
              <a:ext uri="{FF2B5EF4-FFF2-40B4-BE49-F238E27FC236}">
                <a16:creationId xmlns:a16="http://schemas.microsoft.com/office/drawing/2014/main" id="{A66A07D9-1E9D-6707-6BAB-E25DF89D43C4}"/>
              </a:ext>
            </a:extLst>
          </p:cNvPr>
          <p:cNvPicPr>
            <a:picLocks noChangeAspect="1"/>
          </p:cNvPicPr>
          <p:nvPr/>
        </p:nvPicPr>
        <p:blipFill rotWithShape="1">
          <a:blip r:embed="rId3"/>
          <a:srcRect r="111" b="13115"/>
          <a:stretch/>
        </p:blipFill>
        <p:spPr>
          <a:xfrm>
            <a:off x="7453176" y="1981144"/>
            <a:ext cx="3900623" cy="2895711"/>
          </a:xfrm>
          <a:prstGeom prst="rect">
            <a:avLst/>
          </a:prstGeom>
        </p:spPr>
      </p:pic>
    </p:spTree>
    <p:extLst>
      <p:ext uri="{BB962C8B-B14F-4D97-AF65-F5344CB8AC3E}">
        <p14:creationId xmlns:p14="http://schemas.microsoft.com/office/powerpoint/2010/main" val="876123863"/>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88482-1F31-6CD7-4806-08405248C8B6}"/>
              </a:ext>
            </a:extLst>
          </p:cNvPr>
          <p:cNvSpPr>
            <a:spLocks noGrp="1"/>
          </p:cNvSpPr>
          <p:nvPr>
            <p:ph type="title"/>
          </p:nvPr>
        </p:nvSpPr>
        <p:spPr/>
        <p:txBody>
          <a:bodyPr/>
          <a:lstStyle/>
          <a:p>
            <a:r>
              <a:rPr lang="sv-SE"/>
              <a:t>Styrning</a:t>
            </a:r>
            <a:br>
              <a:rPr lang="sv-SE"/>
            </a:br>
            <a:r>
              <a:rPr lang="sv-SE" sz="2400"/>
              <a:t>stegmotor &amp; kontroller</a:t>
            </a:r>
            <a:endParaRPr lang="sv-SE"/>
          </a:p>
        </p:txBody>
      </p:sp>
      <p:sp>
        <p:nvSpPr>
          <p:cNvPr id="3" name="Content Placeholder 2">
            <a:extLst>
              <a:ext uri="{FF2B5EF4-FFF2-40B4-BE49-F238E27FC236}">
                <a16:creationId xmlns:a16="http://schemas.microsoft.com/office/drawing/2014/main" id="{46BACD32-EF6F-1235-1A79-A03FF3EF20FD}"/>
              </a:ext>
            </a:extLst>
          </p:cNvPr>
          <p:cNvSpPr>
            <a:spLocks noGrp="1"/>
          </p:cNvSpPr>
          <p:nvPr>
            <p:ph idx="1"/>
          </p:nvPr>
        </p:nvSpPr>
        <p:spPr/>
        <p:txBody>
          <a:bodyPr/>
          <a:lstStyle/>
          <a:p>
            <a:r>
              <a:rPr lang="sv-SE"/>
              <a:t>Maximal rotationshastighet på 375 rpm</a:t>
            </a:r>
          </a:p>
          <a:p>
            <a:r>
              <a:rPr lang="sv-SE"/>
              <a:t>Motorkontroller (”</a:t>
            </a:r>
            <a:r>
              <a:rPr lang="sv-SE" err="1"/>
              <a:t>Nanotec</a:t>
            </a:r>
            <a:r>
              <a:rPr lang="sv-SE"/>
              <a:t>” CL3-E-1-0F)</a:t>
            </a:r>
          </a:p>
          <a:p>
            <a:r>
              <a:rPr lang="sv-SE"/>
              <a:t>Toppström 3A</a:t>
            </a:r>
          </a:p>
          <a:p>
            <a:r>
              <a:rPr lang="sv-SE"/>
              <a:t>Jämn rotation mycket viktig!</a:t>
            </a:r>
          </a:p>
          <a:p>
            <a:r>
              <a:rPr lang="sv-SE" err="1"/>
              <a:t>Plug</a:t>
            </a:r>
            <a:r>
              <a:rPr lang="sv-SE"/>
              <a:t> and Drive studio (</a:t>
            </a:r>
            <a:r>
              <a:rPr lang="sv-SE" err="1"/>
              <a:t>Nanotec</a:t>
            </a:r>
            <a:r>
              <a:rPr lang="sv-SE"/>
              <a:t>)</a:t>
            </a:r>
          </a:p>
          <a:p>
            <a:r>
              <a:rPr lang="sv-SE"/>
              <a:t>Kodare på motorn för kalibrering</a:t>
            </a:r>
          </a:p>
        </p:txBody>
      </p:sp>
      <p:sp>
        <p:nvSpPr>
          <p:cNvPr id="4" name="Slide Number Placeholder 3">
            <a:extLst>
              <a:ext uri="{FF2B5EF4-FFF2-40B4-BE49-F238E27FC236}">
                <a16:creationId xmlns:a16="http://schemas.microsoft.com/office/drawing/2014/main" id="{013450BE-5B36-0873-3C6C-506D1DA874BF}"/>
              </a:ext>
            </a:extLst>
          </p:cNvPr>
          <p:cNvSpPr>
            <a:spLocks noGrp="1"/>
          </p:cNvSpPr>
          <p:nvPr>
            <p:ph type="sldNum" sz="quarter" idx="11"/>
          </p:nvPr>
        </p:nvSpPr>
        <p:spPr/>
        <p:txBody>
          <a:bodyPr/>
          <a:lstStyle/>
          <a:p>
            <a:pPr rtl="0"/>
            <a:fld id="{75DF2D63-3FF5-D547-96B9-BE9CCD1ABA58}" type="slidenum">
              <a:rPr lang="sv-SE" smtClean="0"/>
              <a:t>30</a:t>
            </a:fld>
            <a:endParaRPr lang="sv-SE"/>
          </a:p>
        </p:txBody>
      </p:sp>
      <p:sp>
        <p:nvSpPr>
          <p:cNvPr id="5" name="Footer Placeholder 4">
            <a:extLst>
              <a:ext uri="{FF2B5EF4-FFF2-40B4-BE49-F238E27FC236}">
                <a16:creationId xmlns:a16="http://schemas.microsoft.com/office/drawing/2014/main" id="{D006D761-05D7-5846-F1B1-36702A14403D}"/>
              </a:ext>
            </a:extLst>
          </p:cNvPr>
          <p:cNvSpPr>
            <a:spLocks noGrp="1"/>
          </p:cNvSpPr>
          <p:nvPr>
            <p:ph type="ftr" sz="quarter" idx="12"/>
          </p:nvPr>
        </p:nvSpPr>
        <p:spPr/>
        <p:txBody>
          <a:bodyPr/>
          <a:lstStyle/>
          <a:p>
            <a:pPr rtl="0"/>
            <a:r>
              <a:rPr lang="sv-SE"/>
              <a:t>Diskussion</a:t>
            </a:r>
          </a:p>
        </p:txBody>
      </p:sp>
      <p:pic>
        <p:nvPicPr>
          <p:cNvPr id="6" name="Bildobjekt 5">
            <a:extLst>
              <a:ext uri="{FF2B5EF4-FFF2-40B4-BE49-F238E27FC236}">
                <a16:creationId xmlns:a16="http://schemas.microsoft.com/office/drawing/2014/main" id="{D1601BFC-C773-7CB5-CBCB-5E35C7F03BB8}"/>
              </a:ext>
            </a:extLst>
          </p:cNvPr>
          <p:cNvPicPr>
            <a:picLocks noChangeAspect="1"/>
          </p:cNvPicPr>
          <p:nvPr/>
        </p:nvPicPr>
        <p:blipFill>
          <a:blip r:embed="rId2"/>
          <a:stretch>
            <a:fillRect/>
          </a:stretch>
        </p:blipFill>
        <p:spPr>
          <a:xfrm>
            <a:off x="7215632" y="274795"/>
            <a:ext cx="4318000" cy="3162300"/>
          </a:xfrm>
          <a:prstGeom prst="rect">
            <a:avLst/>
          </a:prstGeom>
        </p:spPr>
      </p:pic>
      <p:pic>
        <p:nvPicPr>
          <p:cNvPr id="1026" name="Picture 2" descr="Plug &amp; Drive Studio | Nanotec">
            <a:extLst>
              <a:ext uri="{FF2B5EF4-FFF2-40B4-BE49-F238E27FC236}">
                <a16:creationId xmlns:a16="http://schemas.microsoft.com/office/drawing/2014/main" id="{F91BF8DE-45C1-E306-35BB-0239CBDE80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130" y="3943423"/>
            <a:ext cx="3717003" cy="2393421"/>
          </a:xfrm>
          <a:prstGeom prst="rect">
            <a:avLst/>
          </a:prstGeom>
          <a:noFill/>
          <a:extLst>
            <a:ext uri="{909E8E84-426E-40DD-AFC4-6F175D3DCCD1}">
              <a14:hiddenFill xmlns:a14="http://schemas.microsoft.com/office/drawing/2010/main">
                <a:solidFill>
                  <a:srgbClr val="FFFFFF"/>
                </a:solidFill>
              </a14:hiddenFill>
            </a:ext>
          </a:extLst>
        </p:spPr>
      </p:pic>
      <p:sp>
        <p:nvSpPr>
          <p:cNvPr id="7" name="textruta 6">
            <a:extLst>
              <a:ext uri="{FF2B5EF4-FFF2-40B4-BE49-F238E27FC236}">
                <a16:creationId xmlns:a16="http://schemas.microsoft.com/office/drawing/2014/main" id="{5D1DAD46-0473-ED0C-90EF-92749B925D62}"/>
              </a:ext>
            </a:extLst>
          </p:cNvPr>
          <p:cNvSpPr txBox="1"/>
          <p:nvPr/>
        </p:nvSpPr>
        <p:spPr>
          <a:xfrm>
            <a:off x="7914135" y="3531229"/>
            <a:ext cx="2920992" cy="246221"/>
          </a:xfrm>
          <a:prstGeom prst="rect">
            <a:avLst/>
          </a:prstGeom>
          <a:noFill/>
        </p:spPr>
        <p:txBody>
          <a:bodyPr wrap="none" rtlCol="0">
            <a:spAutoFit/>
          </a:bodyPr>
          <a:lstStyle/>
          <a:p>
            <a:pPr algn="ctr"/>
            <a:r>
              <a:rPr lang="sv-SE" sz="1000">
                <a:hlinkClick r:id="rId4"/>
              </a:rPr>
              <a:t>https://www.nanotec.com/eu/en/products/1758-cl3-e-1-0f</a:t>
            </a:r>
            <a:r>
              <a:rPr lang="sv-SE" sz="1000"/>
              <a:t> </a:t>
            </a:r>
          </a:p>
        </p:txBody>
      </p:sp>
      <p:sp>
        <p:nvSpPr>
          <p:cNvPr id="8" name="textruta 7">
            <a:extLst>
              <a:ext uri="{FF2B5EF4-FFF2-40B4-BE49-F238E27FC236}">
                <a16:creationId xmlns:a16="http://schemas.microsoft.com/office/drawing/2014/main" id="{1EA55F7B-574A-B688-9893-35372D0DD28D}"/>
              </a:ext>
            </a:extLst>
          </p:cNvPr>
          <p:cNvSpPr txBox="1"/>
          <p:nvPr/>
        </p:nvSpPr>
        <p:spPr>
          <a:xfrm>
            <a:off x="7559871" y="6540434"/>
            <a:ext cx="3629520" cy="246221"/>
          </a:xfrm>
          <a:prstGeom prst="rect">
            <a:avLst/>
          </a:prstGeom>
          <a:noFill/>
        </p:spPr>
        <p:txBody>
          <a:bodyPr wrap="none" rtlCol="0">
            <a:spAutoFit/>
          </a:bodyPr>
          <a:lstStyle/>
          <a:p>
            <a:pPr algn="ctr"/>
            <a:r>
              <a:rPr lang="sv-SE" sz="1000">
                <a:hlinkClick r:id="rId5"/>
              </a:rPr>
              <a:t>https://www.nanotec.com/eu/en/knowledge-base-article/plug-drive-studio</a:t>
            </a:r>
            <a:r>
              <a:rPr lang="sv-SE" sz="1000"/>
              <a:t> </a:t>
            </a:r>
          </a:p>
        </p:txBody>
      </p:sp>
    </p:spTree>
    <p:extLst>
      <p:ext uri="{BB962C8B-B14F-4D97-AF65-F5344CB8AC3E}">
        <p14:creationId xmlns:p14="http://schemas.microsoft.com/office/powerpoint/2010/main" val="248278459"/>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88482-1F31-6CD7-4806-08405248C8B6}"/>
              </a:ext>
            </a:extLst>
          </p:cNvPr>
          <p:cNvSpPr>
            <a:spLocks noGrp="1"/>
          </p:cNvSpPr>
          <p:nvPr>
            <p:ph type="title"/>
          </p:nvPr>
        </p:nvSpPr>
        <p:spPr/>
        <p:txBody>
          <a:bodyPr/>
          <a:lstStyle/>
          <a:p>
            <a:r>
              <a:rPr lang="sv-SE"/>
              <a:t>Analys</a:t>
            </a:r>
            <a:br>
              <a:rPr lang="sv-SE"/>
            </a:br>
            <a:r>
              <a:rPr lang="sv-SE" sz="2400"/>
              <a:t>Komplett uppställning I vakuum</a:t>
            </a:r>
            <a:endParaRPr lang="sv-SE"/>
          </a:p>
        </p:txBody>
      </p:sp>
      <p:sp>
        <p:nvSpPr>
          <p:cNvPr id="3" name="Content Placeholder 2">
            <a:extLst>
              <a:ext uri="{FF2B5EF4-FFF2-40B4-BE49-F238E27FC236}">
                <a16:creationId xmlns:a16="http://schemas.microsoft.com/office/drawing/2014/main" id="{46BACD32-EF6F-1235-1A79-A03FF3EF20FD}"/>
              </a:ext>
            </a:extLst>
          </p:cNvPr>
          <p:cNvSpPr>
            <a:spLocks noGrp="1"/>
          </p:cNvSpPr>
          <p:nvPr>
            <p:ph idx="1"/>
          </p:nvPr>
        </p:nvSpPr>
        <p:spPr/>
        <p:txBody>
          <a:bodyPr/>
          <a:lstStyle/>
          <a:p>
            <a:r>
              <a:rPr lang="sv-SE"/>
              <a:t>Glidlager istället för kullager</a:t>
            </a:r>
          </a:p>
          <a:p>
            <a:r>
              <a:rPr lang="sv-SE"/>
              <a:t>PEEK material</a:t>
            </a:r>
          </a:p>
          <a:p>
            <a:r>
              <a:rPr lang="sv-SE"/>
              <a:t>Motorn driver axeln i vakuumet genom magnetkopplingen</a:t>
            </a:r>
          </a:p>
          <a:p>
            <a:r>
              <a:rPr lang="sv-SE"/>
              <a:t>Eventuellt fönster vid toppen</a:t>
            </a:r>
          </a:p>
          <a:p>
            <a:r>
              <a:rPr lang="sv-SE"/>
              <a:t>Ultraljudsbad i aceton av samtliga delar</a:t>
            </a:r>
          </a:p>
        </p:txBody>
      </p:sp>
      <p:sp>
        <p:nvSpPr>
          <p:cNvPr id="4" name="Slide Number Placeholder 3">
            <a:extLst>
              <a:ext uri="{FF2B5EF4-FFF2-40B4-BE49-F238E27FC236}">
                <a16:creationId xmlns:a16="http://schemas.microsoft.com/office/drawing/2014/main" id="{013450BE-5B36-0873-3C6C-506D1DA874BF}"/>
              </a:ext>
            </a:extLst>
          </p:cNvPr>
          <p:cNvSpPr>
            <a:spLocks noGrp="1"/>
          </p:cNvSpPr>
          <p:nvPr>
            <p:ph type="sldNum" sz="quarter" idx="11"/>
          </p:nvPr>
        </p:nvSpPr>
        <p:spPr/>
        <p:txBody>
          <a:bodyPr/>
          <a:lstStyle/>
          <a:p>
            <a:pPr rtl="0"/>
            <a:fld id="{75DF2D63-3FF5-D547-96B9-BE9CCD1ABA58}" type="slidenum">
              <a:rPr lang="sv-SE" smtClean="0"/>
              <a:t>31</a:t>
            </a:fld>
            <a:endParaRPr lang="sv-SE"/>
          </a:p>
        </p:txBody>
      </p:sp>
      <p:sp>
        <p:nvSpPr>
          <p:cNvPr id="5" name="Footer Placeholder 4">
            <a:extLst>
              <a:ext uri="{FF2B5EF4-FFF2-40B4-BE49-F238E27FC236}">
                <a16:creationId xmlns:a16="http://schemas.microsoft.com/office/drawing/2014/main" id="{D006D761-05D7-5846-F1B1-36702A14403D}"/>
              </a:ext>
            </a:extLst>
          </p:cNvPr>
          <p:cNvSpPr>
            <a:spLocks noGrp="1"/>
          </p:cNvSpPr>
          <p:nvPr>
            <p:ph type="ftr" sz="quarter" idx="12"/>
          </p:nvPr>
        </p:nvSpPr>
        <p:spPr/>
        <p:txBody>
          <a:bodyPr/>
          <a:lstStyle/>
          <a:p>
            <a:pPr rtl="0"/>
            <a:r>
              <a:rPr lang="sv-SE"/>
              <a:t>Diskussion</a:t>
            </a:r>
          </a:p>
        </p:txBody>
      </p:sp>
      <p:pic>
        <p:nvPicPr>
          <p:cNvPr id="1026" name="Picture 2" descr="Buy iglidur® plain bearings online at igus®">
            <a:extLst>
              <a:ext uri="{FF2B5EF4-FFF2-40B4-BE49-F238E27FC236}">
                <a16:creationId xmlns:a16="http://schemas.microsoft.com/office/drawing/2014/main" id="{92818D10-E524-C965-5047-02FF8EBFC7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357" r="18910"/>
          <a:stretch/>
        </p:blipFill>
        <p:spPr bwMode="auto">
          <a:xfrm>
            <a:off x="8793696" y="854933"/>
            <a:ext cx="2560085" cy="2002025"/>
          </a:xfrm>
          <a:prstGeom prst="rect">
            <a:avLst/>
          </a:prstGeom>
          <a:noFill/>
          <a:extLst>
            <a:ext uri="{909E8E84-426E-40DD-AFC4-6F175D3DCCD1}">
              <a14:hiddenFill xmlns:a14="http://schemas.microsoft.com/office/drawing/2010/main">
                <a:solidFill>
                  <a:srgbClr val="FFFFFF"/>
                </a:solidFill>
              </a14:hiddenFill>
            </a:ext>
          </a:extLst>
        </p:spPr>
      </p:pic>
      <p:sp>
        <p:nvSpPr>
          <p:cNvPr id="6" name="textruta 5">
            <a:extLst>
              <a:ext uri="{FF2B5EF4-FFF2-40B4-BE49-F238E27FC236}">
                <a16:creationId xmlns:a16="http://schemas.microsoft.com/office/drawing/2014/main" id="{7458B94B-FF49-6D73-A9BA-C803CE1A2381}"/>
              </a:ext>
            </a:extLst>
          </p:cNvPr>
          <p:cNvSpPr txBox="1"/>
          <p:nvPr/>
        </p:nvSpPr>
        <p:spPr>
          <a:xfrm>
            <a:off x="8697359" y="2856178"/>
            <a:ext cx="2658100" cy="246221"/>
          </a:xfrm>
          <a:prstGeom prst="rect">
            <a:avLst/>
          </a:prstGeom>
          <a:noFill/>
        </p:spPr>
        <p:txBody>
          <a:bodyPr wrap="none" rtlCol="0">
            <a:spAutoFit/>
          </a:bodyPr>
          <a:lstStyle/>
          <a:p>
            <a:pPr algn="ctr"/>
            <a:r>
              <a:rPr lang="sv-SE" sz="1000">
                <a:hlinkClick r:id="rId3"/>
              </a:rPr>
              <a:t>https://www.igus.eu/info/plain-bearings-online-shop</a:t>
            </a:r>
            <a:r>
              <a:rPr lang="sv-SE" sz="1000"/>
              <a:t> </a:t>
            </a:r>
          </a:p>
        </p:txBody>
      </p:sp>
      <p:pic>
        <p:nvPicPr>
          <p:cNvPr id="8" name="Bildobjekt 2" descr="En bild som visar cylinder, Fordonsdelar, svart och vit&#10;&#10;Automatiskt genererad beskrivning">
            <a:extLst>
              <a:ext uri="{FF2B5EF4-FFF2-40B4-BE49-F238E27FC236}">
                <a16:creationId xmlns:a16="http://schemas.microsoft.com/office/drawing/2014/main" id="{87ADC70D-6F79-6D80-F42E-46F6EDBCD5FD}"/>
              </a:ext>
            </a:extLst>
          </p:cNvPr>
          <p:cNvPicPr>
            <a:picLocks noChangeAspect="1"/>
          </p:cNvPicPr>
          <p:nvPr/>
        </p:nvPicPr>
        <p:blipFill rotWithShape="1">
          <a:blip r:embed="rId4">
            <a:extLst>
              <a:ext uri="{28A0092B-C50C-407E-A947-70E740481C1C}">
                <a14:useLocalDpi xmlns:a14="http://schemas.microsoft.com/office/drawing/2010/main" val="0"/>
              </a:ext>
            </a:extLst>
          </a:blip>
          <a:srcRect l="7937" r="7325"/>
          <a:stretch/>
        </p:blipFill>
        <p:spPr bwMode="auto">
          <a:xfrm>
            <a:off x="6538106" y="3428831"/>
            <a:ext cx="5085657" cy="291541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70012312"/>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ubrik 5">
            <a:extLst>
              <a:ext uri="{FF2B5EF4-FFF2-40B4-BE49-F238E27FC236}">
                <a16:creationId xmlns:a16="http://schemas.microsoft.com/office/drawing/2014/main" id="{BB7103A8-AEEA-50D3-BE61-CC85D24BDF23}"/>
              </a:ext>
            </a:extLst>
          </p:cNvPr>
          <p:cNvSpPr>
            <a:spLocks noGrp="1"/>
          </p:cNvSpPr>
          <p:nvPr>
            <p:ph type="title"/>
          </p:nvPr>
        </p:nvSpPr>
        <p:spPr>
          <a:xfrm>
            <a:off x="2837688" y="609600"/>
            <a:ext cx="6516624" cy="530352"/>
          </a:xfrm>
        </p:spPr>
        <p:txBody>
          <a:bodyPr rtlCol="0"/>
          <a:lstStyle>
            <a:defPPr>
              <a:defRPr lang="sv-SE"/>
            </a:defPPr>
          </a:lstStyle>
          <a:p>
            <a:pPr rtl="0"/>
            <a:r>
              <a:rPr lang="sv-SE" sz="4000"/>
              <a:t>Slutsats </a:t>
            </a:r>
          </a:p>
        </p:txBody>
      </p:sp>
      <p:sp>
        <p:nvSpPr>
          <p:cNvPr id="3" name="Platshållare för sidfot 2">
            <a:extLst>
              <a:ext uri="{FF2B5EF4-FFF2-40B4-BE49-F238E27FC236}">
                <a16:creationId xmlns:a16="http://schemas.microsoft.com/office/drawing/2014/main" id="{AA5BCABC-85E9-BA68-F054-2D77592245F0}"/>
              </a:ext>
            </a:extLst>
          </p:cNvPr>
          <p:cNvSpPr>
            <a:spLocks noGrp="1"/>
          </p:cNvSpPr>
          <p:nvPr>
            <p:ph type="ftr" sz="quarter" idx="11"/>
          </p:nvPr>
        </p:nvSpPr>
        <p:spPr/>
        <p:txBody>
          <a:bodyPr rtlCol="0"/>
          <a:lstStyle>
            <a:defPPr>
              <a:defRPr lang="sv-SE"/>
            </a:defPPr>
          </a:lstStyle>
          <a:p>
            <a:pPr rtl="0"/>
            <a:r>
              <a:rPr lang="sv-SE"/>
              <a:t>slutsats</a:t>
            </a:r>
          </a:p>
        </p:txBody>
      </p:sp>
      <p:sp>
        <p:nvSpPr>
          <p:cNvPr id="2" name="Platshållare för bildnummer 1">
            <a:extLst>
              <a:ext uri="{FF2B5EF4-FFF2-40B4-BE49-F238E27FC236}">
                <a16:creationId xmlns:a16="http://schemas.microsoft.com/office/drawing/2014/main" id="{1A978ADB-AD70-DE7C-4643-85C48AE12770}"/>
              </a:ext>
            </a:extLst>
          </p:cNvPr>
          <p:cNvSpPr>
            <a:spLocks noGrp="1"/>
          </p:cNvSpPr>
          <p:nvPr>
            <p:ph type="sldNum" sz="quarter" idx="10"/>
          </p:nvPr>
        </p:nvSpPr>
        <p:spPr/>
        <p:txBody>
          <a:bodyPr rtlCol="0"/>
          <a:lstStyle>
            <a:defPPr>
              <a:defRPr lang="sv-SE"/>
            </a:defPPr>
          </a:lstStyle>
          <a:p>
            <a:pPr rtl="0"/>
            <a:fld id="{75DF2D63-3FF5-D547-96B9-BE9CCD1ABA58}" type="slidenum">
              <a:rPr lang="sv-SE" smtClean="0"/>
              <a:pPr rtl="0"/>
              <a:t>32</a:t>
            </a:fld>
            <a:endParaRPr lang="sv-SE"/>
          </a:p>
        </p:txBody>
      </p:sp>
      <p:sp>
        <p:nvSpPr>
          <p:cNvPr id="4" name="Platshållare för text 3">
            <a:extLst>
              <a:ext uri="{FF2B5EF4-FFF2-40B4-BE49-F238E27FC236}">
                <a16:creationId xmlns:a16="http://schemas.microsoft.com/office/drawing/2014/main" id="{68003147-27BE-7492-36B6-F405F1156F31}"/>
              </a:ext>
            </a:extLst>
          </p:cNvPr>
          <p:cNvSpPr>
            <a:spLocks noGrp="1"/>
          </p:cNvSpPr>
          <p:nvPr>
            <p:ph type="body" sz="quarter" idx="12"/>
          </p:nvPr>
        </p:nvSpPr>
        <p:spPr/>
        <p:txBody>
          <a:bodyPr rtlCol="0"/>
          <a:lstStyle>
            <a:defPPr>
              <a:defRPr lang="sv-SE"/>
            </a:defPPr>
          </a:lstStyle>
          <a:p>
            <a:pPr marL="342900" indent="-342900" algn="l">
              <a:buFont typeface="Wingdings" panose="05000000000000000000" pitchFamily="2" charset="2"/>
              <a:buChar char="ü"/>
            </a:pPr>
            <a:r>
              <a:rPr lang="sv-SE">
                <a:ea typeface="+mn-lt"/>
                <a:cs typeface="+mn-lt"/>
              </a:rPr>
              <a:t>Design av CAD-modell samt utvärdering</a:t>
            </a:r>
          </a:p>
          <a:p>
            <a:pPr marL="342900" indent="-342900" algn="l" rtl="0">
              <a:buFont typeface="Wingdings" panose="05000000000000000000" pitchFamily="2" charset="2"/>
              <a:buChar char="q"/>
            </a:pPr>
            <a:r>
              <a:rPr lang="sv-SE">
                <a:ea typeface="+mn-lt"/>
                <a:cs typeface="+mn-lt"/>
              </a:rPr>
              <a:t>Säkerställning av stegmotor</a:t>
            </a:r>
          </a:p>
          <a:p>
            <a:pPr marL="342900" indent="-342900" algn="l" rtl="0">
              <a:buFont typeface="Wingdings" panose="05000000000000000000" pitchFamily="2" charset="2"/>
              <a:buChar char="q"/>
            </a:pPr>
            <a:r>
              <a:rPr lang="sv-SE" sz="2000" spc="0">
                <a:ea typeface="+mn-lt"/>
                <a:cs typeface="+mn-lt"/>
              </a:rPr>
              <a:t>Nästa steg: optimera experimentellt</a:t>
            </a:r>
          </a:p>
          <a:p>
            <a:pPr marL="1028700" lvl="1" indent="-342900"/>
            <a:r>
              <a:rPr lang="sv-SE" sz="1600" spc="0">
                <a:ea typeface="+mn-lt"/>
                <a:cs typeface="+mn-lt"/>
              </a:rPr>
              <a:t>Mätning (kvantitativ data)</a:t>
            </a:r>
          </a:p>
        </p:txBody>
      </p:sp>
      <p:pic>
        <p:nvPicPr>
          <p:cNvPr id="10" name="Platshållare för bild 9" descr="En bild som visar symbol, Teckensnitt, Grafik, logotyp&#10;&#10;Automatiskt genererad beskrivning">
            <a:extLst>
              <a:ext uri="{FF2B5EF4-FFF2-40B4-BE49-F238E27FC236}">
                <a16:creationId xmlns:a16="http://schemas.microsoft.com/office/drawing/2014/main" id="{FD09086D-1AEC-6326-A0C8-4B22D7674648}"/>
              </a:ext>
            </a:extLst>
          </p:cNvPr>
          <p:cNvPicPr>
            <a:picLocks noGrp="1" noChangeAspect="1"/>
          </p:cNvPicPr>
          <p:nvPr>
            <p:ph type="pic" sz="quarter" idx="13"/>
          </p:nvPr>
        </p:nvPicPr>
        <p:blipFill rotWithShape="1">
          <a:blip r:embed="rId3"/>
          <a:srcRect l="-124652" t="-6609" r="-155374" b="1"/>
          <a:stretch/>
        </p:blipFill>
        <p:spPr>
          <a:xfrm>
            <a:off x="2871216" y="5029200"/>
            <a:ext cx="6519672" cy="1828800"/>
          </a:xfrm>
        </p:spPr>
      </p:pic>
      <p:sp>
        <p:nvSpPr>
          <p:cNvPr id="5" name="textruta 4">
            <a:extLst>
              <a:ext uri="{FF2B5EF4-FFF2-40B4-BE49-F238E27FC236}">
                <a16:creationId xmlns:a16="http://schemas.microsoft.com/office/drawing/2014/main" id="{1BC21A7D-4B02-7201-DD17-8EFDA01069DD}"/>
              </a:ext>
            </a:extLst>
          </p:cNvPr>
          <p:cNvSpPr txBox="1"/>
          <p:nvPr/>
        </p:nvSpPr>
        <p:spPr>
          <a:xfrm>
            <a:off x="6632027" y="6611779"/>
            <a:ext cx="2173993" cy="246221"/>
          </a:xfrm>
          <a:prstGeom prst="rect">
            <a:avLst/>
          </a:prstGeom>
          <a:noFill/>
        </p:spPr>
        <p:txBody>
          <a:bodyPr wrap="none" rtlCol="0">
            <a:spAutoFit/>
          </a:bodyPr>
          <a:lstStyle/>
          <a:p>
            <a:pPr algn="ctr"/>
            <a:r>
              <a:rPr lang="sv-SE" sz="1000">
                <a:hlinkClick r:id="rId4"/>
              </a:rPr>
              <a:t>https://www.freepik.com/icons/conclusion</a:t>
            </a:r>
            <a:r>
              <a:rPr lang="sv-SE" sz="1000"/>
              <a:t> </a:t>
            </a:r>
          </a:p>
        </p:txBody>
      </p:sp>
    </p:spTree>
    <p:extLst>
      <p:ext uri="{BB962C8B-B14F-4D97-AF65-F5344CB8AC3E}">
        <p14:creationId xmlns:p14="http://schemas.microsoft.com/office/powerpoint/2010/main" val="4094204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latshållare för bild 16" descr="Vitt DNA-struktur">
            <a:extLst>
              <a:ext uri="{FF2B5EF4-FFF2-40B4-BE49-F238E27FC236}">
                <a16:creationId xmlns:a16="http://schemas.microsoft.com/office/drawing/2014/main" id="{6D8705D1-EA1F-3113-ABE0-EC474D1F18DA}"/>
              </a:ext>
            </a:extLst>
          </p:cNvPr>
          <p:cNvPicPr>
            <a:picLocks noGrp="1" noChangeAspect="1"/>
          </p:cNvPicPr>
          <p:nvPr>
            <p:ph type="pic" sz="quarter" idx="12"/>
          </p:nvPr>
        </p:nvPicPr>
        <p:blipFill rotWithShape="1">
          <a:blip r:embed="rId3">
            <a:alphaModFix amt="50000"/>
            <a:extLst>
              <a:ext uri="{28A0092B-C50C-407E-A947-70E740481C1C}">
                <a14:useLocalDpi xmlns:a14="http://schemas.microsoft.com/office/drawing/2010/main" val="0"/>
              </a:ext>
            </a:extLst>
          </a:blip>
          <a:srcRect/>
          <a:stretch/>
        </p:blipFill>
        <p:spPr/>
      </p:pic>
      <p:sp>
        <p:nvSpPr>
          <p:cNvPr id="19" name="Rubrik 18">
            <a:extLst>
              <a:ext uri="{FF2B5EF4-FFF2-40B4-BE49-F238E27FC236}">
                <a16:creationId xmlns:a16="http://schemas.microsoft.com/office/drawing/2014/main" id="{1130D679-D78E-1F15-EC3D-4BED6D69B35F}"/>
              </a:ext>
            </a:extLst>
          </p:cNvPr>
          <p:cNvSpPr>
            <a:spLocks noGrp="1"/>
          </p:cNvSpPr>
          <p:nvPr>
            <p:ph type="title"/>
          </p:nvPr>
        </p:nvSpPr>
        <p:spPr/>
        <p:txBody>
          <a:bodyPr rtlCol="0"/>
          <a:lstStyle>
            <a:defPPr>
              <a:defRPr lang="sv-SE"/>
            </a:defPPr>
          </a:lstStyle>
          <a:p>
            <a:pPr rtl="0"/>
            <a:r>
              <a:rPr lang="sv-SE" sz="4000"/>
              <a:t>Tack </a:t>
            </a:r>
          </a:p>
        </p:txBody>
      </p:sp>
      <p:pic>
        <p:nvPicPr>
          <p:cNvPr id="22" name="Platshållare för bild 25" descr="Smiling face outline with solid fill">
            <a:extLst>
              <a:ext uri="{FF2B5EF4-FFF2-40B4-BE49-F238E27FC236}">
                <a16:creationId xmlns:a16="http://schemas.microsoft.com/office/drawing/2014/main" id="{862BA3D8-52E1-692C-F244-F7882DAD2287}"/>
              </a:ext>
            </a:extLst>
          </p:cNvPr>
          <p:cNvPicPr>
            <a:picLocks noGrp="1" noChangeAspect="1"/>
          </p:cNvPicPr>
          <p:nvPr>
            <p:ph type="pic" sz="quarter" idx="13"/>
          </p:nvPr>
        </p:nvPicPr>
        <p:blipFill>
          <a:blip r:embed="rId4">
            <a:extLst>
              <a:ext uri="{96DAC541-7B7A-43D3-8B79-37D633B846F1}">
                <asvg:svgBlip xmlns:asvg="http://schemas.microsoft.com/office/drawing/2016/SVG/main" r:embed="rId5"/>
              </a:ext>
            </a:extLst>
          </a:blip>
          <a:srcRect/>
          <a:stretch/>
        </p:blipFill>
        <p:spPr/>
      </p:pic>
      <p:sp>
        <p:nvSpPr>
          <p:cNvPr id="27" name="Platshållare för text 26">
            <a:extLst>
              <a:ext uri="{FF2B5EF4-FFF2-40B4-BE49-F238E27FC236}">
                <a16:creationId xmlns:a16="http://schemas.microsoft.com/office/drawing/2014/main" id="{BB8B6963-69FE-8A03-5E86-2BF855024B00}"/>
              </a:ext>
            </a:extLst>
          </p:cNvPr>
          <p:cNvSpPr>
            <a:spLocks noGrp="1"/>
          </p:cNvSpPr>
          <p:nvPr>
            <p:ph type="body" sz="quarter" idx="14"/>
          </p:nvPr>
        </p:nvSpPr>
        <p:spPr/>
        <p:txBody>
          <a:bodyPr rtlCol="0"/>
          <a:lstStyle>
            <a:defPPr>
              <a:defRPr lang="sv-SE"/>
            </a:defPPr>
          </a:lstStyle>
          <a:p>
            <a:pPr marL="0" indent="0" algn="ctr" rtl="0">
              <a:lnSpc>
                <a:spcPts val="2660"/>
              </a:lnSpc>
              <a:spcBef>
                <a:spcPts val="0"/>
              </a:spcBef>
              <a:buNone/>
            </a:pPr>
            <a:r>
              <a:rPr lang="sv-SE"/>
              <a:t>Mathias Olsson | </a:t>
            </a:r>
            <a:r>
              <a:rPr lang="sv-SE" sz="2000" cap="none" spc="0"/>
              <a:t>matholss@kth.se</a:t>
            </a:r>
            <a:endParaRPr lang="sv-SE" sz="2000" cap="all" spc="0"/>
          </a:p>
          <a:p>
            <a:pPr marL="0" indent="0" algn="ctr" rtl="0">
              <a:lnSpc>
                <a:spcPts val="2660"/>
              </a:lnSpc>
              <a:spcBef>
                <a:spcPts val="0"/>
              </a:spcBef>
              <a:buNone/>
            </a:pPr>
            <a:r>
              <a:rPr lang="sv-SE" sz="2000" cap="all" spc="0"/>
              <a:t>Sahand Khodabandehloo | </a:t>
            </a:r>
            <a:r>
              <a:rPr lang="sv-SE" sz="2000" cap="none" spc="0"/>
              <a:t>sahandkh@kth.se</a:t>
            </a:r>
            <a:endParaRPr lang="sv-SE" sz="2000" cap="all" spc="0"/>
          </a:p>
        </p:txBody>
      </p:sp>
    </p:spTree>
    <p:extLst>
      <p:ext uri="{BB962C8B-B14F-4D97-AF65-F5344CB8AC3E}">
        <p14:creationId xmlns:p14="http://schemas.microsoft.com/office/powerpoint/2010/main" val="333412764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heme/theme1.xml><?xml version="1.0" encoding="utf-8"?>
<a:theme xmlns:a="http://schemas.openxmlformats.org/drawingml/2006/main" name="Office-tema">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Custom 36">
      <a:majorFont>
        <a:latin typeface="Posterama"/>
        <a:ea typeface=""/>
        <a:cs typeface=""/>
      </a:majorFont>
      <a:minorFont>
        <a:latin typeface="Daytona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8694713_TF67061901_Win32" id="{B50B049F-696D-46A6-975F-FDD06CEC05C6}" vid="{0A2B6A5D-B1F4-439E-B92B-5C04622DA9CC}"/>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B2FABB-45EC-440E-B647-8CA57BA45ACA}">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9746342-5E84-430E-9251-61001F208E7A}">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E8B3377-22F1-4153-96F0-CC2E4BE41C5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Vetenskapliga upptäckter</Template>
  <Application>Microsoft Office PowerPoint</Application>
  <PresentationFormat>Widescreen</PresentationFormat>
  <Slides>33</Slides>
  <Notes>23</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Office-tema</vt:lpstr>
      <vt:lpstr>Design och utvärdering av ett mätsystem för kvantifiering av diameter hos en elektronstråle </vt:lpstr>
      <vt:lpstr>Dagordning</vt:lpstr>
      <vt:lpstr>Inledning</vt:lpstr>
      <vt:lpstr>Inledning</vt:lpstr>
      <vt:lpstr>Vad är Tem och Varför behövs det?</vt:lpstr>
      <vt:lpstr>Problem med Dagens TEM</vt:lpstr>
      <vt:lpstr>Projektets Bidrag</vt:lpstr>
      <vt:lpstr>PowerPoint Presentation</vt:lpstr>
      <vt:lpstr>Mål</vt:lpstr>
      <vt:lpstr>Bakgrund</vt:lpstr>
      <vt:lpstr>bakgrund</vt:lpstr>
      <vt:lpstr>Experimentell uppställning</vt:lpstr>
      <vt:lpstr>Faraday-kopp</vt:lpstr>
      <vt:lpstr>FULL WIDTH HALF MAXIMUM (FWHM) </vt:lpstr>
      <vt:lpstr>Stegmotor och Magnetkoppling </vt:lpstr>
      <vt:lpstr>Metod</vt:lpstr>
      <vt:lpstr>CAD-design Tekniska detaljer I Solid Edge och Keyshot</vt:lpstr>
      <vt:lpstr>CAD-design av roterande skiva</vt:lpstr>
      <vt:lpstr>CAD-design av faraday-kopp</vt:lpstr>
      <vt:lpstr>CAD-design av yttre fläns</vt:lpstr>
      <vt:lpstr>CAD-design Sammansättning av komplett uppställning</vt:lpstr>
      <vt:lpstr>Resultat</vt:lpstr>
      <vt:lpstr>Resultat roterande skiva</vt:lpstr>
      <vt:lpstr>Resultat faraday-kopp</vt:lpstr>
      <vt:lpstr>Resultat Komplett uppställning</vt:lpstr>
      <vt:lpstr>Resultat Temperaturfördelning</vt:lpstr>
      <vt:lpstr>Diskussion</vt:lpstr>
      <vt:lpstr>Designval Roterande skiva</vt:lpstr>
      <vt:lpstr>Designval Faraday-kopp</vt:lpstr>
      <vt:lpstr>Styrning stegmotor &amp; kontroller</vt:lpstr>
      <vt:lpstr>Analys Komplett uppställning I vakuum</vt:lpstr>
      <vt:lpstr>Slutsats </vt:lpstr>
      <vt:lpstr>Tack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VETENSKAPLIG UPPTÄCKT</dc:title>
  <dc:creator>Sahand Khodabandehloo</dc:creator>
  <cp:revision>1</cp:revision>
  <dcterms:created xsi:type="dcterms:W3CDTF">2024-05-26T09:04:35Z</dcterms:created>
  <dcterms:modified xsi:type="dcterms:W3CDTF">2024-05-30T11:23:46Z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