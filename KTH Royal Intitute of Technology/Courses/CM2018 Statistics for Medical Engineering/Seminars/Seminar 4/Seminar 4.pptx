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sldIdLst>
    <p:sldId id="257" r:id="rId2"/>
    <p:sldId id="258" r:id="rId3"/>
    <p:sldId id="259" r:id="rId4"/>
    <p:sldId id="256" r:id="rId5"/>
    <p:sldId id="261" r:id="rId6"/>
    <p:sldId id="285" r:id="rId7"/>
    <p:sldId id="281" r:id="rId8"/>
    <p:sldId id="292" r:id="rId9"/>
    <p:sldId id="293" r:id="rId10"/>
    <p:sldId id="294" r:id="rId11"/>
    <p:sldId id="295" r:id="rId12"/>
    <p:sldId id="296" r:id="rId13"/>
    <p:sldId id="262" r:id="rId14"/>
    <p:sldId id="280" r:id="rId15"/>
    <p:sldId id="297" r:id="rId16"/>
    <p:sldId id="303" r:id="rId17"/>
    <p:sldId id="302" r:id="rId18"/>
    <p:sldId id="306" r:id="rId19"/>
    <p:sldId id="300" r:id="rId20"/>
    <p:sldId id="305" r:id="rId21"/>
    <p:sldId id="283" r:id="rId22"/>
    <p:sldId id="278" r:id="rId23"/>
    <p:sldId id="287" r:id="rId24"/>
    <p:sldId id="288" r:id="rId25"/>
    <p:sldId id="289" r:id="rId26"/>
    <p:sldId id="290" r:id="rId27"/>
    <p:sldId id="291" r:id="rId28"/>
    <p:sldId id="279" r:id="rId29"/>
    <p:sldId id="307" r:id="rId30"/>
    <p:sldId id="309" r:id="rId31"/>
    <p:sldId id="308" r:id="rId32"/>
    <p:sldId id="310" r:id="rId33"/>
    <p:sldId id="312" r:id="rId34"/>
    <p:sldId id="311" r:id="rId35"/>
    <p:sldId id="313" r:id="rId36"/>
    <p:sldId id="314" r:id="rId37"/>
    <p:sldId id="315" r:id="rId38"/>
  </p:sldIdLst>
  <p:sldSz cx="12192000" cy="6858000"/>
  <p:notesSz cx="6858000" cy="9144000"/>
  <p:embeddedFontLst>
    <p:embeddedFont>
      <p:font typeface="Figtree" panose="020B0604020202020204" charset="0"/>
      <p:regular r:id="rId40"/>
      <p:bold r:id="rId41"/>
      <p:italic r:id="rId42"/>
      <p:boldItalic r:id="rId4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C60B94-5867-71F0-7C24-729DB5C48755}" v="78" dt="2025-12-08T20:38:09.190"/>
    <p1510:client id="{495F23B8-30A1-11A3-F13E-32E7B0775F5D}" v="1128" dt="2025-12-08T11:52:13.097"/>
    <p1510:client id="{699F619A-F24E-BD95-7AD6-CA567C6B2175}" v="1488" dt="2025-12-08T23:24:15.182"/>
    <p1510:client id="{9463EAEB-87C6-3B79-0C78-EF828BABE252}" v="183" dt="2025-12-09T11:47:25.554"/>
    <p1510:client id="{A276852F-AC3C-9FF1-14EE-2528631F0354}" v="85" dt="2025-12-08T18:16:23.812"/>
    <p1510:client id="{A91872E1-8E3C-4672-FEE3-86878F9293F7}" v="233" dt="2025-12-09T12:49:40.201"/>
    <p1510:client id="{D5D86975-75CD-402C-218F-1D0FFAE48CE0}" v="74" dt="2025-12-08T21:02:46.568"/>
    <p1510:client id="{E048DFB9-A004-4881-9139-CDE21A00F6DD}" v="631" dt="2025-12-09T10:01:10.151"/>
    <p1510:client id="{F1BD2D47-3F33-9BA5-B2AE-A035418DE0A6}" v="284" dt="2025-12-08T11:58:04.807"/>
    <p1510:client id="{FF26D940-7E1B-B299-71C1-2D602BBC408D}" v="1558" dt="2025-12-08T12:24:58.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A91872E1-8E3C-4672-FEE3-86878F9293F7}"/>
    <pc:docChg chg="addSld modSld">
      <pc:chgData name="Guest User" userId="" providerId="Windows Live" clId="Web-{A91872E1-8E3C-4672-FEE3-86878F9293F7}" dt="2025-12-09T12:49:40.029" v="193" actId="14100"/>
      <pc:docMkLst>
        <pc:docMk/>
      </pc:docMkLst>
      <pc:sldChg chg="modSp new mod modClrScheme chgLayout">
        <pc:chgData name="Guest User" userId="" providerId="Windows Live" clId="Web-{A91872E1-8E3C-4672-FEE3-86878F9293F7}" dt="2025-12-09T09:13:27.470" v="16" actId="20577"/>
        <pc:sldMkLst>
          <pc:docMk/>
          <pc:sldMk cId="4017473127" sldId="307"/>
        </pc:sldMkLst>
        <pc:spChg chg="mod ord">
          <ac:chgData name="Guest User" userId="" providerId="Windows Live" clId="Web-{A91872E1-8E3C-4672-FEE3-86878F9293F7}" dt="2025-12-09T09:12:31.469" v="6" actId="20577"/>
          <ac:spMkLst>
            <pc:docMk/>
            <pc:sldMk cId="4017473127" sldId="307"/>
            <ac:spMk id="2" creationId="{98C69499-BA5B-5F7C-A890-0E509E1FC7DB}"/>
          </ac:spMkLst>
        </pc:spChg>
        <pc:spChg chg="mod ord">
          <ac:chgData name="Guest User" userId="" providerId="Windows Live" clId="Web-{A91872E1-8E3C-4672-FEE3-86878F9293F7}" dt="2025-12-09T09:13:27.470" v="16" actId="20577"/>
          <ac:spMkLst>
            <pc:docMk/>
            <pc:sldMk cId="4017473127" sldId="307"/>
            <ac:spMk id="3" creationId="{CB601E9A-01E5-5C3B-7D8E-399372DD41CF}"/>
          </ac:spMkLst>
        </pc:spChg>
      </pc:sldChg>
      <pc:sldChg chg="addSp modSp new">
        <pc:chgData name="Guest User" userId="" providerId="Windows Live" clId="Web-{A91872E1-8E3C-4672-FEE3-86878F9293F7}" dt="2025-12-09T11:35:57.269" v="171" actId="20577"/>
        <pc:sldMkLst>
          <pc:docMk/>
          <pc:sldMk cId="931878398" sldId="308"/>
        </pc:sldMkLst>
        <pc:spChg chg="mod">
          <ac:chgData name="Guest User" userId="" providerId="Windows Live" clId="Web-{A91872E1-8E3C-4672-FEE3-86878F9293F7}" dt="2025-12-09T09:17:23.270" v="19" actId="20577"/>
          <ac:spMkLst>
            <pc:docMk/>
            <pc:sldMk cId="931878398" sldId="308"/>
            <ac:spMk id="2" creationId="{48E79532-F7AA-B718-5E41-154614AE24DA}"/>
          </ac:spMkLst>
        </pc:spChg>
        <pc:spChg chg="mod">
          <ac:chgData name="Guest User" userId="" providerId="Windows Live" clId="Web-{A91872E1-8E3C-4672-FEE3-86878F9293F7}" dt="2025-12-09T11:35:57.269" v="171" actId="20577"/>
          <ac:spMkLst>
            <pc:docMk/>
            <pc:sldMk cId="931878398" sldId="308"/>
            <ac:spMk id="3" creationId="{201BBF6F-07FF-8849-96EC-8B111CF2A945}"/>
          </ac:spMkLst>
        </pc:spChg>
        <pc:picChg chg="add mod">
          <ac:chgData name="Guest User" userId="" providerId="Windows Live" clId="Web-{A91872E1-8E3C-4672-FEE3-86878F9293F7}" dt="2025-12-09T09:22:41.475" v="38" actId="1076"/>
          <ac:picMkLst>
            <pc:docMk/>
            <pc:sldMk cId="931878398" sldId="308"/>
            <ac:picMk id="4" creationId="{2AE1AF03-A942-787E-20DA-39A6EC57DC7C}"/>
          </ac:picMkLst>
        </pc:picChg>
      </pc:sldChg>
      <pc:sldChg chg="addSp modSp new">
        <pc:chgData name="Guest User" userId="" providerId="Windows Live" clId="Web-{A91872E1-8E3C-4672-FEE3-86878F9293F7}" dt="2025-12-09T11:35:12.127" v="167" actId="1076"/>
        <pc:sldMkLst>
          <pc:docMk/>
          <pc:sldMk cId="3603438796" sldId="309"/>
        </pc:sldMkLst>
        <pc:spChg chg="mod">
          <ac:chgData name="Guest User" userId="" providerId="Windows Live" clId="Web-{A91872E1-8E3C-4672-FEE3-86878F9293F7}" dt="2025-12-09T09:17:59.099" v="22" actId="20577"/>
          <ac:spMkLst>
            <pc:docMk/>
            <pc:sldMk cId="3603438796" sldId="309"/>
            <ac:spMk id="2" creationId="{7D4C0F1B-748F-479B-3B60-64C802A38558}"/>
          </ac:spMkLst>
        </pc:spChg>
        <pc:spChg chg="mod">
          <ac:chgData name="Guest User" userId="" providerId="Windows Live" clId="Web-{A91872E1-8E3C-4672-FEE3-86878F9293F7}" dt="2025-12-09T09:42:16.842" v="166" actId="20577"/>
          <ac:spMkLst>
            <pc:docMk/>
            <pc:sldMk cId="3603438796" sldId="309"/>
            <ac:spMk id="3" creationId="{48126E7B-BA4D-F7DD-8C03-843EF46AA92D}"/>
          </ac:spMkLst>
        </pc:spChg>
        <pc:picChg chg="add mod">
          <ac:chgData name="Guest User" userId="" providerId="Windows Live" clId="Web-{A91872E1-8E3C-4672-FEE3-86878F9293F7}" dt="2025-12-09T11:35:12.127" v="167" actId="1076"/>
          <ac:picMkLst>
            <pc:docMk/>
            <pc:sldMk cId="3603438796" sldId="309"/>
            <ac:picMk id="4" creationId="{84484C89-5A36-83F3-811F-EA2DA9DF6B6A}"/>
          </ac:picMkLst>
        </pc:picChg>
      </pc:sldChg>
      <pc:sldChg chg="addSp modSp new">
        <pc:chgData name="Guest User" userId="" providerId="Windows Live" clId="Web-{A91872E1-8E3C-4672-FEE3-86878F9293F7}" dt="2025-12-09T12:49:40.029" v="193" actId="14100"/>
        <pc:sldMkLst>
          <pc:docMk/>
          <pc:sldMk cId="3667771924" sldId="310"/>
        </pc:sldMkLst>
        <pc:spChg chg="mod">
          <ac:chgData name="Guest User" userId="" providerId="Windows Live" clId="Web-{A91872E1-8E3C-4672-FEE3-86878F9293F7}" dt="2025-12-09T09:23:50.853" v="41" actId="20577"/>
          <ac:spMkLst>
            <pc:docMk/>
            <pc:sldMk cId="3667771924" sldId="310"/>
            <ac:spMk id="2" creationId="{86821AAC-280C-72E2-AF3D-06534DDA552D}"/>
          </ac:spMkLst>
        </pc:spChg>
        <pc:spChg chg="mod">
          <ac:chgData name="Guest User" userId="" providerId="Windows Live" clId="Web-{A91872E1-8E3C-4672-FEE3-86878F9293F7}" dt="2025-12-09T12:49:40.029" v="193" actId="14100"/>
          <ac:spMkLst>
            <pc:docMk/>
            <pc:sldMk cId="3667771924" sldId="310"/>
            <ac:spMk id="3" creationId="{D8F1370B-1ABE-D14D-49D1-65DFF3616846}"/>
          </ac:spMkLst>
        </pc:spChg>
        <pc:picChg chg="add mod">
          <ac:chgData name="Guest User" userId="" providerId="Windows Live" clId="Web-{A91872E1-8E3C-4672-FEE3-86878F9293F7}" dt="2025-12-09T09:30:12.394" v="84" actId="1076"/>
          <ac:picMkLst>
            <pc:docMk/>
            <pc:sldMk cId="3667771924" sldId="310"/>
            <ac:picMk id="4" creationId="{7EC26255-866B-C33A-B1DF-08F20D949354}"/>
          </ac:picMkLst>
        </pc:picChg>
      </pc:sldChg>
      <pc:sldChg chg="addSp delSp modSp new">
        <pc:chgData name="Guest User" userId="" providerId="Windows Live" clId="Web-{A91872E1-8E3C-4672-FEE3-86878F9293F7}" dt="2025-12-09T09:35:24.148" v="118" actId="20577"/>
        <pc:sldMkLst>
          <pc:docMk/>
          <pc:sldMk cId="1037729471" sldId="311"/>
        </pc:sldMkLst>
        <pc:spChg chg="mod">
          <ac:chgData name="Guest User" userId="" providerId="Windows Live" clId="Web-{A91872E1-8E3C-4672-FEE3-86878F9293F7}" dt="2025-12-09T09:35:24.148" v="118" actId="20577"/>
          <ac:spMkLst>
            <pc:docMk/>
            <pc:sldMk cId="1037729471" sldId="311"/>
            <ac:spMk id="2" creationId="{B4DE6AEA-8A86-8973-27EB-541F44A94C28}"/>
          </ac:spMkLst>
        </pc:spChg>
        <pc:spChg chg="del">
          <ac:chgData name="Guest User" userId="" providerId="Windows Live" clId="Web-{A91872E1-8E3C-4672-FEE3-86878F9293F7}" dt="2025-12-09T09:25:55.748" v="58"/>
          <ac:spMkLst>
            <pc:docMk/>
            <pc:sldMk cId="1037729471" sldId="311"/>
            <ac:spMk id="3" creationId="{E1EBD0D2-90F0-75B4-9160-B0E006672403}"/>
          </ac:spMkLst>
        </pc:spChg>
        <pc:spChg chg="add mod">
          <ac:chgData name="Guest User" userId="" providerId="Windows Live" clId="Web-{A91872E1-8E3C-4672-FEE3-86878F9293F7}" dt="2025-12-09T09:27:08.827" v="69"/>
          <ac:spMkLst>
            <pc:docMk/>
            <pc:sldMk cId="1037729471" sldId="311"/>
            <ac:spMk id="5" creationId="{44080569-2A4F-65BD-B56F-2D296A2DBB91}"/>
          </ac:spMkLst>
        </pc:spChg>
        <pc:spChg chg="add mod">
          <ac:chgData name="Guest User" userId="" providerId="Windows Live" clId="Web-{A91872E1-8E3C-4672-FEE3-86878F9293F7}" dt="2025-12-09T09:33:44.115" v="116" actId="20577"/>
          <ac:spMkLst>
            <pc:docMk/>
            <pc:sldMk cId="1037729471" sldId="311"/>
            <ac:spMk id="6" creationId="{8738F946-6565-192F-306C-7509A1922888}"/>
          </ac:spMkLst>
        </pc:spChg>
        <pc:picChg chg="add mod ord modCrop">
          <ac:chgData name="Guest User" userId="" providerId="Windows Live" clId="Web-{A91872E1-8E3C-4672-FEE3-86878F9293F7}" dt="2025-12-09T09:26:38.077" v="64" actId="1076"/>
          <ac:picMkLst>
            <pc:docMk/>
            <pc:sldMk cId="1037729471" sldId="311"/>
            <ac:picMk id="4" creationId="{9788EFA6-F405-C74F-EC2B-0F47C5A97E33}"/>
          </ac:picMkLst>
        </pc:picChg>
      </pc:sldChg>
      <pc:sldChg chg="addSp delSp modSp new">
        <pc:chgData name="Guest User" userId="" providerId="Windows Live" clId="Web-{A91872E1-8E3C-4672-FEE3-86878F9293F7}" dt="2025-12-09T09:31:43.207" v="105"/>
        <pc:sldMkLst>
          <pc:docMk/>
          <pc:sldMk cId="2694925365" sldId="312"/>
        </pc:sldMkLst>
        <pc:spChg chg="mod">
          <ac:chgData name="Guest User" userId="" providerId="Windows Live" clId="Web-{A91872E1-8E3C-4672-FEE3-86878F9293F7}" dt="2025-12-09T09:30:02.237" v="83" actId="20577"/>
          <ac:spMkLst>
            <pc:docMk/>
            <pc:sldMk cId="2694925365" sldId="312"/>
            <ac:spMk id="2" creationId="{2E2A4351-B125-6574-5413-8CD63F7A1BDD}"/>
          </ac:spMkLst>
        </pc:spChg>
        <pc:spChg chg="del">
          <ac:chgData name="Guest User" userId="" providerId="Windows Live" clId="Web-{A91872E1-8E3C-4672-FEE3-86878F9293F7}" dt="2025-12-09T09:30:27.128" v="85"/>
          <ac:spMkLst>
            <pc:docMk/>
            <pc:sldMk cId="2694925365" sldId="312"/>
            <ac:spMk id="3" creationId="{5BD34FEA-F052-6744-C4F9-9B14DDB1C09F}"/>
          </ac:spMkLst>
        </pc:spChg>
        <pc:spChg chg="add del mod">
          <ac:chgData name="Guest User" userId="" providerId="Windows Live" clId="Web-{A91872E1-8E3C-4672-FEE3-86878F9293F7}" dt="2025-12-09T09:31:01.988" v="92"/>
          <ac:spMkLst>
            <pc:docMk/>
            <pc:sldMk cId="2694925365" sldId="312"/>
            <ac:spMk id="8" creationId="{5F4BCADD-2F85-73E0-9DDD-CB57AB04ABB8}"/>
          </ac:spMkLst>
        </pc:spChg>
        <pc:graphicFrameChg chg="add del mod ord modGraphic">
          <ac:chgData name="Guest User" userId="" providerId="Windows Live" clId="Web-{A91872E1-8E3C-4672-FEE3-86878F9293F7}" dt="2025-12-09T09:30:43.628" v="88"/>
          <ac:graphicFrameMkLst>
            <pc:docMk/>
            <pc:sldMk cId="2694925365" sldId="312"/>
            <ac:graphicFrameMk id="4" creationId="{C364CC7A-896C-12AD-E950-E06B1A39A490}"/>
          </ac:graphicFrameMkLst>
        </pc:graphicFrameChg>
        <pc:graphicFrameChg chg="add mod modGraphic">
          <ac:chgData name="Guest User" userId="" providerId="Windows Live" clId="Web-{A91872E1-8E3C-4672-FEE3-86878F9293F7}" dt="2025-12-09T09:31:43.207" v="105"/>
          <ac:graphicFrameMkLst>
            <pc:docMk/>
            <pc:sldMk cId="2694925365" sldId="312"/>
            <ac:graphicFrameMk id="6" creationId="{4BDAD21A-214E-49B3-93C5-C3C89D9EEDE5}"/>
          </ac:graphicFrameMkLst>
        </pc:graphicFrameChg>
      </pc:sldChg>
      <pc:sldChg chg="addSp modSp new">
        <pc:chgData name="Guest User" userId="" providerId="Windows Live" clId="Web-{A91872E1-8E3C-4672-FEE3-86878F9293F7}" dt="2025-12-09T09:36:24.982" v="132" actId="1076"/>
        <pc:sldMkLst>
          <pc:docMk/>
          <pc:sldMk cId="178236537" sldId="313"/>
        </pc:sldMkLst>
        <pc:spChg chg="mod">
          <ac:chgData name="Guest User" userId="" providerId="Windows Live" clId="Web-{A91872E1-8E3C-4672-FEE3-86878F9293F7}" dt="2025-12-09T09:35:42.712" v="120" actId="20577"/>
          <ac:spMkLst>
            <pc:docMk/>
            <pc:sldMk cId="178236537" sldId="313"/>
            <ac:spMk id="2" creationId="{A0C75D84-B209-FE2F-C901-D592C6D20A52}"/>
          </ac:spMkLst>
        </pc:spChg>
        <pc:spChg chg="mod">
          <ac:chgData name="Guest User" userId="" providerId="Windows Live" clId="Web-{A91872E1-8E3C-4672-FEE3-86878F9293F7}" dt="2025-12-09T09:36:21.950" v="131" actId="20577"/>
          <ac:spMkLst>
            <pc:docMk/>
            <pc:sldMk cId="178236537" sldId="313"/>
            <ac:spMk id="3" creationId="{1C1B8B0B-92CE-2611-3B5E-6C60AFFC8B88}"/>
          </ac:spMkLst>
        </pc:spChg>
        <pc:picChg chg="add mod">
          <ac:chgData name="Guest User" userId="" providerId="Windows Live" clId="Web-{A91872E1-8E3C-4672-FEE3-86878F9293F7}" dt="2025-12-09T09:36:24.982" v="132" actId="1076"/>
          <ac:picMkLst>
            <pc:docMk/>
            <pc:sldMk cId="178236537" sldId="313"/>
            <ac:picMk id="4" creationId="{CCB3CD62-6060-009F-B7D0-EC66C6469EF9}"/>
          </ac:picMkLst>
        </pc:picChg>
      </pc:sldChg>
      <pc:sldChg chg="modSp new">
        <pc:chgData name="Guest User" userId="" providerId="Windows Live" clId="Web-{A91872E1-8E3C-4672-FEE3-86878F9293F7}" dt="2025-12-09T09:38:27.552" v="143" actId="1076"/>
        <pc:sldMkLst>
          <pc:docMk/>
          <pc:sldMk cId="3617741296" sldId="314"/>
        </pc:sldMkLst>
        <pc:spChg chg="mod">
          <ac:chgData name="Guest User" userId="" providerId="Windows Live" clId="Web-{A91872E1-8E3C-4672-FEE3-86878F9293F7}" dt="2025-12-09T09:37:42.643" v="136" actId="20577"/>
          <ac:spMkLst>
            <pc:docMk/>
            <pc:sldMk cId="3617741296" sldId="314"/>
            <ac:spMk id="2" creationId="{13DE4BE4-39C3-1209-94AE-864DEDBF1A80}"/>
          </ac:spMkLst>
        </pc:spChg>
        <pc:spChg chg="mod">
          <ac:chgData name="Guest User" userId="" providerId="Windows Live" clId="Web-{A91872E1-8E3C-4672-FEE3-86878F9293F7}" dt="2025-12-09T09:38:27.552" v="143" actId="1076"/>
          <ac:spMkLst>
            <pc:docMk/>
            <pc:sldMk cId="3617741296" sldId="314"/>
            <ac:spMk id="3" creationId="{761B6188-5105-DB2C-5B13-1C28397A06C1}"/>
          </ac:spMkLst>
        </pc:spChg>
      </pc:sldChg>
      <pc:sldChg chg="modSp new">
        <pc:chgData name="Guest User" userId="" providerId="Windows Live" clId="Web-{A91872E1-8E3C-4672-FEE3-86878F9293F7}" dt="2025-12-09T09:39:23.898" v="156" actId="20577"/>
        <pc:sldMkLst>
          <pc:docMk/>
          <pc:sldMk cId="3777742267" sldId="315"/>
        </pc:sldMkLst>
        <pc:spChg chg="mod">
          <ac:chgData name="Guest User" userId="" providerId="Windows Live" clId="Web-{A91872E1-8E3C-4672-FEE3-86878F9293F7}" dt="2025-12-09T09:39:23.898" v="156" actId="20577"/>
          <ac:spMkLst>
            <pc:docMk/>
            <pc:sldMk cId="3777742267" sldId="315"/>
            <ac:spMk id="2" creationId="{F8280B3B-E83B-7445-3CCD-28D0E415B6E1}"/>
          </ac:spMkLst>
        </pc:spChg>
        <pc:spChg chg="mod">
          <ac:chgData name="Guest User" userId="" providerId="Windows Live" clId="Web-{A91872E1-8E3C-4672-FEE3-86878F9293F7}" dt="2025-12-09T09:39:04.647" v="147" actId="20577"/>
          <ac:spMkLst>
            <pc:docMk/>
            <pc:sldMk cId="3777742267" sldId="315"/>
            <ac:spMk id="3" creationId="{08DF1497-E7EF-3770-27BC-A4F0D3652939}"/>
          </ac:spMkLst>
        </pc:spChg>
      </pc:sldChg>
    </pc:docChg>
  </pc:docChgLst>
  <pc:docChgLst>
    <pc:chgData name="Guest User" providerId="Windows Live" clId="Web-{D5D86975-75CD-402C-218F-1D0FFAE48CE0}"/>
    <pc:docChg chg="addSld delSld modSld">
      <pc:chgData name="Guest User" userId="" providerId="Windows Live" clId="Web-{D5D86975-75CD-402C-218F-1D0FFAE48CE0}" dt="2025-12-08T21:02:46.568" v="70"/>
      <pc:docMkLst>
        <pc:docMk/>
      </pc:docMkLst>
      <pc:sldChg chg="modSp">
        <pc:chgData name="Guest User" userId="" providerId="Windows Live" clId="Web-{D5D86975-75CD-402C-218F-1D0FFAE48CE0}" dt="2025-12-08T21:00:09.545" v="66" actId="20577"/>
        <pc:sldMkLst>
          <pc:docMk/>
          <pc:sldMk cId="3151678077" sldId="279"/>
        </pc:sldMkLst>
        <pc:spChg chg="mod">
          <ac:chgData name="Guest User" userId="" providerId="Windows Live" clId="Web-{D5D86975-75CD-402C-218F-1D0FFAE48CE0}" dt="2025-12-08T21:00:09.545" v="66" actId="20577"/>
          <ac:spMkLst>
            <pc:docMk/>
            <pc:sldMk cId="3151678077" sldId="279"/>
            <ac:spMk id="3" creationId="{D5AB8266-1F70-25BB-3967-73FA4DD9D5A4}"/>
          </ac:spMkLst>
        </pc:spChg>
      </pc:sldChg>
      <pc:sldChg chg="modSp new del">
        <pc:chgData name="Guest User" userId="" providerId="Windows Live" clId="Web-{D5D86975-75CD-402C-218F-1D0FFAE48CE0}" dt="2025-12-08T21:02:46.568" v="70"/>
        <pc:sldMkLst>
          <pc:docMk/>
          <pc:sldMk cId="2760107712" sldId="292"/>
        </pc:sldMkLst>
        <pc:spChg chg="mod">
          <ac:chgData name="Guest User" userId="" providerId="Windows Live" clId="Web-{D5D86975-75CD-402C-218F-1D0FFAE48CE0}" dt="2025-12-08T20:55:36.308" v="16" actId="20577"/>
          <ac:spMkLst>
            <pc:docMk/>
            <pc:sldMk cId="2760107712" sldId="292"/>
            <ac:spMk id="2" creationId="{F09146B5-E8EE-F49E-3F5F-51A25727ECE3}"/>
          </ac:spMkLst>
        </pc:spChg>
        <pc:spChg chg="mod">
          <ac:chgData name="Guest User" userId="" providerId="Windows Live" clId="Web-{D5D86975-75CD-402C-218F-1D0FFAE48CE0}" dt="2025-12-08T20:56:12.793" v="30" actId="20577"/>
          <ac:spMkLst>
            <pc:docMk/>
            <pc:sldMk cId="2760107712" sldId="292"/>
            <ac:spMk id="3" creationId="{C4E81B37-FB16-7351-777D-250DD55A0829}"/>
          </ac:spMkLst>
        </pc:spChg>
      </pc:sldChg>
      <pc:sldChg chg="new del">
        <pc:chgData name="Guest User" userId="" providerId="Windows Live" clId="Web-{D5D86975-75CD-402C-218F-1D0FFAE48CE0}" dt="2025-12-08T20:54:13.838" v="12"/>
        <pc:sldMkLst>
          <pc:docMk/>
          <pc:sldMk cId="2787144362" sldId="292"/>
        </pc:sldMkLst>
      </pc:sldChg>
      <pc:sldChg chg="del">
        <pc:chgData name="Guest User" userId="" providerId="Windows Live" clId="Web-{D5D86975-75CD-402C-218F-1D0FFAE48CE0}" dt="2025-12-08T20:54:03.228" v="10"/>
        <pc:sldMkLst>
          <pc:docMk/>
          <pc:sldMk cId="2902278447" sldId="292"/>
        </pc:sldMkLst>
      </pc:sldChg>
      <pc:sldChg chg="del">
        <pc:chgData name="Guest User" userId="" providerId="Windows Live" clId="Web-{D5D86975-75CD-402C-218F-1D0FFAE48CE0}" dt="2025-12-08T20:54:02.432" v="9"/>
        <pc:sldMkLst>
          <pc:docMk/>
          <pc:sldMk cId="1252965739" sldId="293"/>
        </pc:sldMkLst>
      </pc:sldChg>
      <pc:sldChg chg="modSp new del">
        <pc:chgData name="Guest User" userId="" providerId="Windows Live" clId="Web-{D5D86975-75CD-402C-218F-1D0FFAE48CE0}" dt="2025-12-08T21:02:45.443" v="69"/>
        <pc:sldMkLst>
          <pc:docMk/>
          <pc:sldMk cId="1342741197" sldId="293"/>
        </pc:sldMkLst>
        <pc:spChg chg="mod">
          <ac:chgData name="Guest User" userId="" providerId="Windows Live" clId="Web-{D5D86975-75CD-402C-218F-1D0FFAE48CE0}" dt="2025-12-08T20:56:50.309" v="33" actId="20577"/>
          <ac:spMkLst>
            <pc:docMk/>
            <pc:sldMk cId="1342741197" sldId="293"/>
            <ac:spMk id="2" creationId="{A6BE6DBA-3443-4DCC-78CE-8B9D5D5BE1F3}"/>
          </ac:spMkLst>
        </pc:spChg>
        <pc:spChg chg="mod">
          <ac:chgData name="Guest User" userId="" providerId="Windows Live" clId="Web-{D5D86975-75CD-402C-218F-1D0FFAE48CE0}" dt="2025-12-08T20:58:15.739" v="41" actId="20577"/>
          <ac:spMkLst>
            <pc:docMk/>
            <pc:sldMk cId="1342741197" sldId="293"/>
            <ac:spMk id="3" creationId="{017D76C4-917C-A574-12DD-BEFAA0C25B0C}"/>
          </ac:spMkLst>
        </pc:spChg>
      </pc:sldChg>
      <pc:sldChg chg="del">
        <pc:chgData name="Guest User" userId="" providerId="Windows Live" clId="Web-{D5D86975-75CD-402C-218F-1D0FFAE48CE0}" dt="2025-12-08T20:54:01.791" v="8"/>
        <pc:sldMkLst>
          <pc:docMk/>
          <pc:sldMk cId="1551380560" sldId="294"/>
        </pc:sldMkLst>
      </pc:sldChg>
      <pc:sldChg chg="modSp new del">
        <pc:chgData name="Guest User" userId="" providerId="Windows Live" clId="Web-{D5D86975-75CD-402C-218F-1D0FFAE48CE0}" dt="2025-12-08T21:02:43.162" v="67"/>
        <pc:sldMkLst>
          <pc:docMk/>
          <pc:sldMk cId="1848419084" sldId="294"/>
        </pc:sldMkLst>
        <pc:spChg chg="mod">
          <ac:chgData name="Guest User" userId="" providerId="Windows Live" clId="Web-{D5D86975-75CD-402C-218F-1D0FFAE48CE0}" dt="2025-12-08T20:58:23.709" v="43" actId="20577"/>
          <ac:spMkLst>
            <pc:docMk/>
            <pc:sldMk cId="1848419084" sldId="294"/>
            <ac:spMk id="2" creationId="{D1610BCC-2E04-F8B7-BD2F-BEE3283D505A}"/>
          </ac:spMkLst>
        </pc:spChg>
        <pc:spChg chg="mod">
          <ac:chgData name="Guest User" userId="" providerId="Windows Live" clId="Web-{D5D86975-75CD-402C-218F-1D0FFAE48CE0}" dt="2025-12-08T20:59:10.150" v="63" actId="20577"/>
          <ac:spMkLst>
            <pc:docMk/>
            <pc:sldMk cId="1848419084" sldId="294"/>
            <ac:spMk id="3" creationId="{239C5315-5615-0A87-47B6-6E2606BDAD28}"/>
          </ac:spMkLst>
        </pc:spChg>
      </pc:sldChg>
      <pc:sldChg chg="del">
        <pc:chgData name="Guest User" userId="" providerId="Windows Live" clId="Web-{D5D86975-75CD-402C-218F-1D0FFAE48CE0}" dt="2025-12-08T20:54:00.853" v="7"/>
        <pc:sldMkLst>
          <pc:docMk/>
          <pc:sldMk cId="654116726" sldId="295"/>
        </pc:sldMkLst>
      </pc:sldChg>
      <pc:sldChg chg="new del">
        <pc:chgData name="Guest User" userId="" providerId="Windows Live" clId="Web-{D5D86975-75CD-402C-218F-1D0FFAE48CE0}" dt="2025-12-08T21:02:43.662" v="68"/>
        <pc:sldMkLst>
          <pc:docMk/>
          <pc:sldMk cId="778176133" sldId="295"/>
        </pc:sldMkLst>
      </pc:sldChg>
      <pc:sldChg chg="del">
        <pc:chgData name="Guest User" userId="" providerId="Windows Live" clId="Web-{D5D86975-75CD-402C-218F-1D0FFAE48CE0}" dt="2025-12-08T20:54:00.010" v="6"/>
        <pc:sldMkLst>
          <pc:docMk/>
          <pc:sldMk cId="3888412222" sldId="296"/>
        </pc:sldMkLst>
      </pc:sldChg>
      <pc:sldChg chg="del">
        <pc:chgData name="Guest User" userId="" providerId="Windows Live" clId="Web-{D5D86975-75CD-402C-218F-1D0FFAE48CE0}" dt="2025-12-08T20:53:59.213" v="5"/>
        <pc:sldMkLst>
          <pc:docMk/>
          <pc:sldMk cId="3239120115" sldId="297"/>
        </pc:sldMkLst>
      </pc:sldChg>
      <pc:sldChg chg="del">
        <pc:chgData name="Guest User" userId="" providerId="Windows Live" clId="Web-{D5D86975-75CD-402C-218F-1D0FFAE48CE0}" dt="2025-12-08T20:53:58.400" v="4"/>
        <pc:sldMkLst>
          <pc:docMk/>
          <pc:sldMk cId="1843353511" sldId="298"/>
        </pc:sldMkLst>
      </pc:sldChg>
      <pc:sldChg chg="del">
        <pc:chgData name="Guest User" userId="" providerId="Windows Live" clId="Web-{D5D86975-75CD-402C-218F-1D0FFAE48CE0}" dt="2025-12-08T20:53:57.338" v="3"/>
        <pc:sldMkLst>
          <pc:docMk/>
          <pc:sldMk cId="1285428832" sldId="299"/>
        </pc:sldMkLst>
      </pc:sldChg>
      <pc:sldChg chg="del">
        <pc:chgData name="Guest User" userId="" providerId="Windows Live" clId="Web-{D5D86975-75CD-402C-218F-1D0FFAE48CE0}" dt="2025-12-08T20:53:51.478" v="2"/>
        <pc:sldMkLst>
          <pc:docMk/>
          <pc:sldMk cId="3027016578" sldId="300"/>
        </pc:sldMkLst>
      </pc:sldChg>
      <pc:sldChg chg="del">
        <pc:chgData name="Guest User" userId="" providerId="Windows Live" clId="Web-{D5D86975-75CD-402C-218F-1D0FFAE48CE0}" dt="2025-12-08T20:53:50.478" v="1"/>
        <pc:sldMkLst>
          <pc:docMk/>
          <pc:sldMk cId="2665655902" sldId="301"/>
        </pc:sldMkLst>
      </pc:sldChg>
      <pc:sldChg chg="del">
        <pc:chgData name="Guest User" userId="" providerId="Windows Live" clId="Web-{D5D86975-75CD-402C-218F-1D0FFAE48CE0}" dt="2025-12-08T20:53:49.681" v="0"/>
        <pc:sldMkLst>
          <pc:docMk/>
          <pc:sldMk cId="1074941388" sldId="302"/>
        </pc:sldMkLst>
      </pc:sldChg>
    </pc:docChg>
  </pc:docChgLst>
  <pc:docChgLst>
    <pc:chgData name="Guest User" providerId="Windows Live" clId="Web-{38C60B94-5867-71F0-7C24-729DB5C48755}"/>
    <pc:docChg chg="addSld modSld">
      <pc:chgData name="Guest User" userId="" providerId="Windows Live" clId="Web-{38C60B94-5867-71F0-7C24-729DB5C48755}" dt="2025-12-08T20:38:09.190" v="66" actId="20577"/>
      <pc:docMkLst>
        <pc:docMk/>
      </pc:docMkLst>
      <pc:sldChg chg="modSp">
        <pc:chgData name="Guest User" userId="" providerId="Windows Live" clId="Web-{38C60B94-5867-71F0-7C24-729DB5C48755}" dt="2025-12-08T20:27:26.909" v="5" actId="20577"/>
        <pc:sldMkLst>
          <pc:docMk/>
          <pc:sldMk cId="208122748" sldId="256"/>
        </pc:sldMkLst>
        <pc:spChg chg="mod">
          <ac:chgData name="Guest User" userId="" providerId="Windows Live" clId="Web-{38C60B94-5867-71F0-7C24-729DB5C48755}" dt="2025-12-08T20:27:26.909" v="5" actId="20577"/>
          <ac:spMkLst>
            <pc:docMk/>
            <pc:sldMk cId="208122748" sldId="256"/>
            <ac:spMk id="4" creationId="{35B07F06-6EA7-7E2D-1EF1-26B024DA7650}"/>
          </ac:spMkLst>
        </pc:spChg>
      </pc:sldChg>
      <pc:sldChg chg="modSp">
        <pc:chgData name="Guest User" userId="" providerId="Windows Live" clId="Web-{38C60B94-5867-71F0-7C24-729DB5C48755}" dt="2025-12-08T20:32:56.209" v="11" actId="20577"/>
        <pc:sldMkLst>
          <pc:docMk/>
          <pc:sldMk cId="2902278447" sldId="292"/>
        </pc:sldMkLst>
        <pc:spChg chg="mod">
          <ac:chgData name="Guest User" userId="" providerId="Windows Live" clId="Web-{38C60B94-5867-71F0-7C24-729DB5C48755}" dt="2025-12-08T20:31:29.177" v="6" actId="20577"/>
          <ac:spMkLst>
            <pc:docMk/>
            <pc:sldMk cId="2902278447" sldId="292"/>
            <ac:spMk id="2" creationId="{CA0F29AE-934D-2D30-3BF3-DA5C241E26AA}"/>
          </ac:spMkLst>
        </pc:spChg>
        <pc:spChg chg="mod">
          <ac:chgData name="Guest User" userId="" providerId="Windows Live" clId="Web-{38C60B94-5867-71F0-7C24-729DB5C48755}" dt="2025-12-08T20:32:56.209" v="11" actId="20577"/>
          <ac:spMkLst>
            <pc:docMk/>
            <pc:sldMk cId="2902278447" sldId="292"/>
            <ac:spMk id="3" creationId="{996E99B4-FB8E-D729-6978-DE8F8E2BCFFA}"/>
          </ac:spMkLst>
        </pc:spChg>
      </pc:sldChg>
      <pc:sldChg chg="modSp new">
        <pc:chgData name="Guest User" userId="" providerId="Windows Live" clId="Web-{38C60B94-5867-71F0-7C24-729DB5C48755}" dt="2025-12-08T20:34:09.882" v="41" actId="20577"/>
        <pc:sldMkLst>
          <pc:docMk/>
          <pc:sldMk cId="1252965739" sldId="293"/>
        </pc:sldMkLst>
        <pc:spChg chg="mod">
          <ac:chgData name="Guest User" userId="" providerId="Windows Live" clId="Web-{38C60B94-5867-71F0-7C24-729DB5C48755}" dt="2025-12-08T20:33:50.741" v="39" actId="20577"/>
          <ac:spMkLst>
            <pc:docMk/>
            <pc:sldMk cId="1252965739" sldId="293"/>
            <ac:spMk id="2" creationId="{351D6606-22D8-1C16-9B7D-06F3EF4EA903}"/>
          </ac:spMkLst>
        </pc:spChg>
        <pc:spChg chg="mod">
          <ac:chgData name="Guest User" userId="" providerId="Windows Live" clId="Web-{38C60B94-5867-71F0-7C24-729DB5C48755}" dt="2025-12-08T20:34:09.882" v="41" actId="20577"/>
          <ac:spMkLst>
            <pc:docMk/>
            <pc:sldMk cId="1252965739" sldId="293"/>
            <ac:spMk id="3" creationId="{49C2CBDF-A321-C692-BA6E-59856896F912}"/>
          </ac:spMkLst>
        </pc:spChg>
      </pc:sldChg>
      <pc:sldChg chg="modSp new">
        <pc:chgData name="Guest User" userId="" providerId="Windows Live" clId="Web-{38C60B94-5867-71F0-7C24-729DB5C48755}" dt="2025-12-08T20:35:43.460" v="44" actId="20577"/>
        <pc:sldMkLst>
          <pc:docMk/>
          <pc:sldMk cId="1551380560" sldId="294"/>
        </pc:sldMkLst>
        <pc:spChg chg="mod">
          <ac:chgData name="Guest User" userId="" providerId="Windows Live" clId="Web-{38C60B94-5867-71F0-7C24-729DB5C48755}" dt="2025-12-08T20:35:43.460" v="44" actId="20577"/>
          <ac:spMkLst>
            <pc:docMk/>
            <pc:sldMk cId="1551380560" sldId="294"/>
            <ac:spMk id="2" creationId="{8D5FE0C2-9617-BABF-FA30-E022AEB2A98B}"/>
          </ac:spMkLst>
        </pc:spChg>
      </pc:sldChg>
      <pc:sldChg chg="modSp new">
        <pc:chgData name="Guest User" userId="" providerId="Windows Live" clId="Web-{38C60B94-5867-71F0-7C24-729DB5C48755}" dt="2025-12-08T20:35:53.101" v="46" actId="20577"/>
        <pc:sldMkLst>
          <pc:docMk/>
          <pc:sldMk cId="654116726" sldId="295"/>
        </pc:sldMkLst>
        <pc:spChg chg="mod">
          <ac:chgData name="Guest User" userId="" providerId="Windows Live" clId="Web-{38C60B94-5867-71F0-7C24-729DB5C48755}" dt="2025-12-08T20:35:53.101" v="46" actId="20577"/>
          <ac:spMkLst>
            <pc:docMk/>
            <pc:sldMk cId="654116726" sldId="295"/>
            <ac:spMk id="2" creationId="{F8AD7D00-1578-ACF3-F224-D173D934B2E4}"/>
          </ac:spMkLst>
        </pc:spChg>
      </pc:sldChg>
      <pc:sldChg chg="modSp new">
        <pc:chgData name="Guest User" userId="" providerId="Windows Live" clId="Web-{38C60B94-5867-71F0-7C24-729DB5C48755}" dt="2025-12-08T20:36:09.007" v="48" actId="20577"/>
        <pc:sldMkLst>
          <pc:docMk/>
          <pc:sldMk cId="3888412222" sldId="296"/>
        </pc:sldMkLst>
        <pc:spChg chg="mod">
          <ac:chgData name="Guest User" userId="" providerId="Windows Live" clId="Web-{38C60B94-5867-71F0-7C24-729DB5C48755}" dt="2025-12-08T20:36:09.007" v="48" actId="20577"/>
          <ac:spMkLst>
            <pc:docMk/>
            <pc:sldMk cId="3888412222" sldId="296"/>
            <ac:spMk id="2" creationId="{DEBE42C8-0540-B9F5-5FC3-F9E313D9514C}"/>
          </ac:spMkLst>
        </pc:spChg>
      </pc:sldChg>
      <pc:sldChg chg="modSp new">
        <pc:chgData name="Guest User" userId="" providerId="Windows Live" clId="Web-{38C60B94-5867-71F0-7C24-729DB5C48755}" dt="2025-12-08T20:36:37.539" v="51" actId="20577"/>
        <pc:sldMkLst>
          <pc:docMk/>
          <pc:sldMk cId="3239120115" sldId="297"/>
        </pc:sldMkLst>
        <pc:spChg chg="mod">
          <ac:chgData name="Guest User" userId="" providerId="Windows Live" clId="Web-{38C60B94-5867-71F0-7C24-729DB5C48755}" dt="2025-12-08T20:36:37.539" v="51" actId="20577"/>
          <ac:spMkLst>
            <pc:docMk/>
            <pc:sldMk cId="3239120115" sldId="297"/>
            <ac:spMk id="2" creationId="{D8AC33A9-FCB4-CFDD-A4D8-3528F8D80E2F}"/>
          </ac:spMkLst>
        </pc:spChg>
      </pc:sldChg>
      <pc:sldChg chg="modSp add replId">
        <pc:chgData name="Guest User" userId="" providerId="Windows Live" clId="Web-{38C60B94-5867-71F0-7C24-729DB5C48755}" dt="2025-12-08T20:37:03.136" v="53" actId="20577"/>
        <pc:sldMkLst>
          <pc:docMk/>
          <pc:sldMk cId="1843353511" sldId="298"/>
        </pc:sldMkLst>
        <pc:spChg chg="mod">
          <ac:chgData name="Guest User" userId="" providerId="Windows Live" clId="Web-{38C60B94-5867-71F0-7C24-729DB5C48755}" dt="2025-12-08T20:37:03.136" v="53" actId="20577"/>
          <ac:spMkLst>
            <pc:docMk/>
            <pc:sldMk cId="1843353511" sldId="298"/>
            <ac:spMk id="2" creationId="{32636693-C57E-CC1A-B3F0-CE049BED3BA2}"/>
          </ac:spMkLst>
        </pc:spChg>
      </pc:sldChg>
      <pc:sldChg chg="modSp new">
        <pc:chgData name="Guest User" userId="" providerId="Windows Live" clId="Web-{38C60B94-5867-71F0-7C24-729DB5C48755}" dt="2025-12-08T20:37:30.264" v="56" actId="20577"/>
        <pc:sldMkLst>
          <pc:docMk/>
          <pc:sldMk cId="1285428832" sldId="299"/>
        </pc:sldMkLst>
        <pc:spChg chg="mod">
          <ac:chgData name="Guest User" userId="" providerId="Windows Live" clId="Web-{38C60B94-5867-71F0-7C24-729DB5C48755}" dt="2025-12-08T20:37:30.264" v="56" actId="20577"/>
          <ac:spMkLst>
            <pc:docMk/>
            <pc:sldMk cId="1285428832" sldId="299"/>
            <ac:spMk id="2" creationId="{CD26FB5D-BEE8-309B-8E65-90803EB4F63D}"/>
          </ac:spMkLst>
        </pc:spChg>
      </pc:sldChg>
      <pc:sldChg chg="modSp new">
        <pc:chgData name="Guest User" userId="" providerId="Windows Live" clId="Web-{38C60B94-5867-71F0-7C24-729DB5C48755}" dt="2025-12-08T20:37:45.844" v="61" actId="20577"/>
        <pc:sldMkLst>
          <pc:docMk/>
          <pc:sldMk cId="3027016578" sldId="300"/>
        </pc:sldMkLst>
        <pc:spChg chg="mod">
          <ac:chgData name="Guest User" userId="" providerId="Windows Live" clId="Web-{38C60B94-5867-71F0-7C24-729DB5C48755}" dt="2025-12-08T20:37:39.062" v="59" actId="20577"/>
          <ac:spMkLst>
            <pc:docMk/>
            <pc:sldMk cId="3027016578" sldId="300"/>
            <ac:spMk id="2" creationId="{2155477A-0514-A893-2FC3-AA42C924B45A}"/>
          </ac:spMkLst>
        </pc:spChg>
        <pc:spChg chg="mod">
          <ac:chgData name="Guest User" userId="" providerId="Windows Live" clId="Web-{38C60B94-5867-71F0-7C24-729DB5C48755}" dt="2025-12-08T20:37:45.844" v="61" actId="20577"/>
          <ac:spMkLst>
            <pc:docMk/>
            <pc:sldMk cId="3027016578" sldId="300"/>
            <ac:spMk id="3" creationId="{63818473-FFE5-E845-2996-A8ACBA8D0A20}"/>
          </ac:spMkLst>
        </pc:spChg>
      </pc:sldChg>
      <pc:sldChg chg="modSp new">
        <pc:chgData name="Guest User" userId="" providerId="Windows Live" clId="Web-{38C60B94-5867-71F0-7C24-729DB5C48755}" dt="2025-12-08T20:38:06.503" v="64" actId="20577"/>
        <pc:sldMkLst>
          <pc:docMk/>
          <pc:sldMk cId="2665655902" sldId="301"/>
        </pc:sldMkLst>
        <pc:spChg chg="mod">
          <ac:chgData name="Guest User" userId="" providerId="Windows Live" clId="Web-{38C60B94-5867-71F0-7C24-729DB5C48755}" dt="2025-12-08T20:38:06.503" v="64" actId="20577"/>
          <ac:spMkLst>
            <pc:docMk/>
            <pc:sldMk cId="2665655902" sldId="301"/>
            <ac:spMk id="2" creationId="{C655E39F-3C55-F956-18B9-4C1B781D5673}"/>
          </ac:spMkLst>
        </pc:spChg>
      </pc:sldChg>
      <pc:sldChg chg="modSp new">
        <pc:chgData name="Guest User" userId="" providerId="Windows Live" clId="Web-{38C60B94-5867-71F0-7C24-729DB5C48755}" dt="2025-12-08T20:38:09.190" v="66" actId="20577"/>
        <pc:sldMkLst>
          <pc:docMk/>
          <pc:sldMk cId="1074941388" sldId="302"/>
        </pc:sldMkLst>
        <pc:spChg chg="mod">
          <ac:chgData name="Guest User" userId="" providerId="Windows Live" clId="Web-{38C60B94-5867-71F0-7C24-729DB5C48755}" dt="2025-12-08T20:38:09.190" v="66" actId="20577"/>
          <ac:spMkLst>
            <pc:docMk/>
            <pc:sldMk cId="1074941388" sldId="302"/>
            <ac:spMk id="2" creationId="{944B57B8-3A3A-F969-3354-A389E1DB1F91}"/>
          </ac:spMkLst>
        </pc:spChg>
      </pc:sldChg>
    </pc:docChg>
  </pc:docChgLst>
  <pc:docChgLst>
    <pc:chgData name="Guest User" providerId="Windows Live" clId="Web-{699F619A-F24E-BD95-7AD6-CA567C6B2175}"/>
    <pc:docChg chg="addSld modSld">
      <pc:chgData name="Guest User" userId="" providerId="Windows Live" clId="Web-{699F619A-F24E-BD95-7AD6-CA567C6B2175}" dt="2025-12-08T23:24:15.182" v="1270" actId="20577"/>
      <pc:docMkLst>
        <pc:docMk/>
      </pc:docMkLst>
      <pc:sldChg chg="addSp delSp modSp">
        <pc:chgData name="Guest User" userId="" providerId="Windows Live" clId="Web-{699F619A-F24E-BD95-7AD6-CA567C6B2175}" dt="2025-12-08T23:11:22.112" v="825" actId="20577"/>
        <pc:sldMkLst>
          <pc:docMk/>
          <pc:sldMk cId="2160333391" sldId="281"/>
        </pc:sldMkLst>
        <pc:spChg chg="mod">
          <ac:chgData name="Guest User" userId="" providerId="Windows Live" clId="Web-{699F619A-F24E-BD95-7AD6-CA567C6B2175}" dt="2025-12-08T21:17:50.931" v="137" actId="20577"/>
          <ac:spMkLst>
            <pc:docMk/>
            <pc:sldMk cId="2160333391" sldId="281"/>
            <ac:spMk id="2" creationId="{62D46262-3E41-31F6-65DD-257D51C6DB0D}"/>
          </ac:spMkLst>
        </pc:spChg>
        <pc:spChg chg="del mod">
          <ac:chgData name="Guest User" userId="" providerId="Windows Live" clId="Web-{699F619A-F24E-BD95-7AD6-CA567C6B2175}" dt="2025-12-08T21:17:54.306" v="139"/>
          <ac:spMkLst>
            <pc:docMk/>
            <pc:sldMk cId="2160333391" sldId="281"/>
            <ac:spMk id="3" creationId="{872C70EB-234B-F015-E26E-A1EA44545DFD}"/>
          </ac:spMkLst>
        </pc:spChg>
        <pc:spChg chg="add mod">
          <ac:chgData name="Guest User" userId="" providerId="Windows Live" clId="Web-{699F619A-F24E-BD95-7AD6-CA567C6B2175}" dt="2025-12-08T23:11:08.908" v="796" actId="1076"/>
          <ac:spMkLst>
            <pc:docMk/>
            <pc:sldMk cId="2160333391" sldId="281"/>
            <ac:spMk id="6" creationId="{F51BAC3C-C9C7-51ED-BC29-A19350FC86E0}"/>
          </ac:spMkLst>
        </pc:spChg>
        <pc:spChg chg="add mod">
          <ac:chgData name="Guest User" userId="" providerId="Windows Live" clId="Web-{699F619A-F24E-BD95-7AD6-CA567C6B2175}" dt="2025-12-08T23:11:22.112" v="825" actId="20577"/>
          <ac:spMkLst>
            <pc:docMk/>
            <pc:sldMk cId="2160333391" sldId="281"/>
            <ac:spMk id="7" creationId="{CED8E90F-FAF3-BA64-5B23-DB21EDAFA01C}"/>
          </ac:spMkLst>
        </pc:spChg>
        <pc:picChg chg="add mod ord">
          <ac:chgData name="Guest User" userId="" providerId="Windows Live" clId="Web-{699F619A-F24E-BD95-7AD6-CA567C6B2175}" dt="2025-12-08T23:11:01.767" v="794" actId="1076"/>
          <ac:picMkLst>
            <pc:docMk/>
            <pc:sldMk cId="2160333391" sldId="281"/>
            <ac:picMk id="4" creationId="{D2D480C8-826F-C4A8-8791-5BBF09AC6FCC}"/>
          </ac:picMkLst>
        </pc:picChg>
        <pc:picChg chg="add mod">
          <ac:chgData name="Guest User" userId="" providerId="Windows Live" clId="Web-{699F619A-F24E-BD95-7AD6-CA567C6B2175}" dt="2025-12-08T23:11:06.205" v="795" actId="1076"/>
          <ac:picMkLst>
            <pc:docMk/>
            <pc:sldMk cId="2160333391" sldId="281"/>
            <ac:picMk id="5" creationId="{25C4685A-0569-CE28-6AB0-A1D5D09345BE}"/>
          </ac:picMkLst>
        </pc:picChg>
      </pc:sldChg>
      <pc:sldChg chg="addSp modSp">
        <pc:chgData name="Guest User" userId="" providerId="Windows Live" clId="Web-{699F619A-F24E-BD95-7AD6-CA567C6B2175}" dt="2025-12-08T23:10:33.421" v="774" actId="1076"/>
        <pc:sldMkLst>
          <pc:docMk/>
          <pc:sldMk cId="3823678808" sldId="285"/>
        </pc:sldMkLst>
        <pc:spChg chg="mod">
          <ac:chgData name="Guest User" userId="" providerId="Windows Live" clId="Web-{699F619A-F24E-BD95-7AD6-CA567C6B2175}" dt="2025-12-08T23:10:31.030" v="772" actId="20577"/>
          <ac:spMkLst>
            <pc:docMk/>
            <pc:sldMk cId="3823678808" sldId="285"/>
            <ac:spMk id="3" creationId="{872C70EB-234B-F015-E26E-A1EA44545DFD}"/>
          </ac:spMkLst>
        </pc:spChg>
        <pc:picChg chg="add mod">
          <ac:chgData name="Guest User" userId="" providerId="Windows Live" clId="Web-{699F619A-F24E-BD95-7AD6-CA567C6B2175}" dt="2025-12-08T23:10:33.421" v="774" actId="1076"/>
          <ac:picMkLst>
            <pc:docMk/>
            <pc:sldMk cId="3823678808" sldId="285"/>
            <ac:picMk id="4" creationId="{1185C77B-4180-D7D0-9FFD-302D11CD8644}"/>
          </ac:picMkLst>
        </pc:picChg>
      </pc:sldChg>
      <pc:sldChg chg="addSp delSp modSp add replId">
        <pc:chgData name="Guest User" userId="" providerId="Windows Live" clId="Web-{699F619A-F24E-BD95-7AD6-CA567C6B2175}" dt="2025-12-08T23:09:27.961" v="708" actId="20577"/>
        <pc:sldMkLst>
          <pc:docMk/>
          <pc:sldMk cId="642278195" sldId="292"/>
        </pc:sldMkLst>
        <pc:spChg chg="mod">
          <ac:chgData name="Guest User" userId="" providerId="Windows Live" clId="Web-{699F619A-F24E-BD95-7AD6-CA567C6B2175}" dt="2025-12-08T23:05:56.252" v="541" actId="20577"/>
          <ac:spMkLst>
            <pc:docMk/>
            <pc:sldMk cId="642278195" sldId="292"/>
            <ac:spMk id="2" creationId="{3F4EDBEC-D00D-29BB-EDD4-AB46BA372A59}"/>
          </ac:spMkLst>
        </pc:spChg>
        <pc:spChg chg="add mod">
          <ac:chgData name="Guest User" userId="" providerId="Windows Live" clId="Web-{699F619A-F24E-BD95-7AD6-CA567C6B2175}" dt="2025-12-08T23:09:27.961" v="708" actId="20577"/>
          <ac:spMkLst>
            <pc:docMk/>
            <pc:sldMk cId="642278195" sldId="292"/>
            <ac:spMk id="4" creationId="{787A4283-661C-F163-DDAE-17FA3D22DC3D}"/>
          </ac:spMkLst>
        </pc:spChg>
        <pc:spChg chg="add mod">
          <ac:chgData name="Guest User" userId="" providerId="Windows Live" clId="Web-{699F619A-F24E-BD95-7AD6-CA567C6B2175}" dt="2025-12-08T23:08:16.238" v="639" actId="20577"/>
          <ac:spMkLst>
            <pc:docMk/>
            <pc:sldMk cId="642278195" sldId="292"/>
            <ac:spMk id="6" creationId="{42749F42-3AA9-EED4-5F89-F8FEB497BF25}"/>
          </ac:spMkLst>
        </pc:spChg>
        <pc:spChg chg="add del mod">
          <ac:chgData name="Guest User" userId="" providerId="Windows Live" clId="Web-{699F619A-F24E-BD95-7AD6-CA567C6B2175}" dt="2025-12-08T21:35:43.903" v="272"/>
          <ac:spMkLst>
            <pc:docMk/>
            <pc:sldMk cId="642278195" sldId="292"/>
            <ac:spMk id="6" creationId="{86F816D8-2158-6027-D391-A4027CEED8C8}"/>
          </ac:spMkLst>
        </pc:spChg>
        <pc:spChg chg="add del mod">
          <ac:chgData name="Guest User" userId="" providerId="Windows Live" clId="Web-{699F619A-F24E-BD95-7AD6-CA567C6B2175}" dt="2025-12-08T21:35:59.372" v="274"/>
          <ac:spMkLst>
            <pc:docMk/>
            <pc:sldMk cId="642278195" sldId="292"/>
            <ac:spMk id="12" creationId="{D2D38F66-FCB6-4784-EBB1-071821CFF79B}"/>
          </ac:spMkLst>
        </pc:spChg>
        <pc:spChg chg="add mod">
          <ac:chgData name="Guest User" userId="" providerId="Windows Live" clId="Web-{699F619A-F24E-BD95-7AD6-CA567C6B2175}" dt="2025-12-08T23:08:29.472" v="642" actId="1076"/>
          <ac:spMkLst>
            <pc:docMk/>
            <pc:sldMk cId="642278195" sldId="292"/>
            <ac:spMk id="15" creationId="{103B08EF-47C3-4C5B-65DF-EA67CDC510D0}"/>
          </ac:spMkLst>
        </pc:spChg>
        <pc:spChg chg="add mod">
          <ac:chgData name="Guest User" userId="" providerId="Windows Live" clId="Web-{699F619A-F24E-BD95-7AD6-CA567C6B2175}" dt="2025-12-08T23:08:36.316" v="644" actId="1076"/>
          <ac:spMkLst>
            <pc:docMk/>
            <pc:sldMk cId="642278195" sldId="292"/>
            <ac:spMk id="16" creationId="{B4DE1050-1C8C-4EE2-2719-01E9EA3440BD}"/>
          </ac:spMkLst>
        </pc:spChg>
        <pc:graphicFrameChg chg="add mod modGraphic">
          <ac:chgData name="Guest User" userId="" providerId="Windows Live" clId="Web-{699F619A-F24E-BD95-7AD6-CA567C6B2175}" dt="2025-12-08T23:08:08.597" v="634" actId="1076"/>
          <ac:graphicFrameMkLst>
            <pc:docMk/>
            <pc:sldMk cId="642278195" sldId="292"/>
            <ac:graphicFrameMk id="5" creationId="{1C9F3BCE-A2A7-6A4A-F655-6FB2B40A18A9}"/>
          </ac:graphicFrameMkLst>
        </pc:graphicFrameChg>
        <pc:graphicFrameChg chg="add mod modGraphic">
          <ac:chgData name="Guest User" userId="" providerId="Windows Live" clId="Web-{699F619A-F24E-BD95-7AD6-CA567C6B2175}" dt="2025-12-08T23:08:26.144" v="641" actId="1076"/>
          <ac:graphicFrameMkLst>
            <pc:docMk/>
            <pc:sldMk cId="642278195" sldId="292"/>
            <ac:graphicFrameMk id="8" creationId="{B23E3407-809C-386D-8A3D-736F8BBEDB83}"/>
          </ac:graphicFrameMkLst>
        </pc:graphicFrameChg>
        <pc:graphicFrameChg chg="add del mod ord modGraphic">
          <ac:chgData name="Guest User" userId="" providerId="Windows Live" clId="Web-{699F619A-F24E-BD95-7AD6-CA567C6B2175}" dt="2025-12-08T21:35:48.278" v="273"/>
          <ac:graphicFrameMkLst>
            <pc:docMk/>
            <pc:sldMk cId="642278195" sldId="292"/>
            <ac:graphicFrameMk id="10" creationId="{FC58E12A-5EC6-32D7-A956-501B75840B80}"/>
          </ac:graphicFrameMkLst>
        </pc:graphicFrameChg>
        <pc:graphicFrameChg chg="add mod modGraphic">
          <ac:chgData name="Guest User" userId="" providerId="Windows Live" clId="Web-{699F619A-F24E-BD95-7AD6-CA567C6B2175}" dt="2025-12-08T23:08:33.207" v="643" actId="1076"/>
          <ac:graphicFrameMkLst>
            <pc:docMk/>
            <pc:sldMk cId="642278195" sldId="292"/>
            <ac:graphicFrameMk id="13" creationId="{DEFEAE83-B83C-DF52-949F-7E232F745C12}"/>
          </ac:graphicFrameMkLst>
        </pc:graphicFrameChg>
        <pc:picChg chg="del">
          <ac:chgData name="Guest User" userId="" providerId="Windows Live" clId="Web-{699F619A-F24E-BD95-7AD6-CA567C6B2175}" dt="2025-12-08T21:19:42.019" v="253"/>
          <ac:picMkLst>
            <pc:docMk/>
            <pc:sldMk cId="642278195" sldId="292"/>
            <ac:picMk id="4" creationId="{CE15538F-BA4B-0275-F8BF-889B1D3E4FD4}"/>
          </ac:picMkLst>
        </pc:picChg>
        <pc:picChg chg="del">
          <ac:chgData name="Guest User" userId="" providerId="Windows Live" clId="Web-{699F619A-F24E-BD95-7AD6-CA567C6B2175}" dt="2025-12-08T21:19:42.957" v="254"/>
          <ac:picMkLst>
            <pc:docMk/>
            <pc:sldMk cId="642278195" sldId="292"/>
            <ac:picMk id="5" creationId="{5F548B64-20C1-614E-37C6-F220C37F207D}"/>
          </ac:picMkLst>
        </pc:picChg>
      </pc:sldChg>
      <pc:sldChg chg="addSp delSp modSp new">
        <pc:chgData name="Guest User" userId="" providerId="Windows Live" clId="Web-{699F619A-F24E-BD95-7AD6-CA567C6B2175}" dt="2025-12-08T23:04:20.500" v="512" actId="20577"/>
        <pc:sldMkLst>
          <pc:docMk/>
          <pc:sldMk cId="3779615318" sldId="293"/>
        </pc:sldMkLst>
        <pc:spChg chg="mod">
          <ac:chgData name="Guest User" userId="" providerId="Windows Live" clId="Web-{699F619A-F24E-BD95-7AD6-CA567C6B2175}" dt="2025-12-08T22:55:31.844" v="350" actId="20577"/>
          <ac:spMkLst>
            <pc:docMk/>
            <pc:sldMk cId="3779615318" sldId="293"/>
            <ac:spMk id="2" creationId="{8DF69AF7-9B96-54A8-2A5B-6B2FED346401}"/>
          </ac:spMkLst>
        </pc:spChg>
        <pc:spChg chg="del">
          <ac:chgData name="Guest User" userId="" providerId="Windows Live" clId="Web-{699F619A-F24E-BD95-7AD6-CA567C6B2175}" dt="2025-12-08T21:38:49.922" v="334"/>
          <ac:spMkLst>
            <pc:docMk/>
            <pc:sldMk cId="3779615318" sldId="293"/>
            <ac:spMk id="3" creationId="{26A9FF52-3195-B764-DFDC-5D840694897F}"/>
          </ac:spMkLst>
        </pc:spChg>
        <pc:spChg chg="add mod">
          <ac:chgData name="Guest User" userId="" providerId="Windows Live" clId="Web-{699F619A-F24E-BD95-7AD6-CA567C6B2175}" dt="2025-12-08T23:04:20.500" v="512" actId="20577"/>
          <ac:spMkLst>
            <pc:docMk/>
            <pc:sldMk cId="3779615318" sldId="293"/>
            <ac:spMk id="5" creationId="{5D6B02EF-4DCE-C49F-29EC-87B12250D629}"/>
          </ac:spMkLst>
        </pc:spChg>
        <pc:spChg chg="add del mod">
          <ac:chgData name="Guest User" userId="" providerId="Windows Live" clId="Web-{699F619A-F24E-BD95-7AD6-CA567C6B2175}" dt="2025-12-08T23:01:07.684" v="434"/>
          <ac:spMkLst>
            <pc:docMk/>
            <pc:sldMk cId="3779615318" sldId="293"/>
            <ac:spMk id="6" creationId="{A0F6C575-ED71-F631-9D4D-632DAD242F50}"/>
          </ac:spMkLst>
        </pc:spChg>
        <pc:picChg chg="add mod ord">
          <ac:chgData name="Guest User" userId="" providerId="Windows Live" clId="Web-{699F619A-F24E-BD95-7AD6-CA567C6B2175}" dt="2025-12-08T21:39:19.266" v="338" actId="1076"/>
          <ac:picMkLst>
            <pc:docMk/>
            <pc:sldMk cId="3779615318" sldId="293"/>
            <ac:picMk id="4" creationId="{7DEE0A44-472D-6E79-27DD-7ACFAE81EB29}"/>
          </ac:picMkLst>
        </pc:picChg>
      </pc:sldChg>
      <pc:sldChg chg="addSp delSp modSp add replId">
        <pc:chgData name="Guest User" userId="" providerId="Windows Live" clId="Web-{699F619A-F24E-BD95-7AD6-CA567C6B2175}" dt="2025-12-08T23:05:17.720" v="538" actId="20577"/>
        <pc:sldMkLst>
          <pc:docMk/>
          <pc:sldMk cId="3851197577" sldId="294"/>
        </pc:sldMkLst>
        <pc:spChg chg="add del mod">
          <ac:chgData name="Guest User" userId="" providerId="Windows Live" clId="Web-{699F619A-F24E-BD95-7AD6-CA567C6B2175}" dt="2025-12-08T23:00:53.934" v="429"/>
          <ac:spMkLst>
            <pc:docMk/>
            <pc:sldMk cId="3851197577" sldId="294"/>
            <ac:spMk id="5" creationId="{E3E7B9AC-B39D-80B1-68FC-E5C9C3CB0AF5}"/>
          </ac:spMkLst>
        </pc:spChg>
        <pc:spChg chg="del mod">
          <ac:chgData name="Guest User" userId="" providerId="Windows Live" clId="Web-{699F619A-F24E-BD95-7AD6-CA567C6B2175}" dt="2025-12-08T23:01:00.559" v="432"/>
          <ac:spMkLst>
            <pc:docMk/>
            <pc:sldMk cId="3851197577" sldId="294"/>
            <ac:spMk id="6" creationId="{EB1DBBCF-8DB0-B3D6-6A22-42F21760BE9E}"/>
          </ac:spMkLst>
        </pc:spChg>
        <pc:spChg chg="add mod">
          <ac:chgData name="Guest User" userId="" providerId="Windows Live" clId="Web-{699F619A-F24E-BD95-7AD6-CA567C6B2175}" dt="2025-12-08T23:05:17.720" v="538" actId="20577"/>
          <ac:spMkLst>
            <pc:docMk/>
            <pc:sldMk cId="3851197577" sldId="294"/>
            <ac:spMk id="9" creationId="{042A386B-962D-A94D-098E-7774A5D84707}"/>
          </ac:spMkLst>
        </pc:spChg>
        <pc:picChg chg="del">
          <ac:chgData name="Guest User" userId="" providerId="Windows Live" clId="Web-{699F619A-F24E-BD95-7AD6-CA567C6B2175}" dt="2025-12-08T23:00:52.590" v="428"/>
          <ac:picMkLst>
            <pc:docMk/>
            <pc:sldMk cId="3851197577" sldId="294"/>
            <ac:picMk id="4" creationId="{873AD110-804C-0603-AB50-97BC71F78A03}"/>
          </ac:picMkLst>
        </pc:picChg>
        <pc:picChg chg="add mod ord">
          <ac:chgData name="Guest User" userId="" providerId="Windows Live" clId="Web-{699F619A-F24E-BD95-7AD6-CA567C6B2175}" dt="2025-12-08T23:01:09.293" v="435" actId="1076"/>
          <ac:picMkLst>
            <pc:docMk/>
            <pc:sldMk cId="3851197577" sldId="294"/>
            <ac:picMk id="7" creationId="{32E5A3BF-F21A-5F67-0275-B30F9D4BA10F}"/>
          </ac:picMkLst>
        </pc:picChg>
      </pc:sldChg>
      <pc:sldChg chg="addSp delSp modSp add replId">
        <pc:chgData name="Guest User" userId="" providerId="Windows Live" clId="Web-{699F619A-F24E-BD95-7AD6-CA567C6B2175}" dt="2025-12-08T23:19:38.490" v="1156" actId="20577"/>
        <pc:sldMkLst>
          <pc:docMk/>
          <pc:sldMk cId="2992226856" sldId="295"/>
        </pc:sldMkLst>
        <pc:spChg chg="mod">
          <ac:chgData name="Guest User" userId="" providerId="Windows Live" clId="Web-{699F619A-F24E-BD95-7AD6-CA567C6B2175}" dt="2025-12-08T23:09:49.839" v="744" actId="20577"/>
          <ac:spMkLst>
            <pc:docMk/>
            <pc:sldMk cId="2992226856" sldId="295"/>
            <ac:spMk id="2" creationId="{FBE7023B-D57B-C5B3-1EA8-7046BEA8F144}"/>
          </ac:spMkLst>
        </pc:spChg>
        <pc:spChg chg="add del mod">
          <ac:chgData name="Guest User" userId="" providerId="Windows Live" clId="Web-{699F619A-F24E-BD95-7AD6-CA567C6B2175}" dt="2025-12-08T23:11:52.505" v="831"/>
          <ac:spMkLst>
            <pc:docMk/>
            <pc:sldMk cId="2992226856" sldId="295"/>
            <ac:spMk id="6" creationId="{EFAFF352-FE26-4E10-066A-E4C536A74AAA}"/>
          </ac:spMkLst>
        </pc:spChg>
        <pc:spChg chg="del">
          <ac:chgData name="Guest User" userId="" providerId="Windows Live" clId="Web-{699F619A-F24E-BD95-7AD6-CA567C6B2175}" dt="2025-12-08T23:11:48.098" v="830"/>
          <ac:spMkLst>
            <pc:docMk/>
            <pc:sldMk cId="2992226856" sldId="295"/>
            <ac:spMk id="9" creationId="{8B56D3BD-CD20-00F3-843F-7806F63618DE}"/>
          </ac:spMkLst>
        </pc:spChg>
        <pc:spChg chg="add mod">
          <ac:chgData name="Guest User" userId="" providerId="Windows Live" clId="Web-{699F619A-F24E-BD95-7AD6-CA567C6B2175}" dt="2025-12-08T23:18:17.707" v="1107" actId="1076"/>
          <ac:spMkLst>
            <pc:docMk/>
            <pc:sldMk cId="2992226856" sldId="295"/>
            <ac:spMk id="10" creationId="{33D85513-D31B-6914-83F4-AC7B5E109BE0}"/>
          </ac:spMkLst>
        </pc:spChg>
        <pc:spChg chg="add mod">
          <ac:chgData name="Guest User" userId="" providerId="Windows Live" clId="Web-{699F619A-F24E-BD95-7AD6-CA567C6B2175}" dt="2025-12-08T23:18:56.724" v="1115" actId="20577"/>
          <ac:spMkLst>
            <pc:docMk/>
            <pc:sldMk cId="2992226856" sldId="295"/>
            <ac:spMk id="12" creationId="{D823066F-1A46-9F38-0588-C9F6EB5489B7}"/>
          </ac:spMkLst>
        </pc:spChg>
        <pc:spChg chg="add mod">
          <ac:chgData name="Guest User" userId="" providerId="Windows Live" clId="Web-{699F619A-F24E-BD95-7AD6-CA567C6B2175}" dt="2025-12-08T23:19:38.490" v="1156" actId="20577"/>
          <ac:spMkLst>
            <pc:docMk/>
            <pc:sldMk cId="2992226856" sldId="295"/>
            <ac:spMk id="13" creationId="{B386DC26-D372-D7DD-C028-81859060B5EA}"/>
          </ac:spMkLst>
        </pc:spChg>
        <pc:graphicFrameChg chg="add mod modGraphic">
          <ac:chgData name="Guest User" userId="" providerId="Windows Live" clId="Web-{699F619A-F24E-BD95-7AD6-CA567C6B2175}" dt="2025-12-08T23:18:14.238" v="1106"/>
          <ac:graphicFrameMkLst>
            <pc:docMk/>
            <pc:sldMk cId="2992226856" sldId="295"/>
            <ac:graphicFrameMk id="4" creationId="{6AB1EEE5-B275-C0F8-4BCB-DA573F6EC5EC}"/>
          </ac:graphicFrameMkLst>
        </pc:graphicFrameChg>
        <pc:picChg chg="del">
          <ac:chgData name="Guest User" userId="" providerId="Windows Live" clId="Web-{699F619A-F24E-BD95-7AD6-CA567C6B2175}" dt="2025-12-08T23:11:38.582" v="828"/>
          <ac:picMkLst>
            <pc:docMk/>
            <pc:sldMk cId="2992226856" sldId="295"/>
            <ac:picMk id="7" creationId="{DB06B2A8-F295-5178-0A71-B52CFD4C4975}"/>
          </ac:picMkLst>
        </pc:picChg>
      </pc:sldChg>
      <pc:sldChg chg="modSp add replId">
        <pc:chgData name="Guest User" userId="" providerId="Windows Live" clId="Web-{699F619A-F24E-BD95-7AD6-CA567C6B2175}" dt="2025-12-08T23:24:15.182" v="1270" actId="20577"/>
        <pc:sldMkLst>
          <pc:docMk/>
          <pc:sldMk cId="3423201310" sldId="296"/>
        </pc:sldMkLst>
        <pc:spChg chg="mod">
          <ac:chgData name="Guest User" userId="" providerId="Windows Live" clId="Web-{699F619A-F24E-BD95-7AD6-CA567C6B2175}" dt="2025-12-08T23:24:15.182" v="1270" actId="20577"/>
          <ac:spMkLst>
            <pc:docMk/>
            <pc:sldMk cId="3423201310" sldId="296"/>
            <ac:spMk id="3" creationId="{8E451878-B2C3-FF74-B423-3C323FFF8DA2}"/>
          </ac:spMkLst>
        </pc:spChg>
      </pc:sldChg>
    </pc:docChg>
  </pc:docChgLst>
  <pc:docChgLst>
    <pc:chgData name="Guest User" providerId="Windows Live" clId="Web-{9463EAEB-87C6-3B79-0C78-EF828BABE252}"/>
    <pc:docChg chg="modSld">
      <pc:chgData name="Guest User" userId="" providerId="Windows Live" clId="Web-{9463EAEB-87C6-3B79-0C78-EF828BABE252}" dt="2025-12-09T11:47:24.836" v="108" actId="20577"/>
      <pc:docMkLst>
        <pc:docMk/>
      </pc:docMkLst>
      <pc:sldChg chg="modSp">
        <pc:chgData name="Guest User" userId="" providerId="Windows Live" clId="Web-{9463EAEB-87C6-3B79-0C78-EF828BABE252}" dt="2025-12-09T11:47:24.836" v="108" actId="20577"/>
        <pc:sldMkLst>
          <pc:docMk/>
          <pc:sldMk cId="1037729471" sldId="311"/>
        </pc:sldMkLst>
        <pc:spChg chg="mod">
          <ac:chgData name="Guest User" userId="" providerId="Windows Live" clId="Web-{9463EAEB-87C6-3B79-0C78-EF828BABE252}" dt="2025-12-09T11:47:24.836" v="108" actId="20577"/>
          <ac:spMkLst>
            <pc:docMk/>
            <pc:sldMk cId="1037729471" sldId="311"/>
            <ac:spMk id="6" creationId="{8738F946-6565-192F-306C-7509A1922888}"/>
          </ac:spMkLst>
        </pc:spChg>
      </pc:sldChg>
    </pc:docChg>
  </pc:docChgLst>
  <pc:docChgLst>
    <pc:chgData name="Guest User" providerId="Windows Live" clId="Web-{495F23B8-30A1-11A3-F13E-32E7B0775F5D}"/>
    <pc:docChg chg="addSld modSld">
      <pc:chgData name="Guest User" userId="" providerId="Windows Live" clId="Web-{495F23B8-30A1-11A3-F13E-32E7B0775F5D}" dt="2025-12-08T11:52:13.081" v="841" actId="20577"/>
      <pc:docMkLst>
        <pc:docMk/>
      </pc:docMkLst>
      <pc:sldChg chg="addSp delSp modSp new mod modClrScheme chgLayout">
        <pc:chgData name="Guest User" userId="" providerId="Windows Live" clId="Web-{495F23B8-30A1-11A3-F13E-32E7B0775F5D}" dt="2025-12-08T11:27:31.279" v="343" actId="1076"/>
        <pc:sldMkLst>
          <pc:docMk/>
          <pc:sldMk cId="1678163533" sldId="287"/>
        </pc:sldMkLst>
        <pc:spChg chg="mod ord">
          <ac:chgData name="Guest User" userId="" providerId="Windows Live" clId="Web-{495F23B8-30A1-11A3-F13E-32E7B0775F5D}" dt="2025-12-08T11:18:19.678" v="4" actId="20577"/>
          <ac:spMkLst>
            <pc:docMk/>
            <pc:sldMk cId="1678163533" sldId="287"/>
            <ac:spMk id="2" creationId="{63F1533B-6EC0-18EF-FEF0-9F25D4D7920E}"/>
          </ac:spMkLst>
        </pc:spChg>
        <pc:spChg chg="mod ord">
          <ac:chgData name="Guest User" userId="" providerId="Windows Live" clId="Web-{495F23B8-30A1-11A3-F13E-32E7B0775F5D}" dt="2025-12-08T11:27:31.279" v="343" actId="1076"/>
          <ac:spMkLst>
            <pc:docMk/>
            <pc:sldMk cId="1678163533" sldId="287"/>
            <ac:spMk id="3" creationId="{D763F16C-13DD-C443-60C9-DA4F5E0BB51B}"/>
          </ac:spMkLst>
        </pc:spChg>
        <pc:graphicFrameChg chg="add del mod modGraphic">
          <ac:chgData name="Guest User" userId="" providerId="Windows Live" clId="Web-{495F23B8-30A1-11A3-F13E-32E7B0775F5D}" dt="2025-12-08T11:24:43.400" v="249"/>
          <ac:graphicFrameMkLst>
            <pc:docMk/>
            <pc:sldMk cId="1678163533" sldId="287"/>
            <ac:graphicFrameMk id="4" creationId="{D038A358-49EF-E227-C387-AD8B4ABE7378}"/>
          </ac:graphicFrameMkLst>
        </pc:graphicFrameChg>
        <pc:graphicFrameChg chg="add mod modGraphic">
          <ac:chgData name="Guest User" userId="" providerId="Windows Live" clId="Web-{495F23B8-30A1-11A3-F13E-32E7B0775F5D}" dt="2025-12-08T11:27:21.872" v="342" actId="14100"/>
          <ac:graphicFrameMkLst>
            <pc:docMk/>
            <pc:sldMk cId="1678163533" sldId="287"/>
            <ac:graphicFrameMk id="550" creationId="{A8B4F056-1AE0-C1E8-DE31-066928C51D35}"/>
          </ac:graphicFrameMkLst>
        </pc:graphicFrameChg>
      </pc:sldChg>
      <pc:sldChg chg="addSp delSp modSp new mod modClrScheme chgLayout">
        <pc:chgData name="Guest User" userId="" providerId="Windows Live" clId="Web-{495F23B8-30A1-11A3-F13E-32E7B0775F5D}" dt="2025-12-08T11:47:32.640" v="775" actId="20577"/>
        <pc:sldMkLst>
          <pc:docMk/>
          <pc:sldMk cId="1350305323" sldId="288"/>
        </pc:sldMkLst>
        <pc:spChg chg="mod ord">
          <ac:chgData name="Guest User" userId="" providerId="Windows Live" clId="Web-{495F23B8-30A1-11A3-F13E-32E7B0775F5D}" dt="2025-12-08T11:39:53.423" v="355"/>
          <ac:spMkLst>
            <pc:docMk/>
            <pc:sldMk cId="1350305323" sldId="288"/>
            <ac:spMk id="2" creationId="{4EA0B853-C301-DCB0-F75E-02DE450FF570}"/>
          </ac:spMkLst>
        </pc:spChg>
        <pc:spChg chg="del mod ord">
          <ac:chgData name="Guest User" userId="" providerId="Windows Live" clId="Web-{495F23B8-30A1-11A3-F13E-32E7B0775F5D}" dt="2025-12-08T11:40:24.784" v="356"/>
          <ac:spMkLst>
            <pc:docMk/>
            <pc:sldMk cId="1350305323" sldId="288"/>
            <ac:spMk id="3" creationId="{0867E189-206E-72C9-FB1A-52E9A757B9F0}"/>
          </ac:spMkLst>
        </pc:spChg>
        <pc:spChg chg="add mod">
          <ac:chgData name="Guest User" userId="" providerId="Windows Live" clId="Web-{495F23B8-30A1-11A3-F13E-32E7B0775F5D}" dt="2025-12-08T11:47:32.640" v="775" actId="20577"/>
          <ac:spMkLst>
            <pc:docMk/>
            <pc:sldMk cId="1350305323" sldId="288"/>
            <ac:spMk id="5" creationId="{17C10DEC-766A-4F80-E06F-A37E17AFFC69}"/>
          </ac:spMkLst>
        </pc:spChg>
        <pc:picChg chg="add mod ord modCrop">
          <ac:chgData name="Guest User" userId="" providerId="Windows Live" clId="Web-{495F23B8-30A1-11A3-F13E-32E7B0775F5D}" dt="2025-12-08T11:42:50.743" v="451" actId="14100"/>
          <ac:picMkLst>
            <pc:docMk/>
            <pc:sldMk cId="1350305323" sldId="288"/>
            <ac:picMk id="4" creationId="{3E61E5F2-AA1B-681C-9E82-A3117F5F61E9}"/>
          </ac:picMkLst>
        </pc:picChg>
      </pc:sldChg>
      <pc:sldChg chg="addSp delSp modSp new">
        <pc:chgData name="Guest User" userId="" providerId="Windows Live" clId="Web-{495F23B8-30A1-11A3-F13E-32E7B0775F5D}" dt="2025-12-08T11:52:13.081" v="841" actId="20577"/>
        <pc:sldMkLst>
          <pc:docMk/>
          <pc:sldMk cId="2948204834" sldId="289"/>
        </pc:sldMkLst>
        <pc:spChg chg="mod">
          <ac:chgData name="Guest User" userId="" providerId="Windows Live" clId="Web-{495F23B8-30A1-11A3-F13E-32E7B0775F5D}" dt="2025-12-08T11:48:52.079" v="790" actId="20577"/>
          <ac:spMkLst>
            <pc:docMk/>
            <pc:sldMk cId="2948204834" sldId="289"/>
            <ac:spMk id="2" creationId="{0959A252-7665-EB96-B8AF-D0CC64610E8C}"/>
          </ac:spMkLst>
        </pc:spChg>
        <pc:spChg chg="del">
          <ac:chgData name="Guest User" userId="" providerId="Windows Live" clId="Web-{495F23B8-30A1-11A3-F13E-32E7B0775F5D}" dt="2025-12-08T11:50:19.158" v="791"/>
          <ac:spMkLst>
            <pc:docMk/>
            <pc:sldMk cId="2948204834" sldId="289"/>
            <ac:spMk id="3" creationId="{56AFBC11-5E19-B991-91F8-FCE65F5C080C}"/>
          </ac:spMkLst>
        </pc:spChg>
        <pc:spChg chg="add mod">
          <ac:chgData name="Guest User" userId="" providerId="Windows Live" clId="Web-{495F23B8-30A1-11A3-F13E-32E7B0775F5D}" dt="2025-12-08T11:52:13.081" v="841" actId="20577"/>
          <ac:spMkLst>
            <pc:docMk/>
            <pc:sldMk cId="2948204834" sldId="289"/>
            <ac:spMk id="6" creationId="{18F19859-E353-B8C0-8C59-844E13491761}"/>
          </ac:spMkLst>
        </pc:spChg>
        <pc:picChg chg="add mod ord modCrop">
          <ac:chgData name="Guest User" userId="" providerId="Windows Live" clId="Web-{495F23B8-30A1-11A3-F13E-32E7B0775F5D}" dt="2025-12-08T11:51:23.315" v="803" actId="14100"/>
          <ac:picMkLst>
            <pc:docMk/>
            <pc:sldMk cId="2948204834" sldId="289"/>
            <ac:picMk id="4" creationId="{81346453-3A6C-9898-CE2D-DE9810A627EB}"/>
          </ac:picMkLst>
        </pc:picChg>
        <pc:picChg chg="add mod modCrop">
          <ac:chgData name="Guest User" userId="" providerId="Windows Live" clId="Web-{495F23B8-30A1-11A3-F13E-32E7B0775F5D}" dt="2025-12-08T11:51:30.815" v="804" actId="1076"/>
          <ac:picMkLst>
            <pc:docMk/>
            <pc:sldMk cId="2948204834" sldId="289"/>
            <ac:picMk id="5" creationId="{0F93384A-E7EB-8A5B-8D6A-DA0D85F4959A}"/>
          </ac:picMkLst>
        </pc:picChg>
      </pc:sldChg>
    </pc:docChg>
  </pc:docChgLst>
  <pc:docChgLst>
    <pc:chgData name="Sahand Khodabandehloo" userId="cb03d64890cf78b3" providerId="LiveId" clId="{D26E0251-44D5-4BB6-A8C2-D8C8C62E7A5B}"/>
    <pc:docChg chg="undo redo custSel addSld delSld modSld sldOrd">
      <pc:chgData name="Sahand Khodabandehloo" userId="cb03d64890cf78b3" providerId="LiveId" clId="{D26E0251-44D5-4BB6-A8C2-D8C8C62E7A5B}" dt="2025-12-09T10:01:10.151" v="4582" actId="20577"/>
      <pc:docMkLst>
        <pc:docMk/>
      </pc:docMkLst>
      <pc:sldChg chg="addSp modSp mod">
        <pc:chgData name="Sahand Khodabandehloo" userId="cb03d64890cf78b3" providerId="LiveId" clId="{D26E0251-44D5-4BB6-A8C2-D8C8C62E7A5B}" dt="2025-12-09T03:02:27.056" v="3123" actId="20577"/>
        <pc:sldMkLst>
          <pc:docMk/>
          <pc:sldMk cId="4173767934" sldId="280"/>
        </pc:sldMkLst>
        <pc:spChg chg="mod">
          <ac:chgData name="Sahand Khodabandehloo" userId="cb03d64890cf78b3" providerId="LiveId" clId="{D26E0251-44D5-4BB6-A8C2-D8C8C62E7A5B}" dt="2025-12-09T03:02:27.056" v="3123" actId="20577"/>
          <ac:spMkLst>
            <pc:docMk/>
            <pc:sldMk cId="4173767934" sldId="280"/>
            <ac:spMk id="3" creationId="{872C70EB-234B-F015-E26E-A1EA44545DFD}"/>
          </ac:spMkLst>
        </pc:spChg>
        <pc:spChg chg="add mod">
          <ac:chgData name="Sahand Khodabandehloo" userId="cb03d64890cf78b3" providerId="LiveId" clId="{D26E0251-44D5-4BB6-A8C2-D8C8C62E7A5B}" dt="2025-12-08T21:48:26.858" v="104" actId="404"/>
          <ac:spMkLst>
            <pc:docMk/>
            <pc:sldMk cId="4173767934" sldId="280"/>
            <ac:spMk id="5" creationId="{D4692A8C-3FAC-44A7-9DFE-356BBE021F03}"/>
          </ac:spMkLst>
        </pc:spChg>
        <pc:picChg chg="add mod">
          <ac:chgData name="Sahand Khodabandehloo" userId="cb03d64890cf78b3" providerId="LiveId" clId="{D26E0251-44D5-4BB6-A8C2-D8C8C62E7A5B}" dt="2025-12-08T21:48:19.140" v="97" actId="167"/>
          <ac:picMkLst>
            <pc:docMk/>
            <pc:sldMk cId="4173767934" sldId="280"/>
            <ac:picMk id="1026" creationId="{FA9CD599-13DD-2115-5AF8-585D9CFBB282}"/>
          </ac:picMkLst>
        </pc:picChg>
      </pc:sldChg>
      <pc:sldChg chg="addSp modSp del mod">
        <pc:chgData name="Sahand Khodabandehloo" userId="cb03d64890cf78b3" providerId="LiveId" clId="{D26E0251-44D5-4BB6-A8C2-D8C8C62E7A5B}" dt="2025-12-09T00:43:29.609" v="2147" actId="47"/>
        <pc:sldMkLst>
          <pc:docMk/>
          <pc:sldMk cId="779102611" sldId="282"/>
        </pc:sldMkLst>
        <pc:spChg chg="mod">
          <ac:chgData name="Sahand Khodabandehloo" userId="cb03d64890cf78b3" providerId="LiveId" clId="{D26E0251-44D5-4BB6-A8C2-D8C8C62E7A5B}" dt="2025-12-09T00:40:26.096" v="1936" actId="20577"/>
          <ac:spMkLst>
            <pc:docMk/>
            <pc:sldMk cId="779102611" sldId="282"/>
            <ac:spMk id="2" creationId="{62D46262-3E41-31F6-65DD-257D51C6DB0D}"/>
          </ac:spMkLst>
        </pc:spChg>
        <pc:spChg chg="mod">
          <ac:chgData name="Sahand Khodabandehloo" userId="cb03d64890cf78b3" providerId="LiveId" clId="{D26E0251-44D5-4BB6-A8C2-D8C8C62E7A5B}" dt="2025-12-09T00:42:47.614" v="2140" actId="20577"/>
          <ac:spMkLst>
            <pc:docMk/>
            <pc:sldMk cId="779102611" sldId="282"/>
            <ac:spMk id="3" creationId="{872C70EB-234B-F015-E26E-A1EA44545DFD}"/>
          </ac:spMkLst>
        </pc:spChg>
        <pc:picChg chg="add mod">
          <ac:chgData name="Sahand Khodabandehloo" userId="cb03d64890cf78b3" providerId="LiveId" clId="{D26E0251-44D5-4BB6-A8C2-D8C8C62E7A5B}" dt="2025-12-09T00:42:53.600" v="2142" actId="14100"/>
          <ac:picMkLst>
            <pc:docMk/>
            <pc:sldMk cId="779102611" sldId="282"/>
            <ac:picMk id="4098" creationId="{6CD4D564-DF7F-9AEA-8848-3C3B1BA60D13}"/>
          </ac:picMkLst>
        </pc:picChg>
        <pc:picChg chg="add">
          <ac:chgData name="Sahand Khodabandehloo" userId="cb03d64890cf78b3" providerId="LiveId" clId="{D26E0251-44D5-4BB6-A8C2-D8C8C62E7A5B}" dt="2025-12-09T00:40:34.864" v="1953"/>
          <ac:picMkLst>
            <pc:docMk/>
            <pc:sldMk cId="779102611" sldId="282"/>
            <ac:picMk id="4100" creationId="{1EAE3BA4-2DD8-2D37-AE22-31BA402A1970}"/>
          </ac:picMkLst>
        </pc:picChg>
      </pc:sldChg>
      <pc:sldChg chg="modSp mod">
        <pc:chgData name="Sahand Khodabandehloo" userId="cb03d64890cf78b3" providerId="LiveId" clId="{D26E0251-44D5-4BB6-A8C2-D8C8C62E7A5B}" dt="2025-12-09T03:36:37.265" v="4155" actId="20577"/>
        <pc:sldMkLst>
          <pc:docMk/>
          <pc:sldMk cId="622641325" sldId="283"/>
        </pc:sldMkLst>
        <pc:spChg chg="mod">
          <ac:chgData name="Sahand Khodabandehloo" userId="cb03d64890cf78b3" providerId="LiveId" clId="{D26E0251-44D5-4BB6-A8C2-D8C8C62E7A5B}" dt="2025-12-09T03:36:37.265" v="4155" actId="20577"/>
          <ac:spMkLst>
            <pc:docMk/>
            <pc:sldMk cId="622641325" sldId="283"/>
            <ac:spMk id="3" creationId="{872C70EB-234B-F015-E26E-A1EA44545DFD}"/>
          </ac:spMkLst>
        </pc:spChg>
      </pc:sldChg>
      <pc:sldChg chg="modSp del mod">
        <pc:chgData name="Sahand Khodabandehloo" userId="cb03d64890cf78b3" providerId="LiveId" clId="{D26E0251-44D5-4BB6-A8C2-D8C8C62E7A5B}" dt="2025-12-09T02:08:29.843" v="2593" actId="47"/>
        <pc:sldMkLst>
          <pc:docMk/>
          <pc:sldMk cId="3211705226" sldId="284"/>
        </pc:sldMkLst>
        <pc:spChg chg="mod">
          <ac:chgData name="Sahand Khodabandehloo" userId="cb03d64890cf78b3" providerId="LiveId" clId="{D26E0251-44D5-4BB6-A8C2-D8C8C62E7A5B}" dt="2025-12-09T02:03:52.209" v="2417" actId="20577"/>
          <ac:spMkLst>
            <pc:docMk/>
            <pc:sldMk cId="3211705226" sldId="284"/>
            <ac:spMk id="2" creationId="{C45570F0-8A14-13B5-464E-37C9475D1EE4}"/>
          </ac:spMkLst>
        </pc:spChg>
      </pc:sldChg>
      <pc:sldChg chg="modSp del mod">
        <pc:chgData name="Sahand Khodabandehloo" userId="cb03d64890cf78b3" providerId="LiveId" clId="{D26E0251-44D5-4BB6-A8C2-D8C8C62E7A5B}" dt="2025-12-09T00:45:41.238" v="2180" actId="47"/>
        <pc:sldMkLst>
          <pc:docMk/>
          <pc:sldMk cId="990389394" sldId="286"/>
        </pc:sldMkLst>
        <pc:spChg chg="mod">
          <ac:chgData name="Sahand Khodabandehloo" userId="cb03d64890cf78b3" providerId="LiveId" clId="{D26E0251-44D5-4BB6-A8C2-D8C8C62E7A5B}" dt="2025-12-09T00:27:44.233" v="1498" actId="20577"/>
          <ac:spMkLst>
            <pc:docMk/>
            <pc:sldMk cId="990389394" sldId="286"/>
            <ac:spMk id="2" creationId="{62D46262-3E41-31F6-65DD-257D51C6DB0D}"/>
          </ac:spMkLst>
        </pc:spChg>
        <pc:spChg chg="mod">
          <ac:chgData name="Sahand Khodabandehloo" userId="cb03d64890cf78b3" providerId="LiveId" clId="{D26E0251-44D5-4BB6-A8C2-D8C8C62E7A5B}" dt="2025-12-09T00:26:13.257" v="1455" actId="790"/>
          <ac:spMkLst>
            <pc:docMk/>
            <pc:sldMk cId="990389394" sldId="286"/>
            <ac:spMk id="3" creationId="{872C70EB-234B-F015-E26E-A1EA44545DFD}"/>
          </ac:spMkLst>
        </pc:spChg>
      </pc:sldChg>
      <pc:sldChg chg="addSp modSp add mod ord">
        <pc:chgData name="Sahand Khodabandehloo" userId="cb03d64890cf78b3" providerId="LiveId" clId="{D26E0251-44D5-4BB6-A8C2-D8C8C62E7A5B}" dt="2025-12-09T03:19:06.252" v="3509" actId="20577"/>
        <pc:sldMkLst>
          <pc:docMk/>
          <pc:sldMk cId="2967587573" sldId="297"/>
        </pc:sldMkLst>
        <pc:spChg chg="mod">
          <ac:chgData name="Sahand Khodabandehloo" userId="cb03d64890cf78b3" providerId="LiveId" clId="{D26E0251-44D5-4BB6-A8C2-D8C8C62E7A5B}" dt="2025-12-09T02:43:56.841" v="3079" actId="6549"/>
          <ac:spMkLst>
            <pc:docMk/>
            <pc:sldMk cId="2967587573" sldId="297"/>
            <ac:spMk id="2" creationId="{3AF83429-1181-20F1-46C9-DD4970B6F447}"/>
          </ac:spMkLst>
        </pc:spChg>
        <pc:spChg chg="mod">
          <ac:chgData name="Sahand Khodabandehloo" userId="cb03d64890cf78b3" providerId="LiveId" clId="{D26E0251-44D5-4BB6-A8C2-D8C8C62E7A5B}" dt="2025-12-09T03:19:06.252" v="3509" actId="20577"/>
          <ac:spMkLst>
            <pc:docMk/>
            <pc:sldMk cId="2967587573" sldId="297"/>
            <ac:spMk id="3" creationId="{F616BA7E-D032-B471-1D76-D61B90BCC0C3}"/>
          </ac:spMkLst>
        </pc:spChg>
        <pc:spChg chg="add">
          <ac:chgData name="Sahand Khodabandehloo" userId="cb03d64890cf78b3" providerId="LiveId" clId="{D26E0251-44D5-4BB6-A8C2-D8C8C62E7A5B}" dt="2025-12-09T00:12:25.422" v="912"/>
          <ac:spMkLst>
            <pc:docMk/>
            <pc:sldMk cId="2967587573" sldId="297"/>
            <ac:spMk id="4" creationId="{6BDD5858-D238-DCD8-7012-675568640553}"/>
          </ac:spMkLst>
        </pc:spChg>
        <pc:spChg chg="add">
          <ac:chgData name="Sahand Khodabandehloo" userId="cb03d64890cf78b3" providerId="LiveId" clId="{D26E0251-44D5-4BB6-A8C2-D8C8C62E7A5B}" dt="2025-12-09T00:12:27.128" v="913"/>
          <ac:spMkLst>
            <pc:docMk/>
            <pc:sldMk cId="2967587573" sldId="297"/>
            <ac:spMk id="5" creationId="{0A394164-A26B-FC67-C6A6-B81C3EBB02EC}"/>
          </ac:spMkLst>
        </pc:spChg>
        <pc:spChg chg="add">
          <ac:chgData name="Sahand Khodabandehloo" userId="cb03d64890cf78b3" providerId="LiveId" clId="{D26E0251-44D5-4BB6-A8C2-D8C8C62E7A5B}" dt="2025-12-09T00:12:28.306" v="914"/>
          <ac:spMkLst>
            <pc:docMk/>
            <pc:sldMk cId="2967587573" sldId="297"/>
            <ac:spMk id="6" creationId="{46197ABF-CCF3-BFCF-3BBD-8BFC98E78DB0}"/>
          </ac:spMkLst>
        </pc:spChg>
      </pc:sldChg>
      <pc:sldChg chg="add del">
        <pc:chgData name="Sahand Khodabandehloo" userId="cb03d64890cf78b3" providerId="LiveId" clId="{D26E0251-44D5-4BB6-A8C2-D8C8C62E7A5B}" dt="2025-12-09T00:39:56.919" v="1909" actId="47"/>
        <pc:sldMkLst>
          <pc:docMk/>
          <pc:sldMk cId="380897844" sldId="298"/>
        </pc:sldMkLst>
      </pc:sldChg>
      <pc:sldChg chg="add del">
        <pc:chgData name="Sahand Khodabandehloo" userId="cb03d64890cf78b3" providerId="LiveId" clId="{D26E0251-44D5-4BB6-A8C2-D8C8C62E7A5B}" dt="2025-12-09T00:39:57.962" v="1910" actId="47"/>
        <pc:sldMkLst>
          <pc:docMk/>
          <pc:sldMk cId="424376925" sldId="299"/>
        </pc:sldMkLst>
      </pc:sldChg>
      <pc:sldChg chg="addSp modSp add mod">
        <pc:chgData name="Sahand Khodabandehloo" userId="cb03d64890cf78b3" providerId="LiveId" clId="{D26E0251-44D5-4BB6-A8C2-D8C8C62E7A5B}" dt="2025-12-09T03:41:02.168" v="4317" actId="20577"/>
        <pc:sldMkLst>
          <pc:docMk/>
          <pc:sldMk cId="2772075290" sldId="300"/>
        </pc:sldMkLst>
        <pc:spChg chg="mod">
          <ac:chgData name="Sahand Khodabandehloo" userId="cb03d64890cf78b3" providerId="LiveId" clId="{D26E0251-44D5-4BB6-A8C2-D8C8C62E7A5B}" dt="2025-12-09T03:15:06.565" v="3469" actId="790"/>
          <ac:spMkLst>
            <pc:docMk/>
            <pc:sldMk cId="2772075290" sldId="300"/>
            <ac:spMk id="2" creationId="{3F641B73-DEF7-2BAE-DDF3-1D6D2A112F17}"/>
          </ac:spMkLst>
        </pc:spChg>
        <pc:spChg chg="mod">
          <ac:chgData name="Sahand Khodabandehloo" userId="cb03d64890cf78b3" providerId="LiveId" clId="{D26E0251-44D5-4BB6-A8C2-D8C8C62E7A5B}" dt="2025-12-09T03:41:02.168" v="4317" actId="20577"/>
          <ac:spMkLst>
            <pc:docMk/>
            <pc:sldMk cId="2772075290" sldId="300"/>
            <ac:spMk id="3" creationId="{047D6887-696C-236E-A41F-E4657AB3A245}"/>
          </ac:spMkLst>
        </pc:spChg>
        <pc:spChg chg="add mod">
          <ac:chgData name="Sahand Khodabandehloo" userId="cb03d64890cf78b3" providerId="LiveId" clId="{D26E0251-44D5-4BB6-A8C2-D8C8C62E7A5B}" dt="2025-12-09T03:13:01.848" v="3393" actId="14100"/>
          <ac:spMkLst>
            <pc:docMk/>
            <pc:sldMk cId="2772075290" sldId="300"/>
            <ac:spMk id="5" creationId="{1743358C-2523-D866-807D-4B424D8E4961}"/>
          </ac:spMkLst>
        </pc:spChg>
        <pc:picChg chg="add mod">
          <ac:chgData name="Sahand Khodabandehloo" userId="cb03d64890cf78b3" providerId="LiveId" clId="{D26E0251-44D5-4BB6-A8C2-D8C8C62E7A5B}" dt="2025-12-09T03:28:17.164" v="3719" actId="14100"/>
          <ac:picMkLst>
            <pc:docMk/>
            <pc:sldMk cId="2772075290" sldId="300"/>
            <ac:picMk id="5122" creationId="{6780DFCB-032F-3126-9E78-58434FD95DD4}"/>
          </ac:picMkLst>
        </pc:picChg>
      </pc:sldChg>
      <pc:sldChg chg="add del">
        <pc:chgData name="Sahand Khodabandehloo" userId="cb03d64890cf78b3" providerId="LiveId" clId="{D26E0251-44D5-4BB6-A8C2-D8C8C62E7A5B}" dt="2025-12-09T00:39:59.277" v="1911" actId="47"/>
        <pc:sldMkLst>
          <pc:docMk/>
          <pc:sldMk cId="1497431506" sldId="301"/>
        </pc:sldMkLst>
      </pc:sldChg>
      <pc:sldChg chg="addSp delSp modSp add mod ord">
        <pc:chgData name="Sahand Khodabandehloo" userId="cb03d64890cf78b3" providerId="LiveId" clId="{D26E0251-44D5-4BB6-A8C2-D8C8C62E7A5B}" dt="2025-12-09T03:22:04.151" v="3607" actId="14100"/>
        <pc:sldMkLst>
          <pc:docMk/>
          <pc:sldMk cId="1672008690" sldId="302"/>
        </pc:sldMkLst>
        <pc:spChg chg="mod">
          <ac:chgData name="Sahand Khodabandehloo" userId="cb03d64890cf78b3" providerId="LiveId" clId="{D26E0251-44D5-4BB6-A8C2-D8C8C62E7A5B}" dt="2025-12-09T00:38:44.970" v="1901" actId="20577"/>
          <ac:spMkLst>
            <pc:docMk/>
            <pc:sldMk cId="1672008690" sldId="302"/>
            <ac:spMk id="2" creationId="{D5B88FBC-2229-DE3E-20CD-D7AC421F7B2B}"/>
          </ac:spMkLst>
        </pc:spChg>
        <pc:spChg chg="add del mod">
          <ac:chgData name="Sahand Khodabandehloo" userId="cb03d64890cf78b3" providerId="LiveId" clId="{D26E0251-44D5-4BB6-A8C2-D8C8C62E7A5B}" dt="2025-12-09T03:21:03.689" v="3601" actId="6549"/>
          <ac:spMkLst>
            <pc:docMk/>
            <pc:sldMk cId="1672008690" sldId="302"/>
            <ac:spMk id="3" creationId="{98C88F0E-31AF-34DF-352C-023476435DAF}"/>
          </ac:spMkLst>
        </pc:spChg>
        <pc:spChg chg="add mod">
          <ac:chgData name="Sahand Khodabandehloo" userId="cb03d64890cf78b3" providerId="LiveId" clId="{D26E0251-44D5-4BB6-A8C2-D8C8C62E7A5B}" dt="2025-12-09T00:28:59.609" v="1500"/>
          <ac:spMkLst>
            <pc:docMk/>
            <pc:sldMk cId="1672008690" sldId="302"/>
            <ac:spMk id="4" creationId="{6D0960B3-6541-FF5E-2309-D495BF54A243}"/>
          </ac:spMkLst>
        </pc:spChg>
        <pc:picChg chg="add mod">
          <ac:chgData name="Sahand Khodabandehloo" userId="cb03d64890cf78b3" providerId="LiveId" clId="{D26E0251-44D5-4BB6-A8C2-D8C8C62E7A5B}" dt="2025-12-09T03:22:04.151" v="3607" actId="14100"/>
          <ac:picMkLst>
            <pc:docMk/>
            <pc:sldMk cId="1672008690" sldId="302"/>
            <ac:picMk id="3075" creationId="{0D77D8BC-09C6-0A4F-DCEB-BB84EFAD0687}"/>
          </ac:picMkLst>
        </pc:picChg>
      </pc:sldChg>
      <pc:sldChg chg="modSp add mod ord">
        <pc:chgData name="Sahand Khodabandehloo" userId="cb03d64890cf78b3" providerId="LiveId" clId="{D26E0251-44D5-4BB6-A8C2-D8C8C62E7A5B}" dt="2025-12-09T03:04:26.658" v="3170" actId="20577"/>
        <pc:sldMkLst>
          <pc:docMk/>
          <pc:sldMk cId="564517140" sldId="303"/>
        </pc:sldMkLst>
        <pc:spChg chg="mod">
          <ac:chgData name="Sahand Khodabandehloo" userId="cb03d64890cf78b3" providerId="LiveId" clId="{D26E0251-44D5-4BB6-A8C2-D8C8C62E7A5B}" dt="2025-12-09T03:04:00.183" v="3167" actId="6549"/>
          <ac:spMkLst>
            <pc:docMk/>
            <pc:sldMk cId="564517140" sldId="303"/>
            <ac:spMk id="2" creationId="{855664A9-0AC5-F841-375D-A39CD147BD11}"/>
          </ac:spMkLst>
        </pc:spChg>
        <pc:spChg chg="mod">
          <ac:chgData name="Sahand Khodabandehloo" userId="cb03d64890cf78b3" providerId="LiveId" clId="{D26E0251-44D5-4BB6-A8C2-D8C8C62E7A5B}" dt="2025-12-09T03:04:26.658" v="3170" actId="20577"/>
          <ac:spMkLst>
            <pc:docMk/>
            <pc:sldMk cId="564517140" sldId="303"/>
            <ac:spMk id="3" creationId="{1B7E54CB-005C-5FD0-7BC0-492824C3349C}"/>
          </ac:spMkLst>
        </pc:spChg>
      </pc:sldChg>
      <pc:sldChg chg="addSp delSp modSp add del mod">
        <pc:chgData name="Sahand Khodabandehloo" userId="cb03d64890cf78b3" providerId="LiveId" clId="{D26E0251-44D5-4BB6-A8C2-D8C8C62E7A5B}" dt="2025-12-09T00:24:51.286" v="1395" actId="47"/>
        <pc:sldMkLst>
          <pc:docMk/>
          <pc:sldMk cId="2988765532" sldId="303"/>
        </pc:sldMkLst>
        <pc:spChg chg="mod">
          <ac:chgData name="Sahand Khodabandehloo" userId="cb03d64890cf78b3" providerId="LiveId" clId="{D26E0251-44D5-4BB6-A8C2-D8C8C62E7A5B}" dt="2025-12-09T00:24:35.457" v="1394" actId="14100"/>
          <ac:spMkLst>
            <pc:docMk/>
            <pc:sldMk cId="2988765532" sldId="303"/>
            <ac:spMk id="3" creationId="{398613B5-CF41-37F1-D444-D4FC84DA3820}"/>
          </ac:spMkLst>
        </pc:spChg>
        <pc:spChg chg="add del mod">
          <ac:chgData name="Sahand Khodabandehloo" userId="cb03d64890cf78b3" providerId="LiveId" clId="{D26E0251-44D5-4BB6-A8C2-D8C8C62E7A5B}" dt="2025-12-09T00:21:45.844" v="1325" actId="478"/>
          <ac:spMkLst>
            <pc:docMk/>
            <pc:sldMk cId="2988765532" sldId="303"/>
            <ac:spMk id="4" creationId="{30218580-882B-B5B8-8839-E29EDED39B91}"/>
          </ac:spMkLst>
        </pc:spChg>
        <pc:spChg chg="add mod">
          <ac:chgData name="Sahand Khodabandehloo" userId="cb03d64890cf78b3" providerId="LiveId" clId="{D26E0251-44D5-4BB6-A8C2-D8C8C62E7A5B}" dt="2025-12-09T00:22:37.549" v="1344" actId="14100"/>
          <ac:spMkLst>
            <pc:docMk/>
            <pc:sldMk cId="2988765532" sldId="303"/>
            <ac:spMk id="5" creationId="{76D717F7-6953-C8E9-0734-592BEECBDAF4}"/>
          </ac:spMkLst>
        </pc:spChg>
      </pc:sldChg>
      <pc:sldChg chg="modSp add del mod">
        <pc:chgData name="Sahand Khodabandehloo" userId="cb03d64890cf78b3" providerId="LiveId" clId="{D26E0251-44D5-4BB6-A8C2-D8C8C62E7A5B}" dt="2025-12-09T03:22:42.580" v="3612" actId="47"/>
        <pc:sldMkLst>
          <pc:docMk/>
          <pc:sldMk cId="3726338642" sldId="304"/>
        </pc:sldMkLst>
        <pc:spChg chg="mod">
          <ac:chgData name="Sahand Khodabandehloo" userId="cb03d64890cf78b3" providerId="LiveId" clId="{D26E0251-44D5-4BB6-A8C2-D8C8C62E7A5B}" dt="2025-12-09T00:43:28.094" v="2146"/>
          <ac:spMkLst>
            <pc:docMk/>
            <pc:sldMk cId="3726338642" sldId="304"/>
            <ac:spMk id="2" creationId="{4C378D34-BB27-CDC8-7E77-DBC80D57D9DA}"/>
          </ac:spMkLst>
        </pc:spChg>
        <pc:spChg chg="mod">
          <ac:chgData name="Sahand Khodabandehloo" userId="cb03d64890cf78b3" providerId="LiveId" clId="{D26E0251-44D5-4BB6-A8C2-D8C8C62E7A5B}" dt="2025-12-09T03:08:19.863" v="3275" actId="6549"/>
          <ac:spMkLst>
            <pc:docMk/>
            <pc:sldMk cId="3726338642" sldId="304"/>
            <ac:spMk id="3" creationId="{DB6BA97D-D503-08F9-9A46-2B43870881B6}"/>
          </ac:spMkLst>
        </pc:spChg>
        <pc:picChg chg="mod">
          <ac:chgData name="Sahand Khodabandehloo" userId="cb03d64890cf78b3" providerId="LiveId" clId="{D26E0251-44D5-4BB6-A8C2-D8C8C62E7A5B}" dt="2025-12-09T00:43:11.275" v="2144" actId="14826"/>
          <ac:picMkLst>
            <pc:docMk/>
            <pc:sldMk cId="3726338642" sldId="304"/>
            <ac:picMk id="3075" creationId="{E61CAF90-4943-B05C-3FBC-E3F796B29C2B}"/>
          </ac:picMkLst>
        </pc:picChg>
      </pc:sldChg>
      <pc:sldChg chg="new del">
        <pc:chgData name="Sahand Khodabandehloo" userId="cb03d64890cf78b3" providerId="LiveId" clId="{D26E0251-44D5-4BB6-A8C2-D8C8C62E7A5B}" dt="2025-12-09T00:49:28.885" v="2395" actId="47"/>
        <pc:sldMkLst>
          <pc:docMk/>
          <pc:sldMk cId="136662081" sldId="305"/>
        </pc:sldMkLst>
      </pc:sldChg>
      <pc:sldChg chg="addSp modSp new mod">
        <pc:chgData name="Sahand Khodabandehloo" userId="cb03d64890cf78b3" providerId="LiveId" clId="{D26E0251-44D5-4BB6-A8C2-D8C8C62E7A5B}" dt="2025-12-09T10:01:10.151" v="4582" actId="20577"/>
        <pc:sldMkLst>
          <pc:docMk/>
          <pc:sldMk cId="2460203823" sldId="305"/>
        </pc:sldMkLst>
        <pc:spChg chg="mod">
          <ac:chgData name="Sahand Khodabandehloo" userId="cb03d64890cf78b3" providerId="LiveId" clId="{D26E0251-44D5-4BB6-A8C2-D8C8C62E7A5B}" dt="2025-12-09T03:13:59.674" v="3426" actId="20577"/>
          <ac:spMkLst>
            <pc:docMk/>
            <pc:sldMk cId="2460203823" sldId="305"/>
            <ac:spMk id="2" creationId="{F77F41EE-EDD8-3770-3693-A27E2761054E}"/>
          </ac:spMkLst>
        </pc:spChg>
        <pc:spChg chg="mod">
          <ac:chgData name="Sahand Khodabandehloo" userId="cb03d64890cf78b3" providerId="LiveId" clId="{D26E0251-44D5-4BB6-A8C2-D8C8C62E7A5B}" dt="2025-12-09T10:01:10.151" v="4582" actId="20577"/>
          <ac:spMkLst>
            <pc:docMk/>
            <pc:sldMk cId="2460203823" sldId="305"/>
            <ac:spMk id="3" creationId="{5A37E877-AFE1-1043-6155-C3A381029E05}"/>
          </ac:spMkLst>
        </pc:spChg>
        <pc:spChg chg="add">
          <ac:chgData name="Sahand Khodabandehloo" userId="cb03d64890cf78b3" providerId="LiveId" clId="{D26E0251-44D5-4BB6-A8C2-D8C8C62E7A5B}" dt="2025-12-09T10:00:40.738" v="4569"/>
          <ac:spMkLst>
            <pc:docMk/>
            <pc:sldMk cId="2460203823" sldId="305"/>
            <ac:spMk id="4" creationId="{D89587C4-3A73-CC68-E80A-F6D2D01D400F}"/>
          </ac:spMkLst>
        </pc:spChg>
      </pc:sldChg>
      <pc:sldChg chg="modSp add mod">
        <pc:chgData name="Sahand Khodabandehloo" userId="cb03d64890cf78b3" providerId="LiveId" clId="{D26E0251-44D5-4BB6-A8C2-D8C8C62E7A5B}" dt="2025-12-09T03:23:07.936" v="3616" actId="20577"/>
        <pc:sldMkLst>
          <pc:docMk/>
          <pc:sldMk cId="654988353" sldId="306"/>
        </pc:sldMkLst>
        <pc:spChg chg="mod">
          <ac:chgData name="Sahand Khodabandehloo" userId="cb03d64890cf78b3" providerId="LiveId" clId="{D26E0251-44D5-4BB6-A8C2-D8C8C62E7A5B}" dt="2025-12-09T03:22:33.810" v="3611"/>
          <ac:spMkLst>
            <pc:docMk/>
            <pc:sldMk cId="654988353" sldId="306"/>
            <ac:spMk id="2" creationId="{88675AB9-5732-E2AC-FC78-F38E63AA6548}"/>
          </ac:spMkLst>
        </pc:spChg>
        <pc:spChg chg="mod">
          <ac:chgData name="Sahand Khodabandehloo" userId="cb03d64890cf78b3" providerId="LiveId" clId="{D26E0251-44D5-4BB6-A8C2-D8C8C62E7A5B}" dt="2025-12-09T03:23:07.936" v="3616" actId="20577"/>
          <ac:spMkLst>
            <pc:docMk/>
            <pc:sldMk cId="654988353" sldId="306"/>
            <ac:spMk id="3" creationId="{7DA32985-348A-B799-8C37-43310CBDBD93}"/>
          </ac:spMkLst>
        </pc:spChg>
        <pc:picChg chg="mod">
          <ac:chgData name="Sahand Khodabandehloo" userId="cb03d64890cf78b3" providerId="LiveId" clId="{D26E0251-44D5-4BB6-A8C2-D8C8C62E7A5B}" dt="2025-12-09T03:22:13.166" v="3609" actId="14826"/>
          <ac:picMkLst>
            <pc:docMk/>
            <pc:sldMk cId="654988353" sldId="306"/>
            <ac:picMk id="3075" creationId="{549997E1-EBA1-92A5-903E-A8B9808E8819}"/>
          </ac:picMkLst>
        </pc:picChg>
      </pc:sldChg>
      <pc:sldChg chg="add del">
        <pc:chgData name="Sahand Khodabandehloo" userId="cb03d64890cf78b3" providerId="LiveId" clId="{D26E0251-44D5-4BB6-A8C2-D8C8C62E7A5B}" dt="2025-12-09T03:21:50.062" v="3605" actId="2890"/>
        <pc:sldMkLst>
          <pc:docMk/>
          <pc:sldMk cId="3240267026" sldId="306"/>
        </pc:sldMkLst>
      </pc:sldChg>
    </pc:docChg>
  </pc:docChgLst>
  <pc:docChgLst>
    <pc:chgData name="Sahand Khodabandehloo" userId="cb03d64890cf78b3" providerId="LiveId" clId="{AEADFE8F-089F-4D1C-B910-EFAA6FC09485}"/>
    <pc:docChg chg="custSel addSld delSld modSld sldOrd">
      <pc:chgData name="Sahand Khodabandehloo" userId="cb03d64890cf78b3" providerId="LiveId" clId="{AEADFE8F-089F-4D1C-B910-EFAA6FC09485}" dt="2025-12-08T10:51:50.455" v="154" actId="1076"/>
      <pc:docMkLst>
        <pc:docMk/>
      </pc:docMkLst>
      <pc:sldChg chg="del">
        <pc:chgData name="Sahand Khodabandehloo" userId="cb03d64890cf78b3" providerId="LiveId" clId="{AEADFE8F-089F-4D1C-B910-EFAA6FC09485}" dt="2025-12-08T10:48:21.538" v="16" actId="2696"/>
        <pc:sldMkLst>
          <pc:docMk/>
          <pc:sldMk cId="4272728243" sldId="264"/>
        </pc:sldMkLst>
      </pc:sldChg>
      <pc:sldChg chg="del">
        <pc:chgData name="Sahand Khodabandehloo" userId="cb03d64890cf78b3" providerId="LiveId" clId="{AEADFE8F-089F-4D1C-B910-EFAA6FC09485}" dt="2025-12-08T10:48:21.962" v="17" actId="2696"/>
        <pc:sldMkLst>
          <pc:docMk/>
          <pc:sldMk cId="3479568029" sldId="266"/>
        </pc:sldMkLst>
      </pc:sldChg>
      <pc:sldChg chg="del">
        <pc:chgData name="Sahand Khodabandehloo" userId="cb03d64890cf78b3" providerId="LiveId" clId="{AEADFE8F-089F-4D1C-B910-EFAA6FC09485}" dt="2025-12-08T10:48:23.621" v="18" actId="2696"/>
        <pc:sldMkLst>
          <pc:docMk/>
          <pc:sldMk cId="2312453961" sldId="267"/>
        </pc:sldMkLst>
      </pc:sldChg>
      <pc:sldChg chg="del">
        <pc:chgData name="Sahand Khodabandehloo" userId="cb03d64890cf78b3" providerId="LiveId" clId="{AEADFE8F-089F-4D1C-B910-EFAA6FC09485}" dt="2025-12-08T10:48:25.845" v="19" actId="2696"/>
        <pc:sldMkLst>
          <pc:docMk/>
          <pc:sldMk cId="302701178" sldId="268"/>
        </pc:sldMkLst>
      </pc:sldChg>
      <pc:sldChg chg="del">
        <pc:chgData name="Sahand Khodabandehloo" userId="cb03d64890cf78b3" providerId="LiveId" clId="{AEADFE8F-089F-4D1C-B910-EFAA6FC09485}" dt="2025-12-08T10:48:26.317" v="20" actId="2696"/>
        <pc:sldMkLst>
          <pc:docMk/>
          <pc:sldMk cId="946142299" sldId="269"/>
        </pc:sldMkLst>
      </pc:sldChg>
      <pc:sldChg chg="del">
        <pc:chgData name="Sahand Khodabandehloo" userId="cb03d64890cf78b3" providerId="LiveId" clId="{AEADFE8F-089F-4D1C-B910-EFAA6FC09485}" dt="2025-12-08T10:48:26.828" v="21" actId="2696"/>
        <pc:sldMkLst>
          <pc:docMk/>
          <pc:sldMk cId="2322839350" sldId="270"/>
        </pc:sldMkLst>
      </pc:sldChg>
      <pc:sldChg chg="del">
        <pc:chgData name="Sahand Khodabandehloo" userId="cb03d64890cf78b3" providerId="LiveId" clId="{AEADFE8F-089F-4D1C-B910-EFAA6FC09485}" dt="2025-12-08T10:48:52.550" v="49" actId="2696"/>
        <pc:sldMkLst>
          <pc:docMk/>
          <pc:sldMk cId="646373469" sldId="271"/>
        </pc:sldMkLst>
      </pc:sldChg>
      <pc:sldChg chg="del">
        <pc:chgData name="Sahand Khodabandehloo" userId="cb03d64890cf78b3" providerId="LiveId" clId="{AEADFE8F-089F-4D1C-B910-EFAA6FC09485}" dt="2025-12-08T10:48:04.290" v="0" actId="2696"/>
        <pc:sldMkLst>
          <pc:docMk/>
          <pc:sldMk cId="3339664479" sldId="272"/>
        </pc:sldMkLst>
      </pc:sldChg>
      <pc:sldChg chg="del">
        <pc:chgData name="Sahand Khodabandehloo" userId="cb03d64890cf78b3" providerId="LiveId" clId="{AEADFE8F-089F-4D1C-B910-EFAA6FC09485}" dt="2025-12-08T10:48:05.560" v="1" actId="2696"/>
        <pc:sldMkLst>
          <pc:docMk/>
          <pc:sldMk cId="3736522331" sldId="273"/>
        </pc:sldMkLst>
      </pc:sldChg>
      <pc:sldChg chg="del">
        <pc:chgData name="Sahand Khodabandehloo" userId="cb03d64890cf78b3" providerId="LiveId" clId="{AEADFE8F-089F-4D1C-B910-EFAA6FC09485}" dt="2025-12-08T10:48:07.094" v="2" actId="2696"/>
        <pc:sldMkLst>
          <pc:docMk/>
          <pc:sldMk cId="4056779588" sldId="274"/>
        </pc:sldMkLst>
      </pc:sldChg>
      <pc:sldChg chg="del">
        <pc:chgData name="Sahand Khodabandehloo" userId="cb03d64890cf78b3" providerId="LiveId" clId="{AEADFE8F-089F-4D1C-B910-EFAA6FC09485}" dt="2025-12-08T10:48:28.929" v="24" actId="2696"/>
        <pc:sldMkLst>
          <pc:docMk/>
          <pc:sldMk cId="3366678703" sldId="275"/>
        </pc:sldMkLst>
      </pc:sldChg>
      <pc:sldChg chg="del">
        <pc:chgData name="Sahand Khodabandehloo" userId="cb03d64890cf78b3" providerId="LiveId" clId="{AEADFE8F-089F-4D1C-B910-EFAA6FC09485}" dt="2025-12-08T10:48:08.345" v="3" actId="2696"/>
        <pc:sldMkLst>
          <pc:docMk/>
          <pc:sldMk cId="110800522" sldId="276"/>
        </pc:sldMkLst>
      </pc:sldChg>
      <pc:sldChg chg="del">
        <pc:chgData name="Sahand Khodabandehloo" userId="cb03d64890cf78b3" providerId="LiveId" clId="{AEADFE8F-089F-4D1C-B910-EFAA6FC09485}" dt="2025-12-08T10:48:09.490" v="4" actId="2696"/>
        <pc:sldMkLst>
          <pc:docMk/>
          <pc:sldMk cId="1249500874" sldId="277"/>
        </pc:sldMkLst>
      </pc:sldChg>
      <pc:sldChg chg="new del">
        <pc:chgData name="Sahand Khodabandehloo" userId="cb03d64890cf78b3" providerId="LiveId" clId="{AEADFE8F-089F-4D1C-B910-EFAA6FC09485}" dt="2025-12-08T10:49:33.223" v="51" actId="2696"/>
        <pc:sldMkLst>
          <pc:docMk/>
          <pc:sldMk cId="3815227860" sldId="280"/>
        </pc:sldMkLst>
      </pc:sldChg>
      <pc:sldChg chg="del">
        <pc:chgData name="Sahand Khodabandehloo" userId="cb03d64890cf78b3" providerId="LiveId" clId="{AEADFE8F-089F-4D1C-B910-EFAA6FC09485}" dt="2025-12-08T10:48:44.136" v="41" actId="2696"/>
        <pc:sldMkLst>
          <pc:docMk/>
          <pc:sldMk cId="4079185155" sldId="280"/>
        </pc:sldMkLst>
      </pc:sldChg>
      <pc:sldChg chg="modSp new mod modClrScheme chgLayout">
        <pc:chgData name="Sahand Khodabandehloo" userId="cb03d64890cf78b3" providerId="LiveId" clId="{AEADFE8F-089F-4D1C-B910-EFAA6FC09485}" dt="2025-12-08T10:50:13.467" v="99" actId="20577"/>
        <pc:sldMkLst>
          <pc:docMk/>
          <pc:sldMk cId="4173767934" sldId="280"/>
        </pc:sldMkLst>
        <pc:spChg chg="mod ord">
          <ac:chgData name="Sahand Khodabandehloo" userId="cb03d64890cf78b3" providerId="LiveId" clId="{AEADFE8F-089F-4D1C-B910-EFAA6FC09485}" dt="2025-12-08T10:50:13.467" v="99" actId="20577"/>
          <ac:spMkLst>
            <pc:docMk/>
            <pc:sldMk cId="4173767934" sldId="280"/>
            <ac:spMk id="2" creationId="{62D46262-3E41-31F6-65DD-257D51C6DB0D}"/>
          </ac:spMkLst>
        </pc:spChg>
        <pc:spChg chg="mod ord">
          <ac:chgData name="Sahand Khodabandehloo" userId="cb03d64890cf78b3" providerId="LiveId" clId="{AEADFE8F-089F-4D1C-B910-EFAA6FC09485}" dt="2025-12-08T10:49:44.749" v="53" actId="700"/>
          <ac:spMkLst>
            <pc:docMk/>
            <pc:sldMk cId="4173767934" sldId="280"/>
            <ac:spMk id="3" creationId="{872C70EB-234B-F015-E26E-A1EA44545DFD}"/>
          </ac:spMkLst>
        </pc:spChg>
      </pc:sldChg>
      <pc:sldChg chg="modSp add mod ord">
        <pc:chgData name="Sahand Khodabandehloo" userId="cb03d64890cf78b3" providerId="LiveId" clId="{AEADFE8F-089F-4D1C-B910-EFAA6FC09485}" dt="2025-12-08T10:51:50.455" v="154" actId="1076"/>
        <pc:sldMkLst>
          <pc:docMk/>
          <pc:sldMk cId="2160333391" sldId="281"/>
        </pc:sldMkLst>
        <pc:spChg chg="mod">
          <ac:chgData name="Sahand Khodabandehloo" userId="cb03d64890cf78b3" providerId="LiveId" clId="{AEADFE8F-089F-4D1C-B910-EFAA6FC09485}" dt="2025-12-08T10:50:43.738" v="121" actId="20577"/>
          <ac:spMkLst>
            <pc:docMk/>
            <pc:sldMk cId="2160333391" sldId="281"/>
            <ac:spMk id="2" creationId="{62D46262-3E41-31F6-65DD-257D51C6DB0D}"/>
          </ac:spMkLst>
        </pc:spChg>
      </pc:sldChg>
      <pc:sldChg chg="del">
        <pc:chgData name="Sahand Khodabandehloo" userId="cb03d64890cf78b3" providerId="LiveId" clId="{AEADFE8F-089F-4D1C-B910-EFAA6FC09485}" dt="2025-12-08T10:48:44.948" v="42" actId="2696"/>
        <pc:sldMkLst>
          <pc:docMk/>
          <pc:sldMk cId="3119200733" sldId="281"/>
        </pc:sldMkLst>
      </pc:sldChg>
      <pc:sldChg chg="del">
        <pc:chgData name="Sahand Khodabandehloo" userId="cb03d64890cf78b3" providerId="LiveId" clId="{AEADFE8F-089F-4D1C-B910-EFAA6FC09485}" dt="2025-12-08T10:48:46.566" v="43" actId="2696"/>
        <pc:sldMkLst>
          <pc:docMk/>
          <pc:sldMk cId="135792468" sldId="282"/>
        </pc:sldMkLst>
      </pc:sldChg>
      <pc:sldChg chg="modSp add mod">
        <pc:chgData name="Sahand Khodabandehloo" userId="cb03d64890cf78b3" providerId="LiveId" clId="{AEADFE8F-089F-4D1C-B910-EFAA6FC09485}" dt="2025-12-08T10:50:49.473" v="128" actId="20577"/>
        <pc:sldMkLst>
          <pc:docMk/>
          <pc:sldMk cId="779102611" sldId="282"/>
        </pc:sldMkLst>
        <pc:spChg chg="mod">
          <ac:chgData name="Sahand Khodabandehloo" userId="cb03d64890cf78b3" providerId="LiveId" clId="{AEADFE8F-089F-4D1C-B910-EFAA6FC09485}" dt="2025-12-08T10:50:49.473" v="128" actId="20577"/>
          <ac:spMkLst>
            <pc:docMk/>
            <pc:sldMk cId="779102611" sldId="282"/>
            <ac:spMk id="2" creationId="{62D46262-3E41-31F6-65DD-257D51C6DB0D}"/>
          </ac:spMkLst>
        </pc:spChg>
      </pc:sldChg>
      <pc:sldChg chg="modSp add mod">
        <pc:chgData name="Sahand Khodabandehloo" userId="cb03d64890cf78b3" providerId="LiveId" clId="{AEADFE8F-089F-4D1C-B910-EFAA6FC09485}" dt="2025-12-08T10:50:57.515" v="138" actId="20577"/>
        <pc:sldMkLst>
          <pc:docMk/>
          <pc:sldMk cId="622641325" sldId="283"/>
        </pc:sldMkLst>
        <pc:spChg chg="mod">
          <ac:chgData name="Sahand Khodabandehloo" userId="cb03d64890cf78b3" providerId="LiveId" clId="{AEADFE8F-089F-4D1C-B910-EFAA6FC09485}" dt="2025-12-08T10:50:57.515" v="138" actId="20577"/>
          <ac:spMkLst>
            <pc:docMk/>
            <pc:sldMk cId="622641325" sldId="283"/>
            <ac:spMk id="2" creationId="{62D46262-3E41-31F6-65DD-257D51C6DB0D}"/>
          </ac:spMkLst>
        </pc:spChg>
      </pc:sldChg>
      <pc:sldChg chg="del">
        <pc:chgData name="Sahand Khodabandehloo" userId="cb03d64890cf78b3" providerId="LiveId" clId="{AEADFE8F-089F-4D1C-B910-EFAA6FC09485}" dt="2025-12-08T10:48:27.789" v="22" actId="2696"/>
        <pc:sldMkLst>
          <pc:docMk/>
          <pc:sldMk cId="3149910143" sldId="283"/>
        </pc:sldMkLst>
      </pc:sldChg>
      <pc:sldChg chg="del">
        <pc:chgData name="Sahand Khodabandehloo" userId="cb03d64890cf78b3" providerId="LiveId" clId="{AEADFE8F-089F-4D1C-B910-EFAA6FC09485}" dt="2025-12-08T10:48:28.431" v="23" actId="2696"/>
        <pc:sldMkLst>
          <pc:docMk/>
          <pc:sldMk cId="1758166451" sldId="284"/>
        </pc:sldMkLst>
      </pc:sldChg>
      <pc:sldChg chg="add del">
        <pc:chgData name="Sahand Khodabandehloo" userId="cb03d64890cf78b3" providerId="LiveId" clId="{AEADFE8F-089F-4D1C-B910-EFAA6FC09485}" dt="2025-12-08T10:51:03.266" v="139" actId="2696"/>
        <pc:sldMkLst>
          <pc:docMk/>
          <pc:sldMk cId="2095762035" sldId="284"/>
        </pc:sldMkLst>
      </pc:sldChg>
      <pc:sldChg chg="modSp new mod">
        <pc:chgData name="Sahand Khodabandehloo" userId="cb03d64890cf78b3" providerId="LiveId" clId="{AEADFE8F-089F-4D1C-B910-EFAA6FC09485}" dt="2025-12-08T10:51:13.847" v="150" actId="20577"/>
        <pc:sldMkLst>
          <pc:docMk/>
          <pc:sldMk cId="3211705226" sldId="284"/>
        </pc:sldMkLst>
        <pc:spChg chg="mod">
          <ac:chgData name="Sahand Khodabandehloo" userId="cb03d64890cf78b3" providerId="LiveId" clId="{AEADFE8F-089F-4D1C-B910-EFAA6FC09485}" dt="2025-12-08T10:51:13.847" v="150" actId="20577"/>
          <ac:spMkLst>
            <pc:docMk/>
            <pc:sldMk cId="3211705226" sldId="284"/>
            <ac:spMk id="2" creationId="{C45570F0-8A14-13B5-464E-37C9475D1EE4}"/>
          </ac:spMkLst>
        </pc:spChg>
      </pc:sldChg>
      <pc:sldChg chg="del">
        <pc:chgData name="Sahand Khodabandehloo" userId="cb03d64890cf78b3" providerId="LiveId" clId="{AEADFE8F-089F-4D1C-B910-EFAA6FC09485}" dt="2025-12-08T10:48:29.433" v="25" actId="2696"/>
        <pc:sldMkLst>
          <pc:docMk/>
          <pc:sldMk cId="3168310056" sldId="285"/>
        </pc:sldMkLst>
      </pc:sldChg>
      <pc:sldChg chg="add ord">
        <pc:chgData name="Sahand Khodabandehloo" userId="cb03d64890cf78b3" providerId="LiveId" clId="{AEADFE8F-089F-4D1C-B910-EFAA6FC09485}" dt="2025-12-08T10:51:42.931" v="152" actId="1076"/>
        <pc:sldMkLst>
          <pc:docMk/>
          <pc:sldMk cId="3823678808" sldId="285"/>
        </pc:sldMkLst>
      </pc:sldChg>
      <pc:sldChg chg="add">
        <pc:chgData name="Sahand Khodabandehloo" userId="cb03d64890cf78b3" providerId="LiveId" clId="{AEADFE8F-089F-4D1C-B910-EFAA6FC09485}" dt="2025-12-08T10:51:46.411" v="153" actId="571"/>
        <pc:sldMkLst>
          <pc:docMk/>
          <pc:sldMk cId="990389394" sldId="286"/>
        </pc:sldMkLst>
      </pc:sldChg>
      <pc:sldChg chg="del">
        <pc:chgData name="Sahand Khodabandehloo" userId="cb03d64890cf78b3" providerId="LiveId" clId="{AEADFE8F-089F-4D1C-B910-EFAA6FC09485}" dt="2025-12-08T10:48:30.576" v="26" actId="2696"/>
        <pc:sldMkLst>
          <pc:docMk/>
          <pc:sldMk cId="2276103576" sldId="286"/>
        </pc:sldMkLst>
      </pc:sldChg>
      <pc:sldChg chg="del">
        <pc:chgData name="Sahand Khodabandehloo" userId="cb03d64890cf78b3" providerId="LiveId" clId="{AEADFE8F-089F-4D1C-B910-EFAA6FC09485}" dt="2025-12-08T10:48:31.089" v="27" actId="2696"/>
        <pc:sldMkLst>
          <pc:docMk/>
          <pc:sldMk cId="3234063720" sldId="287"/>
        </pc:sldMkLst>
      </pc:sldChg>
      <pc:sldChg chg="del">
        <pc:chgData name="Sahand Khodabandehloo" userId="cb03d64890cf78b3" providerId="LiveId" clId="{AEADFE8F-089F-4D1C-B910-EFAA6FC09485}" dt="2025-12-08T10:48:10.710" v="5" actId="2696"/>
        <pc:sldMkLst>
          <pc:docMk/>
          <pc:sldMk cId="480802123" sldId="288"/>
        </pc:sldMkLst>
      </pc:sldChg>
      <pc:sldChg chg="del">
        <pc:chgData name="Sahand Khodabandehloo" userId="cb03d64890cf78b3" providerId="LiveId" clId="{AEADFE8F-089F-4D1C-B910-EFAA6FC09485}" dt="2025-12-08T10:48:11.791" v="6" actId="2696"/>
        <pc:sldMkLst>
          <pc:docMk/>
          <pc:sldMk cId="112868930" sldId="289"/>
        </pc:sldMkLst>
      </pc:sldChg>
      <pc:sldChg chg="del">
        <pc:chgData name="Sahand Khodabandehloo" userId="cb03d64890cf78b3" providerId="LiveId" clId="{AEADFE8F-089F-4D1C-B910-EFAA6FC09485}" dt="2025-12-08T10:48:12.578" v="7" actId="2696"/>
        <pc:sldMkLst>
          <pc:docMk/>
          <pc:sldMk cId="95150013" sldId="290"/>
        </pc:sldMkLst>
      </pc:sldChg>
      <pc:sldChg chg="del">
        <pc:chgData name="Sahand Khodabandehloo" userId="cb03d64890cf78b3" providerId="LiveId" clId="{AEADFE8F-089F-4D1C-B910-EFAA6FC09485}" dt="2025-12-08T10:48:13.496" v="8" actId="2696"/>
        <pc:sldMkLst>
          <pc:docMk/>
          <pc:sldMk cId="1177229440" sldId="291"/>
        </pc:sldMkLst>
      </pc:sldChg>
      <pc:sldChg chg="del">
        <pc:chgData name="Sahand Khodabandehloo" userId="cb03d64890cf78b3" providerId="LiveId" clId="{AEADFE8F-089F-4D1C-B910-EFAA6FC09485}" dt="2025-12-08T10:48:47.040" v="44" actId="2696"/>
        <pc:sldMkLst>
          <pc:docMk/>
          <pc:sldMk cId="873675033" sldId="293"/>
        </pc:sldMkLst>
      </pc:sldChg>
      <pc:sldChg chg="del">
        <pc:chgData name="Sahand Khodabandehloo" userId="cb03d64890cf78b3" providerId="LiveId" clId="{AEADFE8F-089F-4D1C-B910-EFAA6FC09485}" dt="2025-12-08T10:48:47.472" v="45" actId="2696"/>
        <pc:sldMkLst>
          <pc:docMk/>
          <pc:sldMk cId="3129454998" sldId="294"/>
        </pc:sldMkLst>
      </pc:sldChg>
      <pc:sldChg chg="del">
        <pc:chgData name="Sahand Khodabandehloo" userId="cb03d64890cf78b3" providerId="LiveId" clId="{AEADFE8F-089F-4D1C-B910-EFAA6FC09485}" dt="2025-12-08T10:48:33.406" v="28" actId="2696"/>
        <pc:sldMkLst>
          <pc:docMk/>
          <pc:sldMk cId="1368198183" sldId="295"/>
        </pc:sldMkLst>
      </pc:sldChg>
      <pc:sldChg chg="del">
        <pc:chgData name="Sahand Khodabandehloo" userId="cb03d64890cf78b3" providerId="LiveId" clId="{AEADFE8F-089F-4D1C-B910-EFAA6FC09485}" dt="2025-12-08T10:48:14.212" v="9" actId="2696"/>
        <pc:sldMkLst>
          <pc:docMk/>
          <pc:sldMk cId="2234398633" sldId="296"/>
        </pc:sldMkLst>
      </pc:sldChg>
      <pc:sldChg chg="del">
        <pc:chgData name="Sahand Khodabandehloo" userId="cb03d64890cf78b3" providerId="LiveId" clId="{AEADFE8F-089F-4D1C-B910-EFAA6FC09485}" dt="2025-12-08T10:48:14.948" v="10" actId="2696"/>
        <pc:sldMkLst>
          <pc:docMk/>
          <pc:sldMk cId="1472387184" sldId="297"/>
        </pc:sldMkLst>
      </pc:sldChg>
      <pc:sldChg chg="del">
        <pc:chgData name="Sahand Khodabandehloo" userId="cb03d64890cf78b3" providerId="LiveId" clId="{AEADFE8F-089F-4D1C-B910-EFAA6FC09485}" dt="2025-12-08T10:48:15.571" v="11" actId="2696"/>
        <pc:sldMkLst>
          <pc:docMk/>
          <pc:sldMk cId="2139096292" sldId="298"/>
        </pc:sldMkLst>
      </pc:sldChg>
      <pc:sldChg chg="del">
        <pc:chgData name="Sahand Khodabandehloo" userId="cb03d64890cf78b3" providerId="LiveId" clId="{AEADFE8F-089F-4D1C-B910-EFAA6FC09485}" dt="2025-12-08T10:48:16.077" v="12" actId="2696"/>
        <pc:sldMkLst>
          <pc:docMk/>
          <pc:sldMk cId="2671943056" sldId="299"/>
        </pc:sldMkLst>
      </pc:sldChg>
      <pc:sldChg chg="del">
        <pc:chgData name="Sahand Khodabandehloo" userId="cb03d64890cf78b3" providerId="LiveId" clId="{AEADFE8F-089F-4D1C-B910-EFAA6FC09485}" dt="2025-12-08T10:48:47.906" v="46" actId="2696"/>
        <pc:sldMkLst>
          <pc:docMk/>
          <pc:sldMk cId="3929201528" sldId="300"/>
        </pc:sldMkLst>
      </pc:sldChg>
      <pc:sldChg chg="del">
        <pc:chgData name="Sahand Khodabandehloo" userId="cb03d64890cf78b3" providerId="LiveId" clId="{AEADFE8F-089F-4D1C-B910-EFAA6FC09485}" dt="2025-12-08T10:48:16.515" v="13" actId="2696"/>
        <pc:sldMkLst>
          <pc:docMk/>
          <pc:sldMk cId="3409909241" sldId="301"/>
        </pc:sldMkLst>
      </pc:sldChg>
      <pc:sldChg chg="del">
        <pc:chgData name="Sahand Khodabandehloo" userId="cb03d64890cf78b3" providerId="LiveId" clId="{AEADFE8F-089F-4D1C-B910-EFAA6FC09485}" dt="2025-12-08T10:48:50.438" v="48" actId="2696"/>
        <pc:sldMkLst>
          <pc:docMk/>
          <pc:sldMk cId="3187836894" sldId="302"/>
        </pc:sldMkLst>
      </pc:sldChg>
      <pc:sldChg chg="del">
        <pc:chgData name="Sahand Khodabandehloo" userId="cb03d64890cf78b3" providerId="LiveId" clId="{AEADFE8F-089F-4D1C-B910-EFAA6FC09485}" dt="2025-12-08T10:48:48.382" v="47" actId="2696"/>
        <pc:sldMkLst>
          <pc:docMk/>
          <pc:sldMk cId="604592236" sldId="303"/>
        </pc:sldMkLst>
      </pc:sldChg>
      <pc:sldChg chg="del">
        <pc:chgData name="Sahand Khodabandehloo" userId="cb03d64890cf78b3" providerId="LiveId" clId="{AEADFE8F-089F-4D1C-B910-EFAA6FC09485}" dt="2025-12-08T10:48:17.055" v="14" actId="2696"/>
        <pc:sldMkLst>
          <pc:docMk/>
          <pc:sldMk cId="3304574962" sldId="304"/>
        </pc:sldMkLst>
      </pc:sldChg>
      <pc:sldChg chg="del">
        <pc:chgData name="Sahand Khodabandehloo" userId="cb03d64890cf78b3" providerId="LiveId" clId="{AEADFE8F-089F-4D1C-B910-EFAA6FC09485}" dt="2025-12-08T10:48:17.561" v="15" actId="2696"/>
        <pc:sldMkLst>
          <pc:docMk/>
          <pc:sldMk cId="2125875519" sldId="305"/>
        </pc:sldMkLst>
      </pc:sldChg>
      <pc:sldChg chg="del">
        <pc:chgData name="Sahand Khodabandehloo" userId="cb03d64890cf78b3" providerId="LiveId" clId="{AEADFE8F-089F-4D1C-B910-EFAA6FC09485}" dt="2025-12-08T10:48:33.863" v="29" actId="2696"/>
        <pc:sldMkLst>
          <pc:docMk/>
          <pc:sldMk cId="110619531" sldId="306"/>
        </pc:sldMkLst>
      </pc:sldChg>
      <pc:sldChg chg="del">
        <pc:chgData name="Sahand Khodabandehloo" userId="cb03d64890cf78b3" providerId="LiveId" clId="{AEADFE8F-089F-4D1C-B910-EFAA6FC09485}" dt="2025-12-08T10:48:34.789" v="30" actId="2696"/>
        <pc:sldMkLst>
          <pc:docMk/>
          <pc:sldMk cId="2097955936" sldId="307"/>
        </pc:sldMkLst>
      </pc:sldChg>
      <pc:sldChg chg="del">
        <pc:chgData name="Sahand Khodabandehloo" userId="cb03d64890cf78b3" providerId="LiveId" clId="{AEADFE8F-089F-4D1C-B910-EFAA6FC09485}" dt="2025-12-08T10:48:35.681" v="31" actId="2696"/>
        <pc:sldMkLst>
          <pc:docMk/>
          <pc:sldMk cId="3721726874" sldId="308"/>
        </pc:sldMkLst>
      </pc:sldChg>
      <pc:sldChg chg="del">
        <pc:chgData name="Sahand Khodabandehloo" userId="cb03d64890cf78b3" providerId="LiveId" clId="{AEADFE8F-089F-4D1C-B910-EFAA6FC09485}" dt="2025-12-08T10:48:36.601" v="32" actId="2696"/>
        <pc:sldMkLst>
          <pc:docMk/>
          <pc:sldMk cId="3772453018" sldId="309"/>
        </pc:sldMkLst>
      </pc:sldChg>
      <pc:sldChg chg="del">
        <pc:chgData name="Sahand Khodabandehloo" userId="cb03d64890cf78b3" providerId="LiveId" clId="{AEADFE8F-089F-4D1C-B910-EFAA6FC09485}" dt="2025-12-08T10:48:37.202" v="33" actId="2696"/>
        <pc:sldMkLst>
          <pc:docMk/>
          <pc:sldMk cId="102314103" sldId="310"/>
        </pc:sldMkLst>
      </pc:sldChg>
      <pc:sldChg chg="del">
        <pc:chgData name="Sahand Khodabandehloo" userId="cb03d64890cf78b3" providerId="LiveId" clId="{AEADFE8F-089F-4D1C-B910-EFAA6FC09485}" dt="2025-12-08T10:48:37.701" v="34" actId="2696"/>
        <pc:sldMkLst>
          <pc:docMk/>
          <pc:sldMk cId="4221109512" sldId="311"/>
        </pc:sldMkLst>
      </pc:sldChg>
      <pc:sldChg chg="del">
        <pc:chgData name="Sahand Khodabandehloo" userId="cb03d64890cf78b3" providerId="LiveId" clId="{AEADFE8F-089F-4D1C-B910-EFAA6FC09485}" dt="2025-12-08T10:48:38.659" v="35" actId="2696"/>
        <pc:sldMkLst>
          <pc:docMk/>
          <pc:sldMk cId="3059592572" sldId="312"/>
        </pc:sldMkLst>
      </pc:sldChg>
      <pc:sldChg chg="del">
        <pc:chgData name="Sahand Khodabandehloo" userId="cb03d64890cf78b3" providerId="LiveId" clId="{AEADFE8F-089F-4D1C-B910-EFAA6FC09485}" dt="2025-12-08T10:48:39.236" v="36" actId="2696"/>
        <pc:sldMkLst>
          <pc:docMk/>
          <pc:sldMk cId="2781329190" sldId="313"/>
        </pc:sldMkLst>
      </pc:sldChg>
      <pc:sldChg chg="del">
        <pc:chgData name="Sahand Khodabandehloo" userId="cb03d64890cf78b3" providerId="LiveId" clId="{AEADFE8F-089F-4D1C-B910-EFAA6FC09485}" dt="2025-12-08T10:48:39.781" v="37" actId="2696"/>
        <pc:sldMkLst>
          <pc:docMk/>
          <pc:sldMk cId="1704148792" sldId="314"/>
        </pc:sldMkLst>
      </pc:sldChg>
      <pc:sldChg chg="del">
        <pc:chgData name="Sahand Khodabandehloo" userId="cb03d64890cf78b3" providerId="LiveId" clId="{AEADFE8F-089F-4D1C-B910-EFAA6FC09485}" dt="2025-12-08T10:48:40.399" v="38" actId="2696"/>
        <pc:sldMkLst>
          <pc:docMk/>
          <pc:sldMk cId="4283731099" sldId="315"/>
        </pc:sldMkLst>
      </pc:sldChg>
      <pc:sldChg chg="del">
        <pc:chgData name="Sahand Khodabandehloo" userId="cb03d64890cf78b3" providerId="LiveId" clId="{AEADFE8F-089F-4D1C-B910-EFAA6FC09485}" dt="2025-12-08T10:48:40.936" v="39" actId="2696"/>
        <pc:sldMkLst>
          <pc:docMk/>
          <pc:sldMk cId="3840467215" sldId="316"/>
        </pc:sldMkLst>
      </pc:sldChg>
      <pc:sldChg chg="del">
        <pc:chgData name="Sahand Khodabandehloo" userId="cb03d64890cf78b3" providerId="LiveId" clId="{AEADFE8F-089F-4D1C-B910-EFAA6FC09485}" dt="2025-12-08T10:48:41.573" v="40" actId="2696"/>
        <pc:sldMkLst>
          <pc:docMk/>
          <pc:sldMk cId="1773068450" sldId="317"/>
        </pc:sldMkLst>
      </pc:sldChg>
    </pc:docChg>
  </pc:docChgLst>
  <pc:docChgLst>
    <pc:chgData name="Guest User" providerId="Windows Live" clId="Web-{FF26D940-7E1B-B299-71C1-2D602BBC408D}"/>
    <pc:docChg chg="addSld modSld">
      <pc:chgData name="Guest User" userId="" providerId="Windows Live" clId="Web-{FF26D940-7E1B-B299-71C1-2D602BBC408D}" dt="2025-12-08T12:24:58.939" v="1201" actId="20577"/>
      <pc:docMkLst>
        <pc:docMk/>
      </pc:docMkLst>
      <pc:sldChg chg="modSp">
        <pc:chgData name="Guest User" userId="" providerId="Windows Live" clId="Web-{FF26D940-7E1B-B299-71C1-2D602BBC408D}" dt="2025-12-08T12:05:31.097" v="150" actId="1076"/>
        <pc:sldMkLst>
          <pc:docMk/>
          <pc:sldMk cId="1678163533" sldId="287"/>
        </pc:sldMkLst>
        <pc:graphicFrameChg chg="mod modGraphic">
          <ac:chgData name="Guest User" userId="" providerId="Windows Live" clId="Web-{FF26D940-7E1B-B299-71C1-2D602BBC408D}" dt="2025-12-08T12:05:31.097" v="150" actId="1076"/>
          <ac:graphicFrameMkLst>
            <pc:docMk/>
            <pc:sldMk cId="1678163533" sldId="287"/>
            <ac:graphicFrameMk id="550" creationId="{A8B4F056-1AE0-C1E8-DE31-066928C51D35}"/>
          </ac:graphicFrameMkLst>
        </pc:graphicFrameChg>
      </pc:sldChg>
      <pc:sldChg chg="modSp">
        <pc:chgData name="Guest User" userId="" providerId="Windows Live" clId="Web-{FF26D940-7E1B-B299-71C1-2D602BBC408D}" dt="2025-12-08T12:03:12.782" v="114" actId="20577"/>
        <pc:sldMkLst>
          <pc:docMk/>
          <pc:sldMk cId="1350305323" sldId="288"/>
        </pc:sldMkLst>
        <pc:spChg chg="mod">
          <ac:chgData name="Guest User" userId="" providerId="Windows Live" clId="Web-{FF26D940-7E1B-B299-71C1-2D602BBC408D}" dt="2025-12-08T12:03:12.782" v="114" actId="20577"/>
          <ac:spMkLst>
            <pc:docMk/>
            <pc:sldMk cId="1350305323" sldId="288"/>
            <ac:spMk id="5" creationId="{17C10DEC-766A-4F80-E06F-A37E17AFFC69}"/>
          </ac:spMkLst>
        </pc:spChg>
      </pc:sldChg>
      <pc:sldChg chg="addSp modSp">
        <pc:chgData name="Guest User" userId="" providerId="Windows Live" clId="Web-{FF26D940-7E1B-B299-71C1-2D602BBC408D}" dt="2025-12-08T12:04:19.861" v="128" actId="20577"/>
        <pc:sldMkLst>
          <pc:docMk/>
          <pc:sldMk cId="2948204834" sldId="289"/>
        </pc:sldMkLst>
        <pc:spChg chg="add mod">
          <ac:chgData name="Guest User" userId="" providerId="Windows Live" clId="Web-{FF26D940-7E1B-B299-71C1-2D602BBC408D}" dt="2025-12-08T12:04:19.861" v="128" actId="20577"/>
          <ac:spMkLst>
            <pc:docMk/>
            <pc:sldMk cId="2948204834" sldId="289"/>
            <ac:spMk id="3" creationId="{AFE6B83C-0D38-30C7-C06D-980BDE2FB03B}"/>
          </ac:spMkLst>
        </pc:spChg>
        <pc:spChg chg="mod">
          <ac:chgData name="Guest User" userId="" providerId="Windows Live" clId="Web-{FF26D940-7E1B-B299-71C1-2D602BBC408D}" dt="2025-12-08T11:58:42.398" v="7" actId="20577"/>
          <ac:spMkLst>
            <pc:docMk/>
            <pc:sldMk cId="2948204834" sldId="289"/>
            <ac:spMk id="6" creationId="{18F19859-E353-B8C0-8C59-844E13491761}"/>
          </ac:spMkLst>
        </pc:spChg>
        <pc:picChg chg="mod">
          <ac:chgData name="Guest User" userId="" providerId="Windows Live" clId="Web-{FF26D940-7E1B-B299-71C1-2D602BBC408D}" dt="2025-12-08T11:58:46.929" v="8" actId="1076"/>
          <ac:picMkLst>
            <pc:docMk/>
            <pc:sldMk cId="2948204834" sldId="289"/>
            <ac:picMk id="11" creationId="{101E7234-9092-9834-CBA4-F8949C66193B}"/>
          </ac:picMkLst>
        </pc:picChg>
        <pc:picChg chg="mod">
          <ac:chgData name="Guest User" userId="" providerId="Windows Live" clId="Web-{FF26D940-7E1B-B299-71C1-2D602BBC408D}" dt="2025-12-08T11:58:26.272" v="0" actId="1076"/>
          <ac:picMkLst>
            <pc:docMk/>
            <pc:sldMk cId="2948204834" sldId="289"/>
            <ac:picMk id="12" creationId="{B3266917-171E-F78E-6385-E241968B226D}"/>
          </ac:picMkLst>
        </pc:picChg>
      </pc:sldChg>
      <pc:sldChg chg="addSp modSp new">
        <pc:chgData name="Guest User" userId="" providerId="Windows Live" clId="Web-{FF26D940-7E1B-B299-71C1-2D602BBC408D}" dt="2025-12-08T12:21:00.747" v="1116" actId="20577"/>
        <pc:sldMkLst>
          <pc:docMk/>
          <pc:sldMk cId="1506931040" sldId="290"/>
        </pc:sldMkLst>
        <pc:spChg chg="mod">
          <ac:chgData name="Guest User" userId="" providerId="Windows Live" clId="Web-{FF26D940-7E1B-B299-71C1-2D602BBC408D}" dt="2025-12-08T12:04:52.299" v="146" actId="20577"/>
          <ac:spMkLst>
            <pc:docMk/>
            <pc:sldMk cId="1506931040" sldId="290"/>
            <ac:spMk id="2" creationId="{891BB93A-22D1-CDB1-2CD2-B8AD68C09C5B}"/>
          </ac:spMkLst>
        </pc:spChg>
        <pc:spChg chg="mod">
          <ac:chgData name="Guest User" userId="" providerId="Windows Live" clId="Web-{FF26D940-7E1B-B299-71C1-2D602BBC408D}" dt="2025-12-08T12:06:54.052" v="205" actId="20577"/>
          <ac:spMkLst>
            <pc:docMk/>
            <pc:sldMk cId="1506931040" sldId="290"/>
            <ac:spMk id="3" creationId="{28F5A8DA-3B7D-4C5E-5DF4-DD1BF2602FA4}"/>
          </ac:spMkLst>
        </pc:spChg>
        <pc:spChg chg="add mod">
          <ac:chgData name="Guest User" userId="" providerId="Windows Live" clId="Web-{FF26D940-7E1B-B299-71C1-2D602BBC408D}" dt="2025-12-08T12:10:09.727" v="495" actId="1076"/>
          <ac:spMkLst>
            <pc:docMk/>
            <pc:sldMk cId="1506931040" sldId="290"/>
            <ac:spMk id="5" creationId="{0C325BA8-E58D-17F3-62AF-545C7428AB1C}"/>
          </ac:spMkLst>
        </pc:spChg>
        <pc:spChg chg="add mod">
          <ac:chgData name="Guest User" userId="" providerId="Windows Live" clId="Web-{FF26D940-7E1B-B299-71C1-2D602BBC408D}" dt="2025-12-08T12:21:00.747" v="1116" actId="20577"/>
          <ac:spMkLst>
            <pc:docMk/>
            <pc:sldMk cId="1506931040" sldId="290"/>
            <ac:spMk id="6" creationId="{CF65B23E-546B-72C7-72FC-04DDE2F5CDFB}"/>
          </ac:spMkLst>
        </pc:spChg>
        <pc:graphicFrameChg chg="add mod modGraphic">
          <ac:chgData name="Guest User" userId="" providerId="Windows Live" clId="Web-{FF26D940-7E1B-B299-71C1-2D602BBC408D}" dt="2025-12-08T12:10:26.558" v="500"/>
          <ac:graphicFrameMkLst>
            <pc:docMk/>
            <pc:sldMk cId="1506931040" sldId="290"/>
            <ac:graphicFrameMk id="4" creationId="{65DC1597-0FED-10A3-B452-06D0BC7596E3}"/>
          </ac:graphicFrameMkLst>
        </pc:graphicFrameChg>
      </pc:sldChg>
      <pc:sldChg chg="modSp new">
        <pc:chgData name="Guest User" userId="" providerId="Windows Live" clId="Web-{FF26D940-7E1B-B299-71C1-2D602BBC408D}" dt="2025-12-08T12:24:58.939" v="1201" actId="20577"/>
        <pc:sldMkLst>
          <pc:docMk/>
          <pc:sldMk cId="1091754662" sldId="291"/>
        </pc:sldMkLst>
        <pc:spChg chg="mod">
          <ac:chgData name="Guest User" userId="" providerId="Windows Live" clId="Web-{FF26D940-7E1B-B299-71C1-2D602BBC408D}" dt="2025-12-08T12:14:39.437" v="678" actId="20577"/>
          <ac:spMkLst>
            <pc:docMk/>
            <pc:sldMk cId="1091754662" sldId="291"/>
            <ac:spMk id="2" creationId="{46CB22CD-18FA-5413-F48A-B722FC6D6810}"/>
          </ac:spMkLst>
        </pc:spChg>
        <pc:spChg chg="mod">
          <ac:chgData name="Guest User" userId="" providerId="Windows Live" clId="Web-{FF26D940-7E1B-B299-71C1-2D602BBC408D}" dt="2025-12-08T12:24:58.939" v="1201" actId="20577"/>
          <ac:spMkLst>
            <pc:docMk/>
            <pc:sldMk cId="1091754662" sldId="291"/>
            <ac:spMk id="3" creationId="{ECA87DB4-8163-75EA-231F-AEF449255298}"/>
          </ac:spMkLst>
        </pc:spChg>
      </pc:sldChg>
    </pc:docChg>
  </pc:docChgLst>
  <pc:docChgLst>
    <pc:chgData name="Guest User" providerId="Windows Live" clId="Web-{F1BD2D47-3F33-9BA5-B2AE-A035418DE0A6}"/>
    <pc:docChg chg="modSld">
      <pc:chgData name="Guest User" userId="" providerId="Windows Live" clId="Web-{F1BD2D47-3F33-9BA5-B2AE-A035418DE0A6}" dt="2025-12-08T11:58:04.807" v="165" actId="20577"/>
      <pc:docMkLst>
        <pc:docMk/>
      </pc:docMkLst>
      <pc:sldChg chg="addSp delSp modSp">
        <pc:chgData name="Guest User" userId="" providerId="Windows Live" clId="Web-{F1BD2D47-3F33-9BA5-B2AE-A035418DE0A6}" dt="2025-12-08T11:58:04.807" v="165" actId="20577"/>
        <pc:sldMkLst>
          <pc:docMk/>
          <pc:sldMk cId="2948204834" sldId="289"/>
        </pc:sldMkLst>
        <pc:spChg chg="mod">
          <ac:chgData name="Guest User" userId="" providerId="Windows Live" clId="Web-{F1BD2D47-3F33-9BA5-B2AE-A035418DE0A6}" dt="2025-12-08T11:58:04.807" v="165" actId="20577"/>
          <ac:spMkLst>
            <pc:docMk/>
            <pc:sldMk cId="2948204834" sldId="289"/>
            <ac:spMk id="6" creationId="{18F19859-E353-B8C0-8C59-844E13491761}"/>
          </ac:spMkLst>
        </pc:spChg>
        <pc:spChg chg="add mod">
          <ac:chgData name="Guest User" userId="" providerId="Windows Live" clId="Web-{F1BD2D47-3F33-9BA5-B2AE-A035418DE0A6}" dt="2025-12-08T11:56:23.020" v="137" actId="1076"/>
          <ac:spMkLst>
            <pc:docMk/>
            <pc:sldMk cId="2948204834" sldId="289"/>
            <ac:spMk id="7" creationId="{1D2EADD6-33F9-114C-038F-614ABD14D84F}"/>
          </ac:spMkLst>
        </pc:spChg>
        <pc:spChg chg="add mod">
          <ac:chgData name="Guest User" userId="" providerId="Windows Live" clId="Web-{F1BD2D47-3F33-9BA5-B2AE-A035418DE0A6}" dt="2025-12-08T11:57:45.962" v="161" actId="1076"/>
          <ac:spMkLst>
            <pc:docMk/>
            <pc:sldMk cId="2948204834" sldId="289"/>
            <ac:spMk id="8" creationId="{E575B084-0D0E-088E-9603-ADFAD63EAF70}"/>
          </ac:spMkLst>
        </pc:spChg>
        <pc:picChg chg="add del mod">
          <ac:chgData name="Guest User" userId="" providerId="Windows Live" clId="Web-{F1BD2D47-3F33-9BA5-B2AE-A035418DE0A6}" dt="2025-12-08T11:52:58.519" v="1"/>
          <ac:picMkLst>
            <pc:docMk/>
            <pc:sldMk cId="2948204834" sldId="289"/>
            <ac:picMk id="3" creationId="{65DE3B4C-B198-3518-5748-02E89F6D339F}"/>
          </ac:picMkLst>
        </pc:picChg>
        <pc:picChg chg="mod">
          <ac:chgData name="Guest User" userId="" providerId="Windows Live" clId="Web-{F1BD2D47-3F33-9BA5-B2AE-A035418DE0A6}" dt="2025-12-08T11:53:53.897" v="6" actId="1076"/>
          <ac:picMkLst>
            <pc:docMk/>
            <pc:sldMk cId="2948204834" sldId="289"/>
            <ac:picMk id="4" creationId="{81346453-3A6C-9898-CE2D-DE9810A627EB}"/>
          </ac:picMkLst>
        </pc:picChg>
        <pc:picChg chg="add del mod">
          <ac:chgData name="Guest User" userId="" providerId="Windows Live" clId="Web-{F1BD2D47-3F33-9BA5-B2AE-A035418DE0A6}" dt="2025-12-08T11:57:18.132" v="149"/>
          <ac:picMkLst>
            <pc:docMk/>
            <pc:sldMk cId="2948204834" sldId="289"/>
            <ac:picMk id="9" creationId="{A74E5EED-1A61-50E7-4591-F05BF5639E72}"/>
          </ac:picMkLst>
        </pc:picChg>
        <pc:picChg chg="add del mod">
          <ac:chgData name="Guest User" userId="" providerId="Windows Live" clId="Web-{F1BD2D47-3F33-9BA5-B2AE-A035418DE0A6}" dt="2025-12-08T11:57:19.242" v="150"/>
          <ac:picMkLst>
            <pc:docMk/>
            <pc:sldMk cId="2948204834" sldId="289"/>
            <ac:picMk id="10" creationId="{3B3785D7-1CFF-1E0D-BF56-5A0D86B650F5}"/>
          </ac:picMkLst>
        </pc:picChg>
        <pc:picChg chg="add mod">
          <ac:chgData name="Guest User" userId="" providerId="Windows Live" clId="Web-{F1BD2D47-3F33-9BA5-B2AE-A035418DE0A6}" dt="2025-12-08T11:57:39.571" v="160" actId="688"/>
          <ac:picMkLst>
            <pc:docMk/>
            <pc:sldMk cId="2948204834" sldId="289"/>
            <ac:picMk id="11" creationId="{101E7234-9092-9834-CBA4-F8949C66193B}"/>
          </ac:picMkLst>
        </pc:picChg>
        <pc:picChg chg="add mod">
          <ac:chgData name="Guest User" userId="" providerId="Windows Live" clId="Web-{F1BD2D47-3F33-9BA5-B2AE-A035418DE0A6}" dt="2025-12-08T11:57:55.916" v="163" actId="688"/>
          <ac:picMkLst>
            <pc:docMk/>
            <pc:sldMk cId="2948204834" sldId="289"/>
            <ac:picMk id="12" creationId="{B3266917-171E-F78E-6385-E241968B226D}"/>
          </ac:picMkLst>
        </pc:picChg>
      </pc:sldChg>
    </pc:docChg>
  </pc:docChgLst>
  <pc:docChgLst>
    <pc:chgData name="Guest User" providerId="Windows Live" clId="Web-{A276852F-AC3C-9FF1-14EE-2528631F0354}"/>
    <pc:docChg chg="addSld modSld">
      <pc:chgData name="Guest User" userId="" providerId="Windows Live" clId="Web-{A276852F-AC3C-9FF1-14EE-2528631F0354}" dt="2025-12-08T18:16:21.765" v="83" actId="20577"/>
      <pc:docMkLst>
        <pc:docMk/>
      </pc:docMkLst>
      <pc:sldChg chg="modSp">
        <pc:chgData name="Guest User" userId="" providerId="Windows Live" clId="Web-{A276852F-AC3C-9FF1-14EE-2528631F0354}" dt="2025-12-08T17:47:31.120" v="59" actId="20577"/>
        <pc:sldMkLst>
          <pc:docMk/>
          <pc:sldMk cId="3151678077" sldId="279"/>
        </pc:sldMkLst>
        <pc:spChg chg="mod">
          <ac:chgData name="Guest User" userId="" providerId="Windows Live" clId="Web-{A276852F-AC3C-9FF1-14EE-2528631F0354}" dt="2025-12-08T17:47:31.120" v="59" actId="20577"/>
          <ac:spMkLst>
            <pc:docMk/>
            <pc:sldMk cId="3151678077" sldId="279"/>
            <ac:spMk id="3" creationId="{D5AB8266-1F70-25BB-3967-73FA4DD9D5A4}"/>
          </ac:spMkLst>
        </pc:spChg>
      </pc:sldChg>
      <pc:sldChg chg="modSp new mod modClrScheme chgLayout">
        <pc:chgData name="Guest User" userId="" providerId="Windows Live" clId="Web-{A276852F-AC3C-9FF1-14EE-2528631F0354}" dt="2025-12-08T18:16:21.765" v="83" actId="20577"/>
        <pc:sldMkLst>
          <pc:docMk/>
          <pc:sldMk cId="2902278447" sldId="292"/>
        </pc:sldMkLst>
        <pc:spChg chg="mod ord">
          <ac:chgData name="Guest User" userId="" providerId="Windows Live" clId="Web-{A276852F-AC3C-9FF1-14EE-2528631F0354}" dt="2025-12-08T18:16:21.765" v="83" actId="20577"/>
          <ac:spMkLst>
            <pc:docMk/>
            <pc:sldMk cId="2902278447" sldId="292"/>
            <ac:spMk id="2" creationId="{CA0F29AE-934D-2D30-3BF3-DA5C241E26AA}"/>
          </ac:spMkLst>
        </pc:spChg>
        <pc:spChg chg="mod ord">
          <ac:chgData name="Guest User" userId="" providerId="Windows Live" clId="Web-{A276852F-AC3C-9FF1-14EE-2528631F0354}" dt="2025-12-08T17:48:02.793" v="62"/>
          <ac:spMkLst>
            <pc:docMk/>
            <pc:sldMk cId="2902278447" sldId="292"/>
            <ac:spMk id="3" creationId="{996E99B4-FB8E-D729-6978-DE8F8E2BCFF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9B14AC-B704-4761-A2D0-F9F912717E64}" type="doc">
      <dgm:prSet loTypeId="urn:microsoft.com/office/officeart/2005/8/layout/process1" loCatId="process" qsTypeId="urn:microsoft.com/office/officeart/2005/8/quickstyle/simple1" qsCatId="simple" csTypeId="urn:microsoft.com/office/officeart/2005/8/colors/accent0_3" csCatId="mainScheme" phldr="1"/>
      <dgm:spPr/>
    </dgm:pt>
    <dgm:pt modelId="{0D928279-C561-4983-9542-E54857552195}">
      <dgm:prSet phldrT="[Text]" phldr="0"/>
      <dgm:spPr/>
      <dgm:t>
        <a:bodyPr/>
        <a:lstStyle/>
        <a:p>
          <a:pPr rtl="0"/>
          <a:r>
            <a:rPr lang="en-US" err="1">
              <a:latin typeface="Figtree" panose="020F0302020204030204"/>
            </a:rPr>
            <a:t>Visualise</a:t>
          </a:r>
          <a:r>
            <a:rPr lang="en-US">
              <a:latin typeface="Figtree" panose="020F0302020204030204"/>
            </a:rPr>
            <a:t> with plots and summary statistics</a:t>
          </a:r>
          <a:endParaRPr lang="en-US"/>
        </a:p>
      </dgm:t>
    </dgm:pt>
    <dgm:pt modelId="{F74FAFBC-61EC-4A74-88D3-BAF65DB4C767}" type="parTrans" cxnId="{40B81470-F8A3-4918-887B-E6386DE55194}">
      <dgm:prSet/>
      <dgm:spPr/>
    </dgm:pt>
    <dgm:pt modelId="{3322815A-C66B-40A5-B434-40DC45CE2A37}" type="sibTrans" cxnId="{40B81470-F8A3-4918-887B-E6386DE55194}">
      <dgm:prSet/>
      <dgm:spPr/>
      <dgm:t>
        <a:bodyPr/>
        <a:lstStyle/>
        <a:p>
          <a:endParaRPr lang="en-US"/>
        </a:p>
      </dgm:t>
    </dgm:pt>
    <dgm:pt modelId="{22C0AABB-EA54-4CA0-9EC4-98B6760AA122}">
      <dgm:prSet phldrT="[Text]" phldr="0"/>
      <dgm:spPr/>
      <dgm:t>
        <a:bodyPr/>
        <a:lstStyle/>
        <a:p>
          <a:pPr rtl="0"/>
          <a:r>
            <a:rPr lang="en-US">
              <a:latin typeface="Figtree" panose="020F0302020204030204"/>
            </a:rPr>
            <a:t>Bland-Altman plots</a:t>
          </a:r>
          <a:endParaRPr lang="en-US"/>
        </a:p>
      </dgm:t>
    </dgm:pt>
    <dgm:pt modelId="{02BFA7CA-7DC7-45D4-B002-4B5DFF5E1945}" type="parTrans" cxnId="{C5CF661C-CFAC-4426-8C8D-57A4E3AC4E95}">
      <dgm:prSet/>
      <dgm:spPr/>
    </dgm:pt>
    <dgm:pt modelId="{0BBC3469-753F-4E1C-BE06-534A34F1CBE5}" type="sibTrans" cxnId="{C5CF661C-CFAC-4426-8C8D-57A4E3AC4E95}">
      <dgm:prSet/>
      <dgm:spPr/>
      <dgm:t>
        <a:bodyPr/>
        <a:lstStyle/>
        <a:p>
          <a:endParaRPr lang="en-US"/>
        </a:p>
      </dgm:t>
    </dgm:pt>
    <dgm:pt modelId="{6C461F4E-8CF9-43D4-8FA0-509B96A6BAC7}">
      <dgm:prSet phldr="0"/>
      <dgm:spPr/>
      <dgm:t>
        <a:bodyPr/>
        <a:lstStyle/>
        <a:p>
          <a:pPr rtl="0"/>
          <a:r>
            <a:rPr lang="en-US">
              <a:latin typeface="Figtree" panose="020F0302020204030204"/>
            </a:rPr>
            <a:t>Mixed-effects model + ICC</a:t>
          </a:r>
        </a:p>
      </dgm:t>
    </dgm:pt>
    <dgm:pt modelId="{844E426D-0C70-4A44-9BE1-6DABAEF21AFB}" type="parTrans" cxnId="{E9E3495C-72B7-4A1A-BC5E-BD2B69407AD1}">
      <dgm:prSet/>
      <dgm:spPr/>
    </dgm:pt>
    <dgm:pt modelId="{442A353E-4DDA-4433-8D1A-F06A3957824A}" type="sibTrans" cxnId="{E9E3495C-72B7-4A1A-BC5E-BD2B69407AD1}">
      <dgm:prSet/>
      <dgm:spPr/>
    </dgm:pt>
    <dgm:pt modelId="{EE4B2103-D790-4CA0-8B61-0BAD58AEC4D7}" type="pres">
      <dgm:prSet presAssocID="{0F9B14AC-B704-4761-A2D0-F9F912717E64}" presName="Name0" presStyleCnt="0">
        <dgm:presLayoutVars>
          <dgm:dir/>
          <dgm:resizeHandles val="exact"/>
        </dgm:presLayoutVars>
      </dgm:prSet>
      <dgm:spPr/>
    </dgm:pt>
    <dgm:pt modelId="{3E0CB8A3-8DF6-4587-8F75-4BDE28C647E4}" type="pres">
      <dgm:prSet presAssocID="{0D928279-C561-4983-9542-E54857552195}" presName="node" presStyleLbl="node1" presStyleIdx="0" presStyleCnt="3">
        <dgm:presLayoutVars>
          <dgm:bulletEnabled val="1"/>
        </dgm:presLayoutVars>
      </dgm:prSet>
      <dgm:spPr/>
    </dgm:pt>
    <dgm:pt modelId="{3097D6CF-D32F-48F3-A615-1D9AC1471E3E}" type="pres">
      <dgm:prSet presAssocID="{3322815A-C66B-40A5-B434-40DC45CE2A37}" presName="sibTrans" presStyleLbl="sibTrans2D1" presStyleIdx="0" presStyleCnt="2"/>
      <dgm:spPr/>
    </dgm:pt>
    <dgm:pt modelId="{440931FB-C779-42C8-8E8F-EB1E3ABF3DC4}" type="pres">
      <dgm:prSet presAssocID="{3322815A-C66B-40A5-B434-40DC45CE2A37}" presName="connectorText" presStyleLbl="sibTrans2D1" presStyleIdx="0" presStyleCnt="2"/>
      <dgm:spPr/>
    </dgm:pt>
    <dgm:pt modelId="{130EAFD8-93B4-4B8C-863E-7C62D8D2C746}" type="pres">
      <dgm:prSet presAssocID="{22C0AABB-EA54-4CA0-9EC4-98B6760AA122}" presName="node" presStyleLbl="node1" presStyleIdx="1" presStyleCnt="3">
        <dgm:presLayoutVars>
          <dgm:bulletEnabled val="1"/>
        </dgm:presLayoutVars>
      </dgm:prSet>
      <dgm:spPr/>
    </dgm:pt>
    <dgm:pt modelId="{B9FC8BD1-077F-4C98-A444-78F1DDAFF1E0}" type="pres">
      <dgm:prSet presAssocID="{0BBC3469-753F-4E1C-BE06-534A34F1CBE5}" presName="sibTrans" presStyleLbl="sibTrans2D1" presStyleIdx="1" presStyleCnt="2"/>
      <dgm:spPr/>
    </dgm:pt>
    <dgm:pt modelId="{1893990D-0F64-44DB-A335-3DDA35DE6BA0}" type="pres">
      <dgm:prSet presAssocID="{0BBC3469-753F-4E1C-BE06-534A34F1CBE5}" presName="connectorText" presStyleLbl="sibTrans2D1" presStyleIdx="1" presStyleCnt="2"/>
      <dgm:spPr/>
    </dgm:pt>
    <dgm:pt modelId="{AF856E1A-B570-4E48-9C97-FA29C9C45769}" type="pres">
      <dgm:prSet presAssocID="{6C461F4E-8CF9-43D4-8FA0-509B96A6BAC7}" presName="node" presStyleLbl="node1" presStyleIdx="2" presStyleCnt="3">
        <dgm:presLayoutVars>
          <dgm:bulletEnabled val="1"/>
        </dgm:presLayoutVars>
      </dgm:prSet>
      <dgm:spPr/>
    </dgm:pt>
  </dgm:ptLst>
  <dgm:cxnLst>
    <dgm:cxn modelId="{1ECE690F-5675-4452-B77D-42C56FABAD1E}" type="presOf" srcId="{0BBC3469-753F-4E1C-BE06-534A34F1CBE5}" destId="{1893990D-0F64-44DB-A335-3DDA35DE6BA0}" srcOrd="1" destOrd="0" presId="urn:microsoft.com/office/officeart/2005/8/layout/process1"/>
    <dgm:cxn modelId="{C5CF661C-CFAC-4426-8C8D-57A4E3AC4E95}" srcId="{0F9B14AC-B704-4761-A2D0-F9F912717E64}" destId="{22C0AABB-EA54-4CA0-9EC4-98B6760AA122}" srcOrd="1" destOrd="0" parTransId="{02BFA7CA-7DC7-45D4-B002-4B5DFF5E1945}" sibTransId="{0BBC3469-753F-4E1C-BE06-534A34F1CBE5}"/>
    <dgm:cxn modelId="{E9E3495C-72B7-4A1A-BC5E-BD2B69407AD1}" srcId="{0F9B14AC-B704-4761-A2D0-F9F912717E64}" destId="{6C461F4E-8CF9-43D4-8FA0-509B96A6BAC7}" srcOrd="2" destOrd="0" parTransId="{844E426D-0C70-4A44-9BE1-6DABAEF21AFB}" sibTransId="{442A353E-4DDA-4433-8D1A-F06A3957824A}"/>
    <dgm:cxn modelId="{73042846-B9B3-4D7C-873C-890C2EF1BF65}" type="presOf" srcId="{3322815A-C66B-40A5-B434-40DC45CE2A37}" destId="{3097D6CF-D32F-48F3-A615-1D9AC1471E3E}" srcOrd="0" destOrd="0" presId="urn:microsoft.com/office/officeart/2005/8/layout/process1"/>
    <dgm:cxn modelId="{40B81470-F8A3-4918-887B-E6386DE55194}" srcId="{0F9B14AC-B704-4761-A2D0-F9F912717E64}" destId="{0D928279-C561-4983-9542-E54857552195}" srcOrd="0" destOrd="0" parTransId="{F74FAFBC-61EC-4A74-88D3-BAF65DB4C767}" sibTransId="{3322815A-C66B-40A5-B434-40DC45CE2A37}"/>
    <dgm:cxn modelId="{5E0CB88B-2A70-4DDF-B228-FC65BD9D0FC1}" type="presOf" srcId="{22C0AABB-EA54-4CA0-9EC4-98B6760AA122}" destId="{130EAFD8-93B4-4B8C-863E-7C62D8D2C746}" srcOrd="0" destOrd="0" presId="urn:microsoft.com/office/officeart/2005/8/layout/process1"/>
    <dgm:cxn modelId="{E3693EA9-3392-4361-92DE-4C041CEEF02E}" type="presOf" srcId="{6C461F4E-8CF9-43D4-8FA0-509B96A6BAC7}" destId="{AF856E1A-B570-4E48-9C97-FA29C9C45769}" srcOrd="0" destOrd="0" presId="urn:microsoft.com/office/officeart/2005/8/layout/process1"/>
    <dgm:cxn modelId="{F09CF8B3-6712-45C7-A2AB-95B1C39CCCBF}" type="presOf" srcId="{0BBC3469-753F-4E1C-BE06-534A34F1CBE5}" destId="{B9FC8BD1-077F-4C98-A444-78F1DDAFF1E0}" srcOrd="0" destOrd="0" presId="urn:microsoft.com/office/officeart/2005/8/layout/process1"/>
    <dgm:cxn modelId="{C8F25EBF-BC7D-4A4D-86C9-546E20C1B958}" type="presOf" srcId="{3322815A-C66B-40A5-B434-40DC45CE2A37}" destId="{440931FB-C779-42C8-8E8F-EB1E3ABF3DC4}" srcOrd="1" destOrd="0" presId="urn:microsoft.com/office/officeart/2005/8/layout/process1"/>
    <dgm:cxn modelId="{3E475FC6-9864-4536-B80E-901A6951909E}" type="presOf" srcId="{0F9B14AC-B704-4761-A2D0-F9F912717E64}" destId="{EE4B2103-D790-4CA0-8B61-0BAD58AEC4D7}" srcOrd="0" destOrd="0" presId="urn:microsoft.com/office/officeart/2005/8/layout/process1"/>
    <dgm:cxn modelId="{C6E1AFD2-35FE-4107-8AC3-F038B71AA36A}" type="presOf" srcId="{0D928279-C561-4983-9542-E54857552195}" destId="{3E0CB8A3-8DF6-4587-8F75-4BDE28C647E4}" srcOrd="0" destOrd="0" presId="urn:microsoft.com/office/officeart/2005/8/layout/process1"/>
    <dgm:cxn modelId="{7E26EF45-E345-48DF-A3C9-02C11E226B51}" type="presParOf" srcId="{EE4B2103-D790-4CA0-8B61-0BAD58AEC4D7}" destId="{3E0CB8A3-8DF6-4587-8F75-4BDE28C647E4}" srcOrd="0" destOrd="0" presId="urn:microsoft.com/office/officeart/2005/8/layout/process1"/>
    <dgm:cxn modelId="{790728C6-E2C2-43A1-BA72-8E8E170531D2}" type="presParOf" srcId="{EE4B2103-D790-4CA0-8B61-0BAD58AEC4D7}" destId="{3097D6CF-D32F-48F3-A615-1D9AC1471E3E}" srcOrd="1" destOrd="0" presId="urn:microsoft.com/office/officeart/2005/8/layout/process1"/>
    <dgm:cxn modelId="{A0F80B9F-995F-4CFD-8399-C2739C226CDF}" type="presParOf" srcId="{3097D6CF-D32F-48F3-A615-1D9AC1471E3E}" destId="{440931FB-C779-42C8-8E8F-EB1E3ABF3DC4}" srcOrd="0" destOrd="0" presId="urn:microsoft.com/office/officeart/2005/8/layout/process1"/>
    <dgm:cxn modelId="{5D60569B-8C30-448E-9BB0-2A24B222BC8A}" type="presParOf" srcId="{EE4B2103-D790-4CA0-8B61-0BAD58AEC4D7}" destId="{130EAFD8-93B4-4B8C-863E-7C62D8D2C746}" srcOrd="2" destOrd="0" presId="urn:microsoft.com/office/officeart/2005/8/layout/process1"/>
    <dgm:cxn modelId="{4CF0F82F-26FB-4117-8489-63DDCA8E4246}" type="presParOf" srcId="{EE4B2103-D790-4CA0-8B61-0BAD58AEC4D7}" destId="{B9FC8BD1-077F-4C98-A444-78F1DDAFF1E0}" srcOrd="3" destOrd="0" presId="urn:microsoft.com/office/officeart/2005/8/layout/process1"/>
    <dgm:cxn modelId="{871E229B-AACF-428D-B358-B7097516E6F6}" type="presParOf" srcId="{B9FC8BD1-077F-4C98-A444-78F1DDAFF1E0}" destId="{1893990D-0F64-44DB-A335-3DDA35DE6BA0}" srcOrd="0" destOrd="0" presId="urn:microsoft.com/office/officeart/2005/8/layout/process1"/>
    <dgm:cxn modelId="{C2EE7FC6-76CD-41D5-AE43-E1D8080FAFFA}" type="presParOf" srcId="{EE4B2103-D790-4CA0-8B61-0BAD58AEC4D7}" destId="{AF856E1A-B570-4E48-9C97-FA29C9C4576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0CB8A3-8DF6-4587-8F75-4BDE28C647E4}">
      <dsp:nvSpPr>
        <dsp:cNvPr id="0" name=""/>
        <dsp:cNvSpPr/>
      </dsp:nvSpPr>
      <dsp:spPr>
        <a:xfrm>
          <a:off x="6942" y="660159"/>
          <a:ext cx="2075135" cy="124508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err="1">
              <a:latin typeface="Figtree" panose="020F0302020204030204"/>
            </a:rPr>
            <a:t>Visualise</a:t>
          </a:r>
          <a:r>
            <a:rPr lang="en-US" sz="1900" kern="1200">
              <a:latin typeface="Figtree" panose="020F0302020204030204"/>
            </a:rPr>
            <a:t> with plots and summary statistics</a:t>
          </a:r>
          <a:endParaRPr lang="en-US" sz="1900" kern="1200"/>
        </a:p>
      </dsp:txBody>
      <dsp:txXfrm>
        <a:off x="43409" y="696626"/>
        <a:ext cx="2002201" cy="1172147"/>
      </dsp:txXfrm>
    </dsp:sp>
    <dsp:sp modelId="{3097D6CF-D32F-48F3-A615-1D9AC1471E3E}">
      <dsp:nvSpPr>
        <dsp:cNvPr id="0" name=""/>
        <dsp:cNvSpPr/>
      </dsp:nvSpPr>
      <dsp:spPr>
        <a:xfrm>
          <a:off x="2289591" y="1025383"/>
          <a:ext cx="439928" cy="51463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289591" y="1128310"/>
        <a:ext cx="307950" cy="308779"/>
      </dsp:txXfrm>
    </dsp:sp>
    <dsp:sp modelId="{130EAFD8-93B4-4B8C-863E-7C62D8D2C746}">
      <dsp:nvSpPr>
        <dsp:cNvPr id="0" name=""/>
        <dsp:cNvSpPr/>
      </dsp:nvSpPr>
      <dsp:spPr>
        <a:xfrm>
          <a:off x="2912132" y="660159"/>
          <a:ext cx="2075135" cy="124508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a:latin typeface="Figtree" panose="020F0302020204030204"/>
            </a:rPr>
            <a:t>Bland-Altman plots</a:t>
          </a:r>
          <a:endParaRPr lang="en-US" sz="1900" kern="1200"/>
        </a:p>
      </dsp:txBody>
      <dsp:txXfrm>
        <a:off x="2948599" y="696626"/>
        <a:ext cx="2002201" cy="1172147"/>
      </dsp:txXfrm>
    </dsp:sp>
    <dsp:sp modelId="{B9FC8BD1-077F-4C98-A444-78F1DDAFF1E0}">
      <dsp:nvSpPr>
        <dsp:cNvPr id="0" name=""/>
        <dsp:cNvSpPr/>
      </dsp:nvSpPr>
      <dsp:spPr>
        <a:xfrm>
          <a:off x="5194781" y="1025383"/>
          <a:ext cx="439928" cy="51463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194781" y="1128310"/>
        <a:ext cx="307950" cy="308779"/>
      </dsp:txXfrm>
    </dsp:sp>
    <dsp:sp modelId="{AF856E1A-B570-4E48-9C97-FA29C9C45769}">
      <dsp:nvSpPr>
        <dsp:cNvPr id="0" name=""/>
        <dsp:cNvSpPr/>
      </dsp:nvSpPr>
      <dsp:spPr>
        <a:xfrm>
          <a:off x="5817321" y="660159"/>
          <a:ext cx="2075135" cy="124508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a:latin typeface="Figtree" panose="020F0302020204030204"/>
            </a:rPr>
            <a:t>Mixed-effects model + ICC</a:t>
          </a:r>
        </a:p>
      </dsp:txBody>
      <dsp:txXfrm>
        <a:off x="5853788" y="696626"/>
        <a:ext cx="2002201" cy="11721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5"/>
          </p:nvPr>
        </p:nvSpPr>
        <p:spPr/>
        <p:txBody>
          <a:bodyPr/>
          <a:lstStyle/>
          <a:p>
            <a:fld id="{19702129-24FE-4746-9897-C7E55345F5DD}" type="slidenum">
              <a:rPr lang="sv-SE" smtClean="0"/>
              <a:t>14</a:t>
            </a:fld>
            <a:endParaRPr lang="sv-SE"/>
          </a:p>
        </p:txBody>
      </p:sp>
    </p:spTree>
    <p:extLst>
      <p:ext uri="{BB962C8B-B14F-4D97-AF65-F5344CB8AC3E}">
        <p14:creationId xmlns:p14="http://schemas.microsoft.com/office/powerpoint/2010/main" val="3728686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5"/>
          </p:nvPr>
        </p:nvSpPr>
        <p:spPr/>
        <p:txBody>
          <a:bodyPr/>
          <a:lstStyle/>
          <a:p>
            <a:fld id="{19702129-24FE-4746-9897-C7E55345F5DD}" type="slidenum">
              <a:rPr lang="sv-SE" smtClean="0"/>
              <a:t>17</a:t>
            </a:fld>
            <a:endParaRPr lang="sv-SE"/>
          </a:p>
        </p:txBody>
      </p:sp>
    </p:spTree>
    <p:extLst>
      <p:ext uri="{BB962C8B-B14F-4D97-AF65-F5344CB8AC3E}">
        <p14:creationId xmlns:p14="http://schemas.microsoft.com/office/powerpoint/2010/main" val="319794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688F-4A5A-8D06-1363-338A9495B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4E3D2-1C45-29C5-0ACB-D271B6803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06FFB-330D-4C0B-92D8-8C6EB7FAEDAD}"/>
              </a:ext>
            </a:extLst>
          </p:cNvPr>
          <p:cNvSpPr>
            <a:spLocks noGrp="1"/>
          </p:cNvSpPr>
          <p:nvPr>
            <p:ph type="body" idx="1"/>
          </p:nvPr>
        </p:nvSpPr>
        <p:spPr/>
        <p:txBody>
          <a:bodyPr/>
          <a:lstStyle/>
          <a:p>
            <a:endParaRPr lang="sv-SE"/>
          </a:p>
        </p:txBody>
      </p:sp>
      <p:sp>
        <p:nvSpPr>
          <p:cNvPr id="4" name="Slide Number Placeholder 3">
            <a:extLst>
              <a:ext uri="{FF2B5EF4-FFF2-40B4-BE49-F238E27FC236}">
                <a16:creationId xmlns:a16="http://schemas.microsoft.com/office/drawing/2014/main" id="{FA405495-3811-7BC3-9A3D-367DC5FB68DF}"/>
              </a:ext>
            </a:extLst>
          </p:cNvPr>
          <p:cNvSpPr>
            <a:spLocks noGrp="1"/>
          </p:cNvSpPr>
          <p:nvPr>
            <p:ph type="sldNum" sz="quarter" idx="5"/>
          </p:nvPr>
        </p:nvSpPr>
        <p:spPr/>
        <p:txBody>
          <a:bodyPr/>
          <a:lstStyle/>
          <a:p>
            <a:fld id="{19702129-24FE-4746-9897-C7E55345F5DD}" type="slidenum">
              <a:rPr lang="sv-SE" smtClean="0"/>
              <a:t>18</a:t>
            </a:fld>
            <a:endParaRPr lang="sv-SE"/>
          </a:p>
        </p:txBody>
      </p:sp>
    </p:spTree>
    <p:extLst>
      <p:ext uri="{BB962C8B-B14F-4D97-AF65-F5344CB8AC3E}">
        <p14:creationId xmlns:p14="http://schemas.microsoft.com/office/powerpoint/2010/main" val="20143893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a:latin typeface="+mj-lt"/>
              </a:rPr>
              <a:t>Change background image</a:t>
            </a:r>
          </a:p>
          <a:p>
            <a:pPr marL="162900" indent="-162900" algn="l">
              <a:spcAft>
                <a:spcPts val="600"/>
              </a:spcAft>
              <a:buFont typeface="+mj-lt"/>
              <a:buAutoNum type="arabicPeriod"/>
            </a:pPr>
            <a:r>
              <a:rPr lang="en-US" sz="1000" noProof="0"/>
              <a:t>Select Design &gt; Format Background.</a:t>
            </a:r>
          </a:p>
          <a:p>
            <a:pPr marL="162900" indent="-162900" algn="l">
              <a:spcAft>
                <a:spcPts val="600"/>
              </a:spcAft>
              <a:buFont typeface="+mj-lt"/>
              <a:buAutoNum type="arabicPeriod"/>
            </a:pPr>
            <a:r>
              <a:rPr lang="en-US" sz="1000" noProof="0"/>
              <a:t>In the Format Background pane, select Picture or texture fill.</a:t>
            </a:r>
          </a:p>
          <a:p>
            <a:pPr marL="162900" indent="-162900" algn="l">
              <a:spcAft>
                <a:spcPts val="600"/>
              </a:spcAft>
              <a:buFont typeface="+mj-lt"/>
              <a:buAutoNum type="arabicPeriod"/>
            </a:pPr>
            <a:r>
              <a:rPr lang="en-US" sz="1000" noProof="0"/>
              <a:t>Select File.</a:t>
            </a:r>
          </a:p>
          <a:p>
            <a:pPr marL="162900" indent="-162900" algn="l">
              <a:spcAft>
                <a:spcPts val="600"/>
              </a:spcAft>
              <a:buFont typeface="+mj-lt"/>
              <a:buAutoNum type="arabicPeriod"/>
            </a:pPr>
            <a:r>
              <a:rPr lang="en-US" sz="1000" noProof="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2025-12-09</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GB"/>
              <a:t>Click to edit Master title style</a:t>
            </a:r>
            <a:endParaRPr lang="sv-SE"/>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2025-12-09</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GB"/>
              <a:t>Click to edit Master title style</a:t>
            </a:r>
            <a:endParaRPr lang="sv-SE"/>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2025-12-09</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2025-12-09</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2025-12-09</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2025-12-09</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2025-12-09</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2025-12-09</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2025-12-09</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2025-12-09</a:t>
            </a:fld>
            <a:endParaRPr lang="sv-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2025-12-09</a:t>
            </a:fld>
            <a:endParaRPr lang="sv-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2025-12-09</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a:solidFill>
                  <a:schemeClr val="tx2"/>
                </a:solidFill>
              </a:rPr>
              <a:t>Slide templates</a:t>
            </a:r>
          </a:p>
          <a:p>
            <a:pPr>
              <a:spcAft>
                <a:spcPts val="600"/>
              </a:spcAft>
            </a:pPr>
            <a:r>
              <a:rPr lang="en-US" sz="800" noProof="0"/>
              <a:t>Click on </a:t>
            </a:r>
            <a:r>
              <a:rPr lang="en-US" sz="800" i="1" noProof="0"/>
              <a:t>New slide</a:t>
            </a:r>
            <a:r>
              <a:rPr lang="en-US" sz="800" noProof="0"/>
              <a:t> to see the templates various template slide. Choose one to suite </a:t>
            </a:r>
            <a:br>
              <a:rPr lang="en-US" sz="800" noProof="0"/>
            </a:br>
            <a:r>
              <a:rPr lang="en-US" sz="800" noProof="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a:solidFill>
                  <a:schemeClr val="tx2"/>
                </a:solidFill>
              </a:rPr>
              <a:t>Layout</a:t>
            </a:r>
          </a:p>
          <a:p>
            <a:pPr>
              <a:spcAft>
                <a:spcPts val="600"/>
              </a:spcAft>
            </a:pPr>
            <a:r>
              <a:rPr lang="en-US" sz="800" noProof="0"/>
              <a:t>If you’d like to change slide template on an existing slide, click on </a:t>
            </a:r>
            <a:r>
              <a:rPr lang="en-US" sz="800" i="1" noProof="0"/>
              <a:t>Layout</a:t>
            </a:r>
            <a:r>
              <a:rPr lang="en-US" sz="800" noProof="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a:solidFill>
                  <a:schemeClr val="tx2"/>
                </a:solidFill>
              </a:rPr>
              <a:t>Reset</a:t>
            </a:r>
          </a:p>
          <a:p>
            <a:pPr>
              <a:spcAft>
                <a:spcPts val="600"/>
              </a:spcAft>
            </a:pPr>
            <a:r>
              <a:rPr lang="en-US" sz="800" noProof="0"/>
              <a:t>Reset a slide to the slide templates design by </a:t>
            </a:r>
            <a:br>
              <a:rPr lang="en-US" sz="800" noProof="0"/>
            </a:br>
            <a:r>
              <a:rPr lang="en-US" sz="800" noProof="0"/>
              <a:t>clicking on </a:t>
            </a:r>
            <a:r>
              <a:rPr lang="en-US" sz="800" i="1" noProof="0"/>
              <a:t>Reset</a:t>
            </a:r>
            <a:r>
              <a:rPr lang="en-US" sz="800" noProof="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a:solidFill>
                  <a:schemeClr val="tx2"/>
                </a:solidFill>
              </a:rPr>
              <a:t>Colors</a:t>
            </a:r>
          </a:p>
          <a:p>
            <a:pPr>
              <a:spcAft>
                <a:spcPts val="600"/>
              </a:spcAft>
            </a:pPr>
            <a:r>
              <a:rPr lang="en-US" sz="800" noProof="0"/>
              <a:t>This template is programmed with the KTH color palette. The correct colors are the in top row under </a:t>
            </a:r>
            <a:r>
              <a:rPr lang="en-US" sz="800" i="1" noProof="0"/>
              <a:t>Theme Colors</a:t>
            </a:r>
            <a:r>
              <a:rPr lang="en-US" sz="800" noProof="0"/>
              <a:t> and all colors under </a:t>
            </a:r>
            <a:r>
              <a:rPr lang="en-US" sz="800" i="1" noProof="0"/>
              <a:t>Custom Colors</a:t>
            </a:r>
            <a:r>
              <a:rPr lang="en-US" sz="800" noProof="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a:solidFill>
                  <a:srgbClr val="F9535C"/>
                </a:solidFill>
              </a:rPr>
              <a:t>Do </a:t>
            </a:r>
            <a:r>
              <a:rPr lang="en-US" sz="500" u="sng" noProof="0">
                <a:solidFill>
                  <a:srgbClr val="F9535C"/>
                </a:solidFill>
              </a:rPr>
              <a:t>NOT</a:t>
            </a:r>
            <a:r>
              <a:rPr lang="en-US" sz="500" noProof="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a:solidFill>
                  <a:schemeClr val="tx2"/>
                </a:solidFill>
              </a:rPr>
              <a:t>Change the image crop</a:t>
            </a:r>
          </a:p>
          <a:p>
            <a:pPr>
              <a:spcAft>
                <a:spcPts val="600"/>
              </a:spcAft>
            </a:pPr>
            <a:r>
              <a:rPr lang="en-US" sz="800" noProof="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a:t>Select the image and go to </a:t>
            </a:r>
            <a:br>
              <a:rPr lang="en-US" sz="800" noProof="0"/>
            </a:br>
            <a:r>
              <a:rPr lang="en-US" sz="800" noProof="0"/>
              <a:t>the </a:t>
            </a:r>
            <a:r>
              <a:rPr lang="en-US" sz="800" i="1" noProof="0"/>
              <a:t>Picture Format </a:t>
            </a:r>
            <a:r>
              <a:rPr lang="en-US" sz="800" noProof="0"/>
              <a:t>tab. </a:t>
            </a:r>
          </a:p>
          <a:p>
            <a:pPr marL="120600" indent="-120600">
              <a:spcAft>
                <a:spcPts val="600"/>
              </a:spcAft>
              <a:buClr>
                <a:schemeClr val="accent1"/>
              </a:buClr>
              <a:buFont typeface="+mj-lt"/>
              <a:buAutoNum type="arabicPeriod"/>
            </a:pPr>
            <a:r>
              <a:rPr lang="en-US" sz="800" noProof="0"/>
              <a:t>Choose </a:t>
            </a:r>
            <a:r>
              <a:rPr lang="en-US" sz="800" i="1" noProof="0"/>
              <a:t>Crop</a:t>
            </a:r>
            <a:r>
              <a:rPr lang="en-US" sz="800" noProof="0"/>
              <a:t>. Now, the entire image is visible, the cropped out parts are darker. </a:t>
            </a:r>
          </a:p>
          <a:p>
            <a:pPr marL="120600" indent="-120600">
              <a:spcAft>
                <a:spcPts val="600"/>
              </a:spcAft>
              <a:buClr>
                <a:schemeClr val="accent1"/>
              </a:buClr>
              <a:buFont typeface="+mj-lt"/>
              <a:buAutoNum type="arabicPeriod"/>
            </a:pPr>
            <a:r>
              <a:rPr lang="en-US" sz="800" noProof="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a:solidFill>
                  <a:schemeClr val="tx2"/>
                </a:solidFill>
              </a:rPr>
              <a:t>Edit image background</a:t>
            </a:r>
          </a:p>
          <a:p>
            <a:pPr marL="120600" indent="-120600">
              <a:spcAft>
                <a:spcPts val="600"/>
              </a:spcAft>
              <a:buClr>
                <a:schemeClr val="accent1"/>
              </a:buClr>
              <a:buAutoNum type="arabicPeriod"/>
            </a:pPr>
            <a:r>
              <a:rPr lang="en-US" sz="800" noProof="0"/>
              <a:t>Select </a:t>
            </a:r>
            <a:r>
              <a:rPr lang="en-US" sz="800" i="1" noProof="0"/>
              <a:t>Design</a:t>
            </a:r>
            <a:r>
              <a:rPr lang="en-US" sz="800" noProof="0"/>
              <a:t> &gt; </a:t>
            </a:r>
            <a:r>
              <a:rPr lang="en-US" sz="800" i="1" noProof="0"/>
              <a:t>Format Background</a:t>
            </a:r>
            <a:r>
              <a:rPr lang="en-US" sz="800" noProof="0"/>
              <a:t>.</a:t>
            </a:r>
          </a:p>
          <a:p>
            <a:pPr marL="120600" indent="-120600">
              <a:spcAft>
                <a:spcPts val="600"/>
              </a:spcAft>
              <a:buClr>
                <a:schemeClr val="accent1"/>
              </a:buClr>
              <a:buAutoNum type="arabicPeriod"/>
            </a:pPr>
            <a:r>
              <a:rPr lang="en-US" sz="800" noProof="0"/>
              <a:t>In the </a:t>
            </a:r>
            <a:r>
              <a:rPr lang="en-US" sz="800" i="1" noProof="0"/>
              <a:t>Format Background pane</a:t>
            </a:r>
            <a:r>
              <a:rPr lang="en-US" sz="800" noProof="0"/>
              <a:t>, select </a:t>
            </a:r>
            <a:r>
              <a:rPr lang="en-US" sz="800" i="1" noProof="0"/>
              <a:t>Picture or texture fill</a:t>
            </a:r>
            <a:r>
              <a:rPr lang="en-US" sz="800" noProof="0"/>
              <a:t>.</a:t>
            </a:r>
          </a:p>
          <a:p>
            <a:pPr marL="120600" indent="-120600">
              <a:spcAft>
                <a:spcPts val="600"/>
              </a:spcAft>
              <a:buClr>
                <a:schemeClr val="accent1"/>
              </a:buClr>
              <a:buAutoNum type="arabicPeriod"/>
            </a:pPr>
            <a:r>
              <a:rPr lang="en-US" sz="800" noProof="0"/>
              <a:t>Select </a:t>
            </a:r>
            <a:r>
              <a:rPr lang="en-US" sz="800" i="1" noProof="0"/>
              <a:t>File</a:t>
            </a:r>
            <a:r>
              <a:rPr lang="en-US" sz="800" noProof="0"/>
              <a:t>.</a:t>
            </a:r>
          </a:p>
          <a:p>
            <a:pPr marL="120600" indent="-120600">
              <a:spcAft>
                <a:spcPts val="600"/>
              </a:spcAft>
              <a:buClr>
                <a:schemeClr val="accent1"/>
              </a:buClr>
              <a:buAutoNum type="arabicPeriod"/>
            </a:pPr>
            <a:r>
              <a:rPr lang="en-US" sz="800" noProof="0"/>
              <a:t>In the </a:t>
            </a:r>
            <a:r>
              <a:rPr lang="en-US" sz="800" i="1" noProof="0"/>
              <a:t>Insert Picture</a:t>
            </a:r>
            <a:r>
              <a:rPr lang="en-US" sz="800" noProof="0"/>
              <a:t> dialog box, choose the picture </a:t>
            </a:r>
            <a:br>
              <a:rPr lang="en-US" sz="800" noProof="0"/>
            </a:br>
            <a:r>
              <a:rPr lang="en-US" sz="800" noProof="0"/>
              <a:t>you want to use and then select </a:t>
            </a:r>
            <a:r>
              <a:rPr lang="en-US" sz="800" i="1" noProof="0"/>
              <a:t>Insert</a:t>
            </a:r>
            <a:r>
              <a:rPr lang="en-US" sz="800" noProof="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a:solidFill>
                  <a:schemeClr val="tx2"/>
                </a:solidFill>
              </a:rPr>
              <a:t>Header and footer</a:t>
            </a:r>
          </a:p>
          <a:p>
            <a:pPr>
              <a:spcAft>
                <a:spcPts val="600"/>
              </a:spcAft>
            </a:pPr>
            <a:r>
              <a:rPr lang="en-US" sz="800" noProof="0"/>
              <a:t>Insert header/footer, </a:t>
            </a:r>
            <a:br>
              <a:rPr lang="en-US" sz="800" noProof="0"/>
            </a:br>
            <a:r>
              <a:rPr lang="en-US" sz="800" noProof="0"/>
              <a:t>date and page numbers:</a:t>
            </a:r>
          </a:p>
          <a:p>
            <a:pPr marL="120600" indent="-120600">
              <a:spcAft>
                <a:spcPts val="600"/>
              </a:spcAft>
              <a:buClr>
                <a:schemeClr val="accent1"/>
              </a:buClr>
              <a:buFont typeface="+mj-lt"/>
              <a:buAutoNum type="arabicPeriod"/>
            </a:pPr>
            <a:r>
              <a:rPr lang="en-US" sz="800" noProof="0"/>
              <a:t>On the </a:t>
            </a:r>
            <a:r>
              <a:rPr lang="en-US" sz="800" i="1" noProof="0"/>
              <a:t>Insert</a:t>
            </a:r>
            <a:r>
              <a:rPr lang="en-US" sz="800" noProof="0"/>
              <a:t> tab, </a:t>
            </a:r>
            <a:br>
              <a:rPr lang="en-US" sz="800" noProof="0"/>
            </a:br>
            <a:r>
              <a:rPr lang="en-US" sz="800" noProof="0"/>
              <a:t>click </a:t>
            </a:r>
            <a:r>
              <a:rPr lang="en-US" sz="800" i="1" noProof="0"/>
              <a:t>Header &amp; Footer</a:t>
            </a:r>
            <a:r>
              <a:rPr lang="en-US" sz="800" noProof="0"/>
              <a:t>.</a:t>
            </a:r>
          </a:p>
          <a:p>
            <a:pPr marL="120600" indent="-120600">
              <a:spcAft>
                <a:spcPts val="600"/>
              </a:spcAft>
              <a:buClr>
                <a:schemeClr val="accent1"/>
              </a:buClr>
              <a:buFont typeface="+mj-lt"/>
              <a:buAutoNum type="arabicPeriod"/>
            </a:pPr>
            <a:r>
              <a:rPr lang="en-US" sz="800" noProof="0"/>
              <a:t>In the Header and Footer box, on the Slide tab, select the information you want.</a:t>
            </a:r>
          </a:p>
          <a:p>
            <a:pPr marL="120600" indent="-120600">
              <a:spcAft>
                <a:spcPts val="600"/>
              </a:spcAft>
              <a:buClr>
                <a:schemeClr val="accent1"/>
              </a:buClr>
              <a:buFont typeface="+mj-lt"/>
              <a:buAutoNum type="arabicPeriod"/>
            </a:pPr>
            <a:r>
              <a:rPr lang="en-US" sz="800" noProof="0"/>
              <a:t>Click </a:t>
            </a:r>
            <a:r>
              <a:rPr lang="en-US" sz="800" i="1" noProof="0"/>
              <a:t>Apply to All</a:t>
            </a:r>
            <a:r>
              <a:rPr lang="en-US" sz="800" noProof="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2025-12-09</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solidFill>
                  <a:schemeClr val="accent1"/>
                </a:solidFill>
                <a:latin typeface="+mn-lt"/>
              </a:rPr>
              <a:t>The template is set up to be as accessibility-friendly as possible, but there are two things you need to do yourself as you add content. </a:t>
            </a:r>
            <a:r>
              <a:rPr lang="en-US" sz="1600" b="1" noProof="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a:t>Right-click on an image/figure and select the option "Format Picture." A tab will then open on the right side of the window. Choose the </a:t>
            </a:r>
            <a:r>
              <a:rPr lang="en-US" sz="1200" i="1"/>
              <a:t>Size and Properties</a:t>
            </a:r>
            <a:r>
              <a:rPr lang="en-US" sz="1200"/>
              <a:t> of the figure, then select </a:t>
            </a:r>
            <a:r>
              <a:rPr lang="en-US" sz="1200" i="1"/>
              <a:t>Alternative Text</a:t>
            </a:r>
            <a:r>
              <a:rPr lang="en-US" sz="1200"/>
              <a:t>. Describe your image/figure in 1-2 sentences that will be read aloud by screen readers for those with visual impairments.</a:t>
            </a:r>
          </a:p>
          <a:p>
            <a:pPr marL="0" indent="0">
              <a:spcAft>
                <a:spcPts val="1000"/>
              </a:spcAft>
              <a:buNone/>
            </a:pPr>
            <a:r>
              <a:rPr lang="en-US" sz="120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a:t>Selecting an object in the file.</a:t>
            </a:r>
          </a:p>
          <a:p>
            <a:pPr marL="228600" indent="-228600">
              <a:spcAft>
                <a:spcPts val="600"/>
              </a:spcAft>
              <a:buClr>
                <a:schemeClr val="accent1"/>
              </a:buClr>
              <a:buFont typeface="+mj-lt"/>
              <a:buAutoNum type="arabicPeriod"/>
            </a:pPr>
            <a:r>
              <a:rPr lang="en-US" sz="1200"/>
              <a:t>Choosing the "Format" tab that appears on the right side of the ribbon.</a:t>
            </a:r>
          </a:p>
          <a:p>
            <a:pPr marL="228600" indent="-228600">
              <a:spcAft>
                <a:spcPts val="600"/>
              </a:spcAft>
              <a:buClr>
                <a:schemeClr val="accent1"/>
              </a:buClr>
              <a:buFont typeface="+mj-lt"/>
              <a:buAutoNum type="arabicPeriod"/>
            </a:pPr>
            <a:r>
              <a:rPr lang="en-US" sz="1200"/>
              <a:t>Selecting "Selection Pane" in the "Arrange" group.</a:t>
            </a:r>
          </a:p>
          <a:p>
            <a:pPr marL="228600" indent="-228600">
              <a:spcAft>
                <a:spcPts val="600"/>
              </a:spcAft>
              <a:buClr>
                <a:schemeClr val="accent1"/>
              </a:buClr>
              <a:buFont typeface="+mj-lt"/>
              <a:buAutoNum type="arabicPeriod"/>
            </a:pPr>
            <a:r>
              <a:rPr lang="en-US" sz="1200"/>
              <a:t>Selecting one or more objects in the list.</a:t>
            </a:r>
          </a:p>
          <a:p>
            <a:pPr marL="228600" indent="-228600">
              <a:spcAft>
                <a:spcPts val="600"/>
              </a:spcAft>
              <a:buClr>
                <a:schemeClr val="accent1"/>
              </a:buClr>
              <a:buFont typeface="+mj-lt"/>
              <a:buAutoNum type="arabicPeriod"/>
            </a:pPr>
            <a:r>
              <a:rPr lang="en-US" sz="1200"/>
              <a:t>Dragging the selection upward or downward, or clicking the "Up" button.</a:t>
            </a:r>
          </a:p>
          <a:p>
            <a:pPr marL="228600" indent="-228600">
              <a:spcAft>
                <a:spcPts val="600"/>
              </a:spcAft>
              <a:buClr>
                <a:schemeClr val="accent1"/>
              </a:buClr>
              <a:buFont typeface="+mj-lt"/>
              <a:buAutoNum type="arabicPeriod"/>
            </a:pPr>
            <a:r>
              <a:rPr lang="en-US" sz="120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2025-12-09</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a:t>Right-click on an image/figure and select the option "Format Picture." A tab will then open on the right side of the window. Choose the </a:t>
            </a:r>
            <a:r>
              <a:rPr lang="en-US" sz="1200" i="1"/>
              <a:t>Size and Properties</a:t>
            </a:r>
            <a:r>
              <a:rPr lang="en-US" sz="1200"/>
              <a:t> of the figure, then select </a:t>
            </a:r>
            <a:r>
              <a:rPr lang="en-US" sz="1200" i="1"/>
              <a:t>Alternative Text</a:t>
            </a:r>
            <a:r>
              <a:rPr lang="en-US" sz="1200"/>
              <a:t>. Describe your image/figure in 1-2 sentences that will be read aloud by screen readers for those with visual impairments.</a:t>
            </a:r>
          </a:p>
          <a:p>
            <a:pPr marL="0" indent="0">
              <a:spcAft>
                <a:spcPts val="1000"/>
              </a:spcAft>
              <a:buNone/>
            </a:pPr>
            <a:r>
              <a:rPr lang="en-US" sz="120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a:solidFill>
                  <a:schemeClr val="accent1"/>
                </a:solidFill>
              </a:rPr>
              <a:t>You can control the reading order by:</a:t>
            </a:r>
          </a:p>
          <a:p>
            <a:pPr marL="228600" indent="-228600">
              <a:spcAft>
                <a:spcPts val="600"/>
              </a:spcAft>
              <a:buClr>
                <a:schemeClr val="accent1"/>
              </a:buClr>
              <a:buFont typeface="+mj-lt"/>
              <a:buAutoNum type="arabicPeriod"/>
            </a:pPr>
            <a:r>
              <a:rPr lang="en-US" sz="1200"/>
              <a:t>On the </a:t>
            </a:r>
            <a:r>
              <a:rPr lang="en-US" sz="1200" i="1"/>
              <a:t>Home</a:t>
            </a:r>
            <a:r>
              <a:rPr lang="en-US" sz="1200"/>
              <a:t> tab, select </a:t>
            </a:r>
            <a:r>
              <a:rPr lang="en-US" sz="1200" i="1"/>
              <a:t>Arrange</a:t>
            </a:r>
          </a:p>
          <a:p>
            <a:pPr marL="228600" indent="-228600">
              <a:spcAft>
                <a:spcPts val="600"/>
              </a:spcAft>
              <a:buClr>
                <a:schemeClr val="accent1"/>
              </a:buClr>
              <a:buFont typeface="+mj-lt"/>
              <a:buAutoNum type="arabicPeriod"/>
            </a:pPr>
            <a:r>
              <a:rPr lang="en-US" sz="1200"/>
              <a:t>From the </a:t>
            </a:r>
            <a:r>
              <a:rPr lang="en-US" sz="1200" i="1"/>
              <a:t>Arrange </a:t>
            </a:r>
            <a:r>
              <a:rPr lang="en-US" sz="1200"/>
              <a:t>menu, choose "Selection Pane.“</a:t>
            </a:r>
          </a:p>
          <a:p>
            <a:pPr marL="228600" indent="-228600">
              <a:spcAft>
                <a:spcPts val="600"/>
              </a:spcAft>
              <a:buClr>
                <a:schemeClr val="accent1"/>
              </a:buClr>
              <a:buFont typeface="+mj-lt"/>
              <a:buAutoNum type="arabicPeriod"/>
            </a:pPr>
            <a:r>
              <a:rPr lang="en-US" sz="120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solidFill>
                  <a:schemeClr val="accent1"/>
                </a:solidFill>
                <a:latin typeface="+mn-lt"/>
              </a:rPr>
              <a:t>The template is set up to be as accessibility-friendly as possible, but there are two things you need to do yourself as you add content. </a:t>
            </a:r>
            <a:r>
              <a:rPr lang="en-US" sz="1600" b="1" noProof="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2025-12-09</a:t>
            </a:fld>
            <a:endParaRPr lang="sv-SE"/>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 Id="rId5" Type="http://schemas.openxmlformats.org/officeDocument/2006/relationships/image" Target="../media/image45.sv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575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5005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79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sv-SE" err="1"/>
              <a:t>Seminar</a:t>
            </a:r>
            <a:r>
              <a:rPr lang="sv-SE"/>
              <a:t> 4: </a:t>
            </a:r>
            <a:r>
              <a:rPr lang="sv-SE" err="1"/>
              <a:t>Lung</a:t>
            </a:r>
            <a:r>
              <a:rPr lang="sv-SE"/>
              <a:t> Cancer </a:t>
            </a:r>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208122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6094-D8C1-F2D9-F8AB-925848497467}"/>
              </a:ext>
            </a:extLst>
          </p:cNvPr>
          <p:cNvSpPr>
            <a:spLocks noGrp="1"/>
          </p:cNvSpPr>
          <p:nvPr>
            <p:ph type="title"/>
          </p:nvPr>
        </p:nvSpPr>
        <p:spPr/>
        <p:txBody>
          <a:bodyPr/>
          <a:lstStyle/>
          <a:p>
            <a:r>
              <a:rPr lang="en-US"/>
              <a:t>Task 1</a:t>
            </a:r>
          </a:p>
        </p:txBody>
      </p:sp>
      <p:sp>
        <p:nvSpPr>
          <p:cNvPr id="3" name="Text Placeholder 2">
            <a:extLst>
              <a:ext uri="{FF2B5EF4-FFF2-40B4-BE49-F238E27FC236}">
                <a16:creationId xmlns:a16="http://schemas.microsoft.com/office/drawing/2014/main" id="{F76EA5DC-3E82-3FDB-A819-3CFC84D791E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9393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46262-3E41-31F6-65DD-257D51C6DB0D}"/>
              </a:ext>
            </a:extLst>
          </p:cNvPr>
          <p:cNvSpPr>
            <a:spLocks noGrp="1"/>
          </p:cNvSpPr>
          <p:nvPr>
            <p:ph type="title"/>
          </p:nvPr>
        </p:nvSpPr>
        <p:spPr/>
        <p:txBody>
          <a:bodyPr/>
          <a:lstStyle/>
          <a:p>
            <a:r>
              <a:rPr lang="sv-SE" err="1"/>
              <a:t>Introduction</a:t>
            </a:r>
            <a:endParaRPr lang="en-SE"/>
          </a:p>
        </p:txBody>
      </p:sp>
      <p:sp>
        <p:nvSpPr>
          <p:cNvPr id="3" name="Text Placeholder 2">
            <a:extLst>
              <a:ext uri="{FF2B5EF4-FFF2-40B4-BE49-F238E27FC236}">
                <a16:creationId xmlns:a16="http://schemas.microsoft.com/office/drawing/2014/main" id="{872C70EB-234B-F015-E26E-A1EA44545DFD}"/>
              </a:ext>
            </a:extLst>
          </p:cNvPr>
          <p:cNvSpPr>
            <a:spLocks noGrp="1"/>
          </p:cNvSpPr>
          <p:nvPr>
            <p:ph idx="1"/>
          </p:nvPr>
        </p:nvSpPr>
        <p:spPr/>
        <p:txBody>
          <a:bodyPr vert="horz" lIns="91440" tIns="45720" rIns="91440" bIns="45720" rtlCol="0" anchor="t">
            <a:noAutofit/>
          </a:bodyPr>
          <a:lstStyle/>
          <a:p>
            <a:r>
              <a:rPr lang="en-US"/>
              <a:t>Analyzing the agreement between 2 raters </a:t>
            </a:r>
          </a:p>
          <a:p>
            <a:r>
              <a:rPr lang="en-US"/>
              <a:t>Data: 2 columns of lung cancer screening results from 2 raters, and 1 column of actual patient diagnosis</a:t>
            </a:r>
          </a:p>
          <a:p>
            <a:r>
              <a:rPr lang="en-US"/>
              <a:t>Methodology: Kappa calculation, ICC calculation, confusion matrix (sensitivity, specificity, </a:t>
            </a:r>
            <a:r>
              <a:rPr lang="en-US" err="1"/>
              <a:t>etc</a:t>
            </a:r>
            <a:r>
              <a:rPr lang="en-US"/>
              <a:t>), general linear mixed model </a:t>
            </a:r>
          </a:p>
          <a:p>
            <a:pPr marL="0" indent="0">
              <a:buNone/>
            </a:pPr>
            <a:endParaRPr lang="en-US"/>
          </a:p>
        </p:txBody>
      </p:sp>
      <p:pic>
        <p:nvPicPr>
          <p:cNvPr id="4" name="Picture 3" descr="A black background with white text&#10;&#10;AI-generated content may be incorrect.">
            <a:extLst>
              <a:ext uri="{FF2B5EF4-FFF2-40B4-BE49-F238E27FC236}">
                <a16:creationId xmlns:a16="http://schemas.microsoft.com/office/drawing/2014/main" id="{1185C77B-4180-D7D0-9FFD-302D11CD8644}"/>
              </a:ext>
            </a:extLst>
          </p:cNvPr>
          <p:cNvPicPr>
            <a:picLocks noChangeAspect="1"/>
          </p:cNvPicPr>
          <p:nvPr/>
        </p:nvPicPr>
        <p:blipFill>
          <a:blip r:embed="rId2"/>
          <a:stretch>
            <a:fillRect/>
          </a:stretch>
        </p:blipFill>
        <p:spPr>
          <a:xfrm>
            <a:off x="1119188" y="4098823"/>
            <a:ext cx="9953625" cy="1143000"/>
          </a:xfrm>
          <a:prstGeom prst="rect">
            <a:avLst/>
          </a:prstGeom>
        </p:spPr>
      </p:pic>
    </p:spTree>
    <p:extLst>
      <p:ext uri="{BB962C8B-B14F-4D97-AF65-F5344CB8AC3E}">
        <p14:creationId xmlns:p14="http://schemas.microsoft.com/office/powerpoint/2010/main" val="3823678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46262-3E41-31F6-65DD-257D51C6DB0D}"/>
              </a:ext>
            </a:extLst>
          </p:cNvPr>
          <p:cNvSpPr>
            <a:spLocks noGrp="1"/>
          </p:cNvSpPr>
          <p:nvPr>
            <p:ph type="title"/>
          </p:nvPr>
        </p:nvSpPr>
        <p:spPr/>
        <p:txBody>
          <a:bodyPr/>
          <a:lstStyle/>
          <a:p>
            <a:r>
              <a:rPr lang="sv-SE" err="1"/>
              <a:t>Visualizations</a:t>
            </a:r>
            <a:endParaRPr lang="en-SE" err="1"/>
          </a:p>
        </p:txBody>
      </p:sp>
      <p:pic>
        <p:nvPicPr>
          <p:cNvPr id="4" name="Content Placeholder 3" descr="A couple of gray squares&#10;&#10;AI-generated content may be incorrect.">
            <a:extLst>
              <a:ext uri="{FF2B5EF4-FFF2-40B4-BE49-F238E27FC236}">
                <a16:creationId xmlns:a16="http://schemas.microsoft.com/office/drawing/2014/main" id="{D2D480C8-826F-C4A8-8791-5BBF09AC6FCC}"/>
              </a:ext>
            </a:extLst>
          </p:cNvPr>
          <p:cNvPicPr>
            <a:picLocks noGrp="1" noChangeAspect="1"/>
          </p:cNvPicPr>
          <p:nvPr>
            <p:ph idx="1"/>
          </p:nvPr>
        </p:nvPicPr>
        <p:blipFill>
          <a:blip r:embed="rId2"/>
          <a:stretch>
            <a:fillRect/>
          </a:stretch>
        </p:blipFill>
        <p:spPr>
          <a:xfrm>
            <a:off x="601782" y="2399768"/>
            <a:ext cx="4767945" cy="2978970"/>
          </a:xfrm>
          <a:prstGeom prst="rect">
            <a:avLst/>
          </a:prstGeom>
        </p:spPr>
      </p:pic>
      <p:pic>
        <p:nvPicPr>
          <p:cNvPr id="5" name="Picture 4" descr="A graph of a number of patients&#10;&#10;AI-generated content may be incorrect.">
            <a:extLst>
              <a:ext uri="{FF2B5EF4-FFF2-40B4-BE49-F238E27FC236}">
                <a16:creationId xmlns:a16="http://schemas.microsoft.com/office/drawing/2014/main" id="{25C4685A-0569-CE28-6AB0-A1D5D09345BE}"/>
              </a:ext>
            </a:extLst>
          </p:cNvPr>
          <p:cNvPicPr>
            <a:picLocks noChangeAspect="1"/>
          </p:cNvPicPr>
          <p:nvPr/>
        </p:nvPicPr>
        <p:blipFill>
          <a:blip r:embed="rId3"/>
          <a:stretch>
            <a:fillRect/>
          </a:stretch>
        </p:blipFill>
        <p:spPr>
          <a:xfrm>
            <a:off x="5478941" y="2378577"/>
            <a:ext cx="6477000" cy="3001218"/>
          </a:xfrm>
          <a:prstGeom prst="rect">
            <a:avLst/>
          </a:prstGeom>
        </p:spPr>
      </p:pic>
      <p:sp>
        <p:nvSpPr>
          <p:cNvPr id="6" name="TextBox 5">
            <a:extLst>
              <a:ext uri="{FF2B5EF4-FFF2-40B4-BE49-F238E27FC236}">
                <a16:creationId xmlns:a16="http://schemas.microsoft.com/office/drawing/2014/main" id="{F51BAC3C-C9C7-51ED-BC29-A19350FC86E0}"/>
              </a:ext>
            </a:extLst>
          </p:cNvPr>
          <p:cNvSpPr txBox="1"/>
          <p:nvPr/>
        </p:nvSpPr>
        <p:spPr>
          <a:xfrm>
            <a:off x="7224790" y="2013554"/>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Sum of Ratings</a:t>
            </a:r>
            <a:endParaRPr lang="en-US"/>
          </a:p>
        </p:txBody>
      </p:sp>
      <p:sp>
        <p:nvSpPr>
          <p:cNvPr id="7" name="TextBox 6">
            <a:extLst>
              <a:ext uri="{FF2B5EF4-FFF2-40B4-BE49-F238E27FC236}">
                <a16:creationId xmlns:a16="http://schemas.microsoft.com/office/drawing/2014/main" id="{CED8E90F-FAF3-BA64-5B23-DB21EDAFA01C}"/>
              </a:ext>
            </a:extLst>
          </p:cNvPr>
          <p:cNvSpPr txBox="1"/>
          <p:nvPr/>
        </p:nvSpPr>
        <p:spPr>
          <a:xfrm>
            <a:off x="1555773" y="2013554"/>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Count of Positive Ratings</a:t>
            </a:r>
            <a:endParaRPr lang="en-US"/>
          </a:p>
        </p:txBody>
      </p:sp>
    </p:spTree>
    <p:extLst>
      <p:ext uri="{BB962C8B-B14F-4D97-AF65-F5344CB8AC3E}">
        <p14:creationId xmlns:p14="http://schemas.microsoft.com/office/powerpoint/2010/main" val="2160333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5889-F90A-2E80-6E31-24FD8248B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EDBEC-D00D-29BB-EDD4-AB46BA372A59}"/>
              </a:ext>
            </a:extLst>
          </p:cNvPr>
          <p:cNvSpPr>
            <a:spLocks noGrp="1"/>
          </p:cNvSpPr>
          <p:nvPr>
            <p:ph type="title"/>
          </p:nvPr>
        </p:nvSpPr>
        <p:spPr/>
        <p:txBody>
          <a:bodyPr/>
          <a:lstStyle/>
          <a:p>
            <a:r>
              <a:rPr lang="sv-SE" err="1"/>
              <a:t>Results</a:t>
            </a:r>
            <a:r>
              <a:rPr lang="sv-SE"/>
              <a:t> </a:t>
            </a:r>
            <a:endParaRPr lang="en-US"/>
          </a:p>
        </p:txBody>
      </p:sp>
      <p:graphicFrame>
        <p:nvGraphicFramePr>
          <p:cNvPr id="8" name="Table 7">
            <a:extLst>
              <a:ext uri="{FF2B5EF4-FFF2-40B4-BE49-F238E27FC236}">
                <a16:creationId xmlns:a16="http://schemas.microsoft.com/office/drawing/2014/main" id="{B23E3407-809C-386D-8A3D-736F8BBEDB83}"/>
              </a:ext>
            </a:extLst>
          </p:cNvPr>
          <p:cNvGraphicFramePr>
            <a:graphicFrameLocks noGrp="1"/>
          </p:cNvGraphicFramePr>
          <p:nvPr>
            <p:extLst>
              <p:ext uri="{D42A27DB-BD31-4B8C-83A1-F6EECF244321}">
                <p14:modId xmlns:p14="http://schemas.microsoft.com/office/powerpoint/2010/main" val="632569190"/>
              </p:ext>
            </p:extLst>
          </p:nvPr>
        </p:nvGraphicFramePr>
        <p:xfrm>
          <a:off x="1064440" y="2831641"/>
          <a:ext cx="3964845" cy="1219916"/>
        </p:xfrm>
        <a:graphic>
          <a:graphicData uri="http://schemas.openxmlformats.org/drawingml/2006/table">
            <a:tbl>
              <a:tblPr firstRow="1" bandRow="1">
                <a:tableStyleId>{5C22544A-7EE6-4342-B048-85BDC9FD1C3A}</a:tableStyleId>
              </a:tblPr>
              <a:tblGrid>
                <a:gridCol w="1321615">
                  <a:extLst>
                    <a:ext uri="{9D8B030D-6E8A-4147-A177-3AD203B41FA5}">
                      <a16:colId xmlns:a16="http://schemas.microsoft.com/office/drawing/2014/main" val="3312169627"/>
                    </a:ext>
                  </a:extLst>
                </a:gridCol>
                <a:gridCol w="1321615">
                  <a:extLst>
                    <a:ext uri="{9D8B030D-6E8A-4147-A177-3AD203B41FA5}">
                      <a16:colId xmlns:a16="http://schemas.microsoft.com/office/drawing/2014/main" val="1320229863"/>
                    </a:ext>
                  </a:extLst>
                </a:gridCol>
                <a:gridCol w="1321615">
                  <a:extLst>
                    <a:ext uri="{9D8B030D-6E8A-4147-A177-3AD203B41FA5}">
                      <a16:colId xmlns:a16="http://schemas.microsoft.com/office/drawing/2014/main" val="4028271990"/>
                    </a:ext>
                  </a:extLst>
                </a:gridCol>
              </a:tblGrid>
              <a:tr h="609958">
                <a:tc>
                  <a:txBody>
                    <a:bodyPr/>
                    <a:lstStyle/>
                    <a:p>
                      <a:r>
                        <a:rPr lang="en-US"/>
                        <a:t>Kappa</a:t>
                      </a:r>
                    </a:p>
                  </a:txBody>
                  <a:tcPr>
                    <a:solidFill>
                      <a:schemeClr val="tx2"/>
                    </a:solidFill>
                  </a:tcPr>
                </a:tc>
                <a:tc>
                  <a:txBody>
                    <a:bodyPr/>
                    <a:lstStyle/>
                    <a:p>
                      <a:r>
                        <a:rPr lang="en-US"/>
                        <a:t>Z</a:t>
                      </a:r>
                    </a:p>
                  </a:txBody>
                  <a:tcPr>
                    <a:solidFill>
                      <a:schemeClr val="tx2"/>
                    </a:solidFill>
                  </a:tcPr>
                </a:tc>
                <a:tc>
                  <a:txBody>
                    <a:bodyPr/>
                    <a:lstStyle/>
                    <a:p>
                      <a:r>
                        <a:rPr lang="en-US"/>
                        <a:t>p-value</a:t>
                      </a:r>
                    </a:p>
                  </a:txBody>
                  <a:tcPr>
                    <a:solidFill>
                      <a:schemeClr val="tx2"/>
                    </a:solidFill>
                  </a:tcPr>
                </a:tc>
                <a:extLst>
                  <a:ext uri="{0D108BD9-81ED-4DB2-BD59-A6C34878D82A}">
                    <a16:rowId xmlns:a16="http://schemas.microsoft.com/office/drawing/2014/main" val="1004592625"/>
                  </a:ext>
                </a:extLst>
              </a:tr>
              <a:tr h="609958">
                <a:tc>
                  <a:txBody>
                    <a:bodyPr/>
                    <a:lstStyle/>
                    <a:p>
                      <a:pPr lvl="0">
                        <a:buNone/>
                      </a:pPr>
                      <a:r>
                        <a:rPr lang="en-US"/>
                        <a:t>0.58</a:t>
                      </a:r>
                    </a:p>
                  </a:txBody>
                  <a:tcPr/>
                </a:tc>
                <a:tc>
                  <a:txBody>
                    <a:bodyPr/>
                    <a:lstStyle/>
                    <a:p>
                      <a:pPr lvl="0">
                        <a:buNone/>
                      </a:pPr>
                      <a:r>
                        <a:rPr lang="en-US"/>
                        <a:t>5.8</a:t>
                      </a:r>
                    </a:p>
                  </a:txBody>
                  <a:tcPr/>
                </a:tc>
                <a:tc>
                  <a:txBody>
                    <a:bodyPr/>
                    <a:lstStyle/>
                    <a:p>
                      <a:pPr lvl="0">
                        <a:buNone/>
                      </a:pPr>
                      <a:r>
                        <a:rPr lang="en-US" sz="1800" b="0" i="0" u="none" strike="noStrike" baseline="0" noProof="0">
                          <a:solidFill>
                            <a:srgbClr val="000000"/>
                          </a:solidFill>
                          <a:latin typeface="Figtree"/>
                        </a:rPr>
                        <a:t>6.65e-09</a:t>
                      </a:r>
                      <a:endParaRPr lang="en-US"/>
                    </a:p>
                  </a:txBody>
                  <a:tcPr/>
                </a:tc>
                <a:extLst>
                  <a:ext uri="{0D108BD9-81ED-4DB2-BD59-A6C34878D82A}">
                    <a16:rowId xmlns:a16="http://schemas.microsoft.com/office/drawing/2014/main" val="4256470519"/>
                  </a:ext>
                </a:extLst>
              </a:tr>
            </a:tbl>
          </a:graphicData>
        </a:graphic>
      </p:graphicFrame>
      <p:graphicFrame>
        <p:nvGraphicFramePr>
          <p:cNvPr id="13" name="Table 12">
            <a:extLst>
              <a:ext uri="{FF2B5EF4-FFF2-40B4-BE49-F238E27FC236}">
                <a16:creationId xmlns:a16="http://schemas.microsoft.com/office/drawing/2014/main" id="{DEFEAE83-B83C-DF52-949F-7E232F745C12}"/>
              </a:ext>
            </a:extLst>
          </p:cNvPr>
          <p:cNvGraphicFramePr>
            <a:graphicFrameLocks noGrp="1"/>
          </p:cNvGraphicFramePr>
          <p:nvPr>
            <p:extLst>
              <p:ext uri="{D42A27DB-BD31-4B8C-83A1-F6EECF244321}">
                <p14:modId xmlns:p14="http://schemas.microsoft.com/office/powerpoint/2010/main" val="2934770971"/>
              </p:ext>
            </p:extLst>
          </p:nvPr>
        </p:nvGraphicFramePr>
        <p:xfrm>
          <a:off x="6804021" y="2831640"/>
          <a:ext cx="3964845" cy="1219916"/>
        </p:xfrm>
        <a:graphic>
          <a:graphicData uri="http://schemas.openxmlformats.org/drawingml/2006/table">
            <a:tbl>
              <a:tblPr firstRow="1" bandRow="1">
                <a:tableStyleId>{5C22544A-7EE6-4342-B048-85BDC9FD1C3A}</a:tableStyleId>
              </a:tblPr>
              <a:tblGrid>
                <a:gridCol w="1321615">
                  <a:extLst>
                    <a:ext uri="{9D8B030D-6E8A-4147-A177-3AD203B41FA5}">
                      <a16:colId xmlns:a16="http://schemas.microsoft.com/office/drawing/2014/main" val="3312169627"/>
                    </a:ext>
                  </a:extLst>
                </a:gridCol>
                <a:gridCol w="1321615">
                  <a:extLst>
                    <a:ext uri="{9D8B030D-6E8A-4147-A177-3AD203B41FA5}">
                      <a16:colId xmlns:a16="http://schemas.microsoft.com/office/drawing/2014/main" val="1320229863"/>
                    </a:ext>
                  </a:extLst>
                </a:gridCol>
                <a:gridCol w="1321615">
                  <a:extLst>
                    <a:ext uri="{9D8B030D-6E8A-4147-A177-3AD203B41FA5}">
                      <a16:colId xmlns:a16="http://schemas.microsoft.com/office/drawing/2014/main" val="4028271990"/>
                    </a:ext>
                  </a:extLst>
                </a:gridCol>
              </a:tblGrid>
              <a:tr h="609958">
                <a:tc>
                  <a:txBody>
                    <a:bodyPr/>
                    <a:lstStyle/>
                    <a:p>
                      <a:r>
                        <a:rPr lang="en-US"/>
                        <a:t>Kappa</a:t>
                      </a:r>
                    </a:p>
                  </a:txBody>
                  <a:tcPr>
                    <a:solidFill>
                      <a:schemeClr val="tx2"/>
                    </a:solidFill>
                  </a:tcPr>
                </a:tc>
                <a:tc>
                  <a:txBody>
                    <a:bodyPr/>
                    <a:lstStyle/>
                    <a:p>
                      <a:r>
                        <a:rPr lang="en-US"/>
                        <a:t>Z</a:t>
                      </a:r>
                    </a:p>
                  </a:txBody>
                  <a:tcPr>
                    <a:solidFill>
                      <a:schemeClr val="tx2"/>
                    </a:solidFill>
                  </a:tcPr>
                </a:tc>
                <a:tc>
                  <a:txBody>
                    <a:bodyPr/>
                    <a:lstStyle/>
                    <a:p>
                      <a:r>
                        <a:rPr lang="en-US"/>
                        <a:t>p-value</a:t>
                      </a:r>
                    </a:p>
                  </a:txBody>
                  <a:tcPr>
                    <a:solidFill>
                      <a:schemeClr val="tx2"/>
                    </a:solidFill>
                  </a:tcPr>
                </a:tc>
                <a:extLst>
                  <a:ext uri="{0D108BD9-81ED-4DB2-BD59-A6C34878D82A}">
                    <a16:rowId xmlns:a16="http://schemas.microsoft.com/office/drawing/2014/main" val="1004592625"/>
                  </a:ext>
                </a:extLst>
              </a:tr>
              <a:tr h="609958">
                <a:tc>
                  <a:txBody>
                    <a:bodyPr/>
                    <a:lstStyle/>
                    <a:p>
                      <a:pPr lvl="0">
                        <a:buNone/>
                      </a:pPr>
                      <a:r>
                        <a:rPr lang="en-US"/>
                        <a:t>0.581</a:t>
                      </a:r>
                    </a:p>
                  </a:txBody>
                  <a:tcPr/>
                </a:tc>
                <a:tc>
                  <a:txBody>
                    <a:bodyPr/>
                    <a:lstStyle/>
                    <a:p>
                      <a:pPr lvl="0">
                        <a:buNone/>
                      </a:pPr>
                      <a:r>
                        <a:rPr lang="en-US"/>
                        <a:t>5.84</a:t>
                      </a:r>
                    </a:p>
                  </a:txBody>
                  <a:tcPr/>
                </a:tc>
                <a:tc>
                  <a:txBody>
                    <a:bodyPr/>
                    <a:lstStyle/>
                    <a:p>
                      <a:pPr lvl="0">
                        <a:buNone/>
                      </a:pPr>
                      <a:r>
                        <a:rPr lang="en-US" sz="1800" b="0" i="0" u="none" strike="noStrike" baseline="0" noProof="0">
                          <a:solidFill>
                            <a:srgbClr val="000000"/>
                          </a:solidFill>
                          <a:latin typeface="Figtree"/>
                        </a:rPr>
                        <a:t>5.25e-09</a:t>
                      </a:r>
                      <a:endParaRPr lang="en-US"/>
                    </a:p>
                  </a:txBody>
                  <a:tcPr/>
                </a:tc>
                <a:extLst>
                  <a:ext uri="{0D108BD9-81ED-4DB2-BD59-A6C34878D82A}">
                    <a16:rowId xmlns:a16="http://schemas.microsoft.com/office/drawing/2014/main" val="4256470519"/>
                  </a:ext>
                </a:extLst>
              </a:tr>
            </a:tbl>
          </a:graphicData>
        </a:graphic>
      </p:graphicFrame>
      <p:sp>
        <p:nvSpPr>
          <p:cNvPr id="15" name="TextBox 14">
            <a:extLst>
              <a:ext uri="{FF2B5EF4-FFF2-40B4-BE49-F238E27FC236}">
                <a16:creationId xmlns:a16="http://schemas.microsoft.com/office/drawing/2014/main" id="{103B08EF-47C3-4C5B-65DF-EA67CDC510D0}"/>
              </a:ext>
            </a:extLst>
          </p:cNvPr>
          <p:cNvSpPr txBox="1"/>
          <p:nvPr/>
        </p:nvSpPr>
        <p:spPr>
          <a:xfrm>
            <a:off x="1555773" y="2460244"/>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Fleiss' Kappa</a:t>
            </a:r>
            <a:endParaRPr lang="en-US"/>
          </a:p>
        </p:txBody>
      </p:sp>
      <p:sp>
        <p:nvSpPr>
          <p:cNvPr id="16" name="TextBox 15">
            <a:extLst>
              <a:ext uri="{FF2B5EF4-FFF2-40B4-BE49-F238E27FC236}">
                <a16:creationId xmlns:a16="http://schemas.microsoft.com/office/drawing/2014/main" id="{B4DE1050-1C8C-4EE2-2719-01E9EA3440BD}"/>
              </a:ext>
            </a:extLst>
          </p:cNvPr>
          <p:cNvSpPr txBox="1"/>
          <p:nvPr/>
        </p:nvSpPr>
        <p:spPr>
          <a:xfrm>
            <a:off x="7295354" y="2460243"/>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Cohen's Kappa</a:t>
            </a:r>
            <a:endParaRPr lang="en-US"/>
          </a:p>
        </p:txBody>
      </p:sp>
      <p:sp>
        <p:nvSpPr>
          <p:cNvPr id="4" name="Text Placeholder 2">
            <a:extLst>
              <a:ext uri="{FF2B5EF4-FFF2-40B4-BE49-F238E27FC236}">
                <a16:creationId xmlns:a16="http://schemas.microsoft.com/office/drawing/2014/main" id="{787A4283-661C-F163-DDAE-17FA3D22DC3D}"/>
              </a:ext>
            </a:extLst>
          </p:cNvPr>
          <p:cNvSpPr txBox="1">
            <a:spLocks/>
          </p:cNvSpPr>
          <p:nvPr/>
        </p:nvSpPr>
        <p:spPr>
          <a:xfrm>
            <a:off x="796720" y="4410295"/>
            <a:ext cx="9441682" cy="429403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Moderate agreement </a:t>
            </a:r>
            <a:endParaRPr lang="en-US">
              <a:latin typeface="Figtree"/>
              <a:cs typeface="Arial"/>
            </a:endParaRPr>
          </a:p>
          <a:p>
            <a:r>
              <a:rPr lang="en-US">
                <a:latin typeface="Figtree"/>
                <a:cs typeface="Arial"/>
              </a:rPr>
              <a:t>p-values</a:t>
            </a:r>
            <a:r>
              <a:rPr lang="en-US"/>
              <a:t> &lt; 0.05 indicate that we can reject the null hypothesis and that the agreement between the raters is not only due to chance. </a:t>
            </a:r>
          </a:p>
          <a:p>
            <a:r>
              <a:rPr lang="en-US"/>
              <a:t>ICC indicates moderate to good consistency in the ratings</a:t>
            </a:r>
            <a:br>
              <a:rPr lang="en-US"/>
            </a:br>
            <a:endParaRPr lang="en-US"/>
          </a:p>
        </p:txBody>
      </p:sp>
      <p:graphicFrame>
        <p:nvGraphicFramePr>
          <p:cNvPr id="5" name="Table 4">
            <a:extLst>
              <a:ext uri="{FF2B5EF4-FFF2-40B4-BE49-F238E27FC236}">
                <a16:creationId xmlns:a16="http://schemas.microsoft.com/office/drawing/2014/main" id="{1C9F3BCE-A2A7-6A4A-F655-6FB2B40A18A9}"/>
              </a:ext>
            </a:extLst>
          </p:cNvPr>
          <p:cNvGraphicFramePr>
            <a:graphicFrameLocks noGrp="1"/>
          </p:cNvGraphicFramePr>
          <p:nvPr>
            <p:extLst>
              <p:ext uri="{D42A27DB-BD31-4B8C-83A1-F6EECF244321}">
                <p14:modId xmlns:p14="http://schemas.microsoft.com/office/powerpoint/2010/main" val="1656640451"/>
              </p:ext>
            </p:extLst>
          </p:nvPr>
        </p:nvGraphicFramePr>
        <p:xfrm>
          <a:off x="6268064" y="1093838"/>
          <a:ext cx="5030413" cy="1007942"/>
        </p:xfrm>
        <a:graphic>
          <a:graphicData uri="http://schemas.openxmlformats.org/drawingml/2006/table">
            <a:tbl>
              <a:tblPr firstRow="1" bandRow="1">
                <a:tableStyleId>{5C22544A-7EE6-4342-B048-85BDC9FD1C3A}</a:tableStyleId>
              </a:tblPr>
              <a:tblGrid>
                <a:gridCol w="1261239">
                  <a:extLst>
                    <a:ext uri="{9D8B030D-6E8A-4147-A177-3AD203B41FA5}">
                      <a16:colId xmlns:a16="http://schemas.microsoft.com/office/drawing/2014/main" val="3312169627"/>
                    </a:ext>
                  </a:extLst>
                </a:gridCol>
                <a:gridCol w="1398484">
                  <a:extLst>
                    <a:ext uri="{9D8B030D-6E8A-4147-A177-3AD203B41FA5}">
                      <a16:colId xmlns:a16="http://schemas.microsoft.com/office/drawing/2014/main" val="1320229863"/>
                    </a:ext>
                  </a:extLst>
                </a:gridCol>
                <a:gridCol w="1629103">
                  <a:extLst>
                    <a:ext uri="{9D8B030D-6E8A-4147-A177-3AD203B41FA5}">
                      <a16:colId xmlns:a16="http://schemas.microsoft.com/office/drawing/2014/main" val="4028271990"/>
                    </a:ext>
                  </a:extLst>
                </a:gridCol>
                <a:gridCol w="741587">
                  <a:extLst>
                    <a:ext uri="{9D8B030D-6E8A-4147-A177-3AD203B41FA5}">
                      <a16:colId xmlns:a16="http://schemas.microsoft.com/office/drawing/2014/main" val="3661272092"/>
                    </a:ext>
                  </a:extLst>
                </a:gridCol>
              </a:tblGrid>
              <a:tr h="609958">
                <a:tc>
                  <a:txBody>
                    <a:bodyPr/>
                    <a:lstStyle/>
                    <a:p>
                      <a:r>
                        <a:rPr lang="en-US"/>
                        <a:t>ICC</a:t>
                      </a:r>
                    </a:p>
                  </a:txBody>
                  <a:tcPr>
                    <a:solidFill>
                      <a:schemeClr val="tx2"/>
                    </a:solidFill>
                  </a:tcPr>
                </a:tc>
                <a:tc>
                  <a:txBody>
                    <a:bodyPr/>
                    <a:lstStyle/>
                    <a:p>
                      <a:pPr lvl="0">
                        <a:buNone/>
                      </a:pPr>
                      <a:r>
                        <a:rPr lang="en-US"/>
                        <a:t>P-value</a:t>
                      </a:r>
                    </a:p>
                  </a:txBody>
                  <a:tcPr>
                    <a:solidFill>
                      <a:schemeClr val="tx2"/>
                    </a:solidFill>
                  </a:tcPr>
                </a:tc>
                <a:tc>
                  <a:txBody>
                    <a:bodyPr/>
                    <a:lstStyle/>
                    <a:p>
                      <a:pPr lvl="0">
                        <a:buNone/>
                      </a:pPr>
                      <a:r>
                        <a:rPr lang="en-US" sz="1800" b="1" i="0" u="none" strike="noStrike" baseline="0" noProof="0">
                          <a:solidFill>
                            <a:srgbClr val="FFFFFF"/>
                          </a:solidFill>
                          <a:latin typeface="Figtree"/>
                        </a:rPr>
                        <a:t>95% CI</a:t>
                      </a:r>
                      <a:endParaRPr lang="en-US"/>
                    </a:p>
                  </a:txBody>
                  <a:tcPr>
                    <a:solidFill>
                      <a:schemeClr val="tx2"/>
                    </a:solidFill>
                  </a:tcPr>
                </a:tc>
                <a:tc>
                  <a:txBody>
                    <a:bodyPr/>
                    <a:lstStyle/>
                    <a:p>
                      <a:pPr lvl="0">
                        <a:buNone/>
                      </a:pPr>
                      <a:r>
                        <a:rPr lang="en-US" sz="1800" b="1" i="0" u="none" strike="noStrike" baseline="0" noProof="0">
                          <a:solidFill>
                            <a:srgbClr val="FFFFFF"/>
                          </a:solidFill>
                          <a:latin typeface="Figtree"/>
                        </a:rPr>
                        <a:t>F(99,100)</a:t>
                      </a:r>
                    </a:p>
                  </a:txBody>
                  <a:tcPr>
                    <a:solidFill>
                      <a:schemeClr val="tx2"/>
                    </a:solidFill>
                  </a:tcPr>
                </a:tc>
                <a:extLst>
                  <a:ext uri="{0D108BD9-81ED-4DB2-BD59-A6C34878D82A}">
                    <a16:rowId xmlns:a16="http://schemas.microsoft.com/office/drawing/2014/main" val="1004592625"/>
                  </a:ext>
                </a:extLst>
              </a:tr>
              <a:tr h="367862">
                <a:tc>
                  <a:txBody>
                    <a:bodyPr/>
                    <a:lstStyle/>
                    <a:p>
                      <a:pPr lvl="0">
                        <a:buNone/>
                      </a:pPr>
                      <a:r>
                        <a:rPr lang="en-US" sz="1800" b="0" i="0" u="none" strike="noStrike" baseline="0" noProof="0">
                          <a:solidFill>
                            <a:srgbClr val="000000"/>
                          </a:solidFill>
                          <a:latin typeface="Figtree"/>
                        </a:rPr>
                        <a:t>0.583  </a:t>
                      </a:r>
                      <a:endParaRPr lang="en-US"/>
                    </a:p>
                  </a:txBody>
                  <a:tcPr/>
                </a:tc>
                <a:tc>
                  <a:txBody>
                    <a:bodyPr/>
                    <a:lstStyle/>
                    <a:p>
                      <a:pPr lvl="0">
                        <a:buNone/>
                      </a:pPr>
                      <a:r>
                        <a:rPr lang="en-US" sz="1800" b="0" i="0" u="none" strike="noStrike" baseline="0" noProof="0">
                          <a:solidFill>
                            <a:srgbClr val="000000"/>
                          </a:solidFill>
                          <a:latin typeface="Figtree"/>
                        </a:rPr>
                        <a:t>6.65e-11</a:t>
                      </a:r>
                      <a:endParaRPr lang="en-US"/>
                    </a:p>
                  </a:txBody>
                  <a:tcPr/>
                </a:tc>
                <a:tc>
                  <a:txBody>
                    <a:bodyPr/>
                    <a:lstStyle/>
                    <a:p>
                      <a:pPr lvl="0">
                        <a:buNone/>
                      </a:pPr>
                      <a:r>
                        <a:rPr lang="en-US" sz="1800" b="0" i="0" u="none" strike="noStrike" baseline="0" noProof="0">
                          <a:solidFill>
                            <a:srgbClr val="000000"/>
                          </a:solidFill>
                          <a:latin typeface="Figtree"/>
                        </a:rPr>
                        <a:t>[0.438,0.699]</a:t>
                      </a:r>
                      <a:endParaRPr lang="en-US"/>
                    </a:p>
                  </a:txBody>
                  <a:tcPr/>
                </a:tc>
                <a:tc>
                  <a:txBody>
                    <a:bodyPr/>
                    <a:lstStyle/>
                    <a:p>
                      <a:pPr lvl="0">
                        <a:buNone/>
                      </a:pPr>
                      <a:r>
                        <a:rPr lang="en-US" sz="1800" b="0" i="0" u="none" strike="noStrike" baseline="0" noProof="0">
                          <a:solidFill>
                            <a:srgbClr val="000000"/>
                          </a:solidFill>
                          <a:latin typeface="Figtree"/>
                        </a:rPr>
                        <a:t>3.8</a:t>
                      </a:r>
                    </a:p>
                  </a:txBody>
                  <a:tcPr/>
                </a:tc>
                <a:extLst>
                  <a:ext uri="{0D108BD9-81ED-4DB2-BD59-A6C34878D82A}">
                    <a16:rowId xmlns:a16="http://schemas.microsoft.com/office/drawing/2014/main" val="4256470519"/>
                  </a:ext>
                </a:extLst>
              </a:tr>
            </a:tbl>
          </a:graphicData>
        </a:graphic>
      </p:graphicFrame>
      <p:sp>
        <p:nvSpPr>
          <p:cNvPr id="6" name="TextBox 5">
            <a:extLst>
              <a:ext uri="{FF2B5EF4-FFF2-40B4-BE49-F238E27FC236}">
                <a16:creationId xmlns:a16="http://schemas.microsoft.com/office/drawing/2014/main" id="{42749F42-3AA9-EED4-5F89-F8FEB497BF25}"/>
              </a:ext>
            </a:extLst>
          </p:cNvPr>
          <p:cNvSpPr txBox="1"/>
          <p:nvPr/>
        </p:nvSpPr>
        <p:spPr>
          <a:xfrm>
            <a:off x="7289208" y="727307"/>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ICC</a:t>
            </a:r>
            <a:endParaRPr lang="en-US"/>
          </a:p>
        </p:txBody>
      </p:sp>
    </p:spTree>
    <p:extLst>
      <p:ext uri="{BB962C8B-B14F-4D97-AF65-F5344CB8AC3E}">
        <p14:creationId xmlns:p14="http://schemas.microsoft.com/office/powerpoint/2010/main" val="642278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9AF7-9B96-54A8-2A5B-6B2FED346401}"/>
              </a:ext>
            </a:extLst>
          </p:cNvPr>
          <p:cNvSpPr>
            <a:spLocks noGrp="1"/>
          </p:cNvSpPr>
          <p:nvPr>
            <p:ph type="title"/>
          </p:nvPr>
        </p:nvSpPr>
        <p:spPr/>
        <p:txBody>
          <a:bodyPr/>
          <a:lstStyle/>
          <a:p>
            <a:r>
              <a:rPr lang="en-US"/>
              <a:t>Results – Confusion Matrix</a:t>
            </a:r>
          </a:p>
        </p:txBody>
      </p:sp>
      <p:pic>
        <p:nvPicPr>
          <p:cNvPr id="4" name="Content Placeholder 3" descr="A diagram of a confusion matrix&#10;&#10;AI-generated content may be incorrect.">
            <a:extLst>
              <a:ext uri="{FF2B5EF4-FFF2-40B4-BE49-F238E27FC236}">
                <a16:creationId xmlns:a16="http://schemas.microsoft.com/office/drawing/2014/main" id="{7DEE0A44-472D-6E79-27DD-7ACFAE81EB29}"/>
              </a:ext>
            </a:extLst>
          </p:cNvPr>
          <p:cNvPicPr>
            <a:picLocks noGrp="1" noChangeAspect="1"/>
          </p:cNvPicPr>
          <p:nvPr>
            <p:ph idx="1"/>
          </p:nvPr>
        </p:nvPicPr>
        <p:blipFill>
          <a:blip r:embed="rId2"/>
          <a:stretch>
            <a:fillRect/>
          </a:stretch>
        </p:blipFill>
        <p:spPr>
          <a:xfrm>
            <a:off x="381847" y="1884635"/>
            <a:ext cx="5539654" cy="4453808"/>
          </a:xfrm>
          <a:prstGeom prst="rect">
            <a:avLst/>
          </a:prstGeom>
        </p:spPr>
      </p:pic>
      <p:sp>
        <p:nvSpPr>
          <p:cNvPr id="5" name="Text Placeholder 2">
            <a:extLst>
              <a:ext uri="{FF2B5EF4-FFF2-40B4-BE49-F238E27FC236}">
                <a16:creationId xmlns:a16="http://schemas.microsoft.com/office/drawing/2014/main" id="{5D6B02EF-4DCE-C49F-29EC-87B12250D629}"/>
              </a:ext>
            </a:extLst>
          </p:cNvPr>
          <p:cNvSpPr txBox="1">
            <a:spLocks/>
          </p:cNvSpPr>
          <p:nvPr/>
        </p:nvSpPr>
        <p:spPr>
          <a:xfrm>
            <a:off x="6437978" y="1884634"/>
            <a:ext cx="4605441" cy="429403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McNemar's p-value = 1</a:t>
            </a:r>
          </a:p>
          <a:p>
            <a:r>
              <a:rPr lang="en-US">
                <a:cs typeface="Arial"/>
              </a:rPr>
              <a:t>P-value (Acc&gt;NIR) = </a:t>
            </a:r>
            <a:r>
              <a:rPr lang="en-US">
                <a:latin typeface="Figtree"/>
                <a:cs typeface="Arial"/>
              </a:rPr>
              <a:t>&lt;2e-16   </a:t>
            </a:r>
          </a:p>
          <a:p>
            <a:r>
              <a:rPr lang="en-US"/>
              <a:t>McNemar’s p-value of 1 indicates that there is no significant difference between the rater and the actual diagnosis. </a:t>
            </a:r>
          </a:p>
          <a:p>
            <a:pPr marL="0" indent="0">
              <a:buNone/>
            </a:pPr>
            <a:br>
              <a:rPr lang="en-US"/>
            </a:br>
            <a:br>
              <a:rPr lang="en-US"/>
            </a:br>
            <a:endParaRPr lang="en-US"/>
          </a:p>
        </p:txBody>
      </p:sp>
    </p:spTree>
    <p:extLst>
      <p:ext uri="{BB962C8B-B14F-4D97-AF65-F5344CB8AC3E}">
        <p14:creationId xmlns:p14="http://schemas.microsoft.com/office/powerpoint/2010/main" val="3779615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84C6-DF27-071E-4CEB-137754D6F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98285-A765-00BB-AB48-1622423657C6}"/>
              </a:ext>
            </a:extLst>
          </p:cNvPr>
          <p:cNvSpPr>
            <a:spLocks noGrp="1"/>
          </p:cNvSpPr>
          <p:nvPr>
            <p:ph type="title"/>
          </p:nvPr>
        </p:nvSpPr>
        <p:spPr/>
        <p:txBody>
          <a:bodyPr/>
          <a:lstStyle/>
          <a:p>
            <a:r>
              <a:rPr lang="en-US"/>
              <a:t>Results – Confusion Matrix</a:t>
            </a:r>
          </a:p>
        </p:txBody>
      </p:sp>
      <p:pic>
        <p:nvPicPr>
          <p:cNvPr id="7" name="Content Placeholder 6" descr="A diagram of a confusion matrix&#10;&#10;AI-generated content may be incorrect.">
            <a:extLst>
              <a:ext uri="{FF2B5EF4-FFF2-40B4-BE49-F238E27FC236}">
                <a16:creationId xmlns:a16="http://schemas.microsoft.com/office/drawing/2014/main" id="{32E5A3BF-F21A-5F67-0275-B30F9D4BA10F}"/>
              </a:ext>
            </a:extLst>
          </p:cNvPr>
          <p:cNvPicPr>
            <a:picLocks noGrp="1" noChangeAspect="1"/>
          </p:cNvPicPr>
          <p:nvPr>
            <p:ph idx="1"/>
          </p:nvPr>
        </p:nvPicPr>
        <p:blipFill>
          <a:blip r:embed="rId2"/>
          <a:stretch>
            <a:fillRect/>
          </a:stretch>
        </p:blipFill>
        <p:spPr>
          <a:xfrm>
            <a:off x="553911" y="1712570"/>
            <a:ext cx="5539654" cy="4453808"/>
          </a:xfrm>
          <a:prstGeom prst="rect">
            <a:avLst/>
          </a:prstGeom>
        </p:spPr>
      </p:pic>
      <p:sp>
        <p:nvSpPr>
          <p:cNvPr id="9" name="Text Placeholder 2">
            <a:extLst>
              <a:ext uri="{FF2B5EF4-FFF2-40B4-BE49-F238E27FC236}">
                <a16:creationId xmlns:a16="http://schemas.microsoft.com/office/drawing/2014/main" id="{042A386B-962D-A94D-098E-7774A5D84707}"/>
              </a:ext>
            </a:extLst>
          </p:cNvPr>
          <p:cNvSpPr txBox="1">
            <a:spLocks/>
          </p:cNvSpPr>
          <p:nvPr/>
        </p:nvSpPr>
        <p:spPr>
          <a:xfrm>
            <a:off x="6437978" y="1884634"/>
            <a:ext cx="4605441" cy="429403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McNemar's p-value = </a:t>
            </a:r>
            <a:r>
              <a:rPr lang="en-US">
                <a:latin typeface="Figtree"/>
                <a:cs typeface="Arial"/>
              </a:rPr>
              <a:t>0.2673</a:t>
            </a:r>
            <a:endParaRPr lang="en-US">
              <a:latin typeface="Figtree"/>
            </a:endParaRPr>
          </a:p>
          <a:p>
            <a:r>
              <a:rPr lang="en-US">
                <a:cs typeface="Arial"/>
              </a:rPr>
              <a:t>P-value (Acc&gt;NIR) = </a:t>
            </a:r>
            <a:r>
              <a:rPr lang="en-US">
                <a:latin typeface="Figtree"/>
                <a:cs typeface="Arial"/>
              </a:rPr>
              <a:t>4.774e-13   </a:t>
            </a:r>
          </a:p>
          <a:p>
            <a:r>
              <a:rPr lang="en-US"/>
              <a:t>Lower F1-score than rater 1</a:t>
            </a:r>
          </a:p>
          <a:p>
            <a:pPr marL="0" indent="0">
              <a:buNone/>
            </a:pPr>
            <a:br>
              <a:rPr lang="en-US"/>
            </a:br>
            <a:br>
              <a:rPr lang="en-US"/>
            </a:br>
            <a:endParaRPr lang="en-US"/>
          </a:p>
        </p:txBody>
      </p:sp>
    </p:spTree>
    <p:extLst>
      <p:ext uri="{BB962C8B-B14F-4D97-AF65-F5344CB8AC3E}">
        <p14:creationId xmlns:p14="http://schemas.microsoft.com/office/powerpoint/2010/main" val="3851197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604E-927E-063F-0106-7FD165190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7023B-D57B-C5B3-1EA8-7046BEA8F144}"/>
              </a:ext>
            </a:extLst>
          </p:cNvPr>
          <p:cNvSpPr>
            <a:spLocks noGrp="1"/>
          </p:cNvSpPr>
          <p:nvPr>
            <p:ph type="title"/>
          </p:nvPr>
        </p:nvSpPr>
        <p:spPr/>
        <p:txBody>
          <a:bodyPr/>
          <a:lstStyle/>
          <a:p>
            <a:r>
              <a:rPr lang="en-US"/>
              <a:t>Results – Generalized Linear Mixed Effects Model</a:t>
            </a:r>
          </a:p>
        </p:txBody>
      </p:sp>
      <p:graphicFrame>
        <p:nvGraphicFramePr>
          <p:cNvPr id="4" name="Table 3">
            <a:extLst>
              <a:ext uri="{FF2B5EF4-FFF2-40B4-BE49-F238E27FC236}">
                <a16:creationId xmlns:a16="http://schemas.microsoft.com/office/drawing/2014/main" id="{6AB1EEE5-B275-C0F8-4BCB-DA573F6EC5EC}"/>
              </a:ext>
            </a:extLst>
          </p:cNvPr>
          <p:cNvGraphicFramePr>
            <a:graphicFrameLocks noGrp="1"/>
          </p:cNvGraphicFramePr>
          <p:nvPr>
            <p:extLst>
              <p:ext uri="{D42A27DB-BD31-4B8C-83A1-F6EECF244321}">
                <p14:modId xmlns:p14="http://schemas.microsoft.com/office/powerpoint/2010/main" val="2291480552"/>
              </p:ext>
            </p:extLst>
          </p:nvPr>
        </p:nvGraphicFramePr>
        <p:xfrm>
          <a:off x="682112" y="2470354"/>
          <a:ext cx="6582117" cy="1890118"/>
        </p:xfrm>
        <a:graphic>
          <a:graphicData uri="http://schemas.openxmlformats.org/drawingml/2006/table">
            <a:tbl>
              <a:tblPr firstRow="1" bandRow="1">
                <a:tableStyleId>{5C22544A-7EE6-4342-B048-85BDC9FD1C3A}</a:tableStyleId>
              </a:tblPr>
              <a:tblGrid>
                <a:gridCol w="1788916">
                  <a:extLst>
                    <a:ext uri="{9D8B030D-6E8A-4147-A177-3AD203B41FA5}">
                      <a16:colId xmlns:a16="http://schemas.microsoft.com/office/drawing/2014/main" val="3312169627"/>
                    </a:ext>
                  </a:extLst>
                </a:gridCol>
                <a:gridCol w="1420207">
                  <a:extLst>
                    <a:ext uri="{9D8B030D-6E8A-4147-A177-3AD203B41FA5}">
                      <a16:colId xmlns:a16="http://schemas.microsoft.com/office/drawing/2014/main" val="1320229863"/>
                    </a:ext>
                  </a:extLst>
                </a:gridCol>
                <a:gridCol w="1051500">
                  <a:extLst>
                    <a:ext uri="{9D8B030D-6E8A-4147-A177-3AD203B41FA5}">
                      <a16:colId xmlns:a16="http://schemas.microsoft.com/office/drawing/2014/main" val="4028271990"/>
                    </a:ext>
                  </a:extLst>
                </a:gridCol>
                <a:gridCol w="955909">
                  <a:extLst>
                    <a:ext uri="{9D8B030D-6E8A-4147-A177-3AD203B41FA5}">
                      <a16:colId xmlns:a16="http://schemas.microsoft.com/office/drawing/2014/main" val="2438656981"/>
                    </a:ext>
                  </a:extLst>
                </a:gridCol>
                <a:gridCol w="1365585">
                  <a:extLst>
                    <a:ext uri="{9D8B030D-6E8A-4147-A177-3AD203B41FA5}">
                      <a16:colId xmlns:a16="http://schemas.microsoft.com/office/drawing/2014/main" val="377501751"/>
                    </a:ext>
                  </a:extLst>
                </a:gridCol>
              </a:tblGrid>
              <a:tr h="609958">
                <a:tc>
                  <a:txBody>
                    <a:bodyPr/>
                    <a:lstStyle/>
                    <a:p>
                      <a:endParaRPr lang="en-US"/>
                    </a:p>
                  </a:txBody>
                  <a:tcPr>
                    <a:solidFill>
                      <a:schemeClr val="tx2"/>
                    </a:solidFill>
                  </a:tcPr>
                </a:tc>
                <a:tc>
                  <a:txBody>
                    <a:bodyPr/>
                    <a:lstStyle/>
                    <a:p>
                      <a:r>
                        <a:rPr lang="en-US"/>
                        <a:t>Estimate Std</a:t>
                      </a:r>
                    </a:p>
                  </a:txBody>
                  <a:tcPr>
                    <a:solidFill>
                      <a:schemeClr val="tx2"/>
                    </a:solidFill>
                  </a:tcPr>
                </a:tc>
                <a:tc>
                  <a:txBody>
                    <a:bodyPr/>
                    <a:lstStyle/>
                    <a:p>
                      <a:pPr lvl="0">
                        <a:buNone/>
                      </a:pPr>
                      <a:r>
                        <a:rPr lang="en-US"/>
                        <a:t>Error</a:t>
                      </a:r>
                    </a:p>
                  </a:txBody>
                  <a:tcPr>
                    <a:solidFill>
                      <a:schemeClr val="tx2"/>
                    </a:solidFill>
                  </a:tcPr>
                </a:tc>
                <a:tc>
                  <a:txBody>
                    <a:bodyPr/>
                    <a:lstStyle/>
                    <a:p>
                      <a:pPr lvl="0">
                        <a:buNone/>
                      </a:pPr>
                      <a:r>
                        <a:rPr lang="en-US"/>
                        <a:t>Z-value</a:t>
                      </a:r>
                    </a:p>
                  </a:txBody>
                  <a:tcPr>
                    <a:solidFill>
                      <a:schemeClr val="tx2"/>
                    </a:solidFill>
                  </a:tcPr>
                </a:tc>
                <a:tc>
                  <a:txBody>
                    <a:bodyPr/>
                    <a:lstStyle/>
                    <a:p>
                      <a:pPr lvl="0">
                        <a:buNone/>
                      </a:pPr>
                      <a:r>
                        <a:rPr lang="en-US"/>
                        <a:t>Pr(&gt;|z|)</a:t>
                      </a:r>
                    </a:p>
                  </a:txBody>
                  <a:tcPr>
                    <a:solidFill>
                      <a:schemeClr val="tx2"/>
                    </a:solidFill>
                  </a:tcPr>
                </a:tc>
                <a:extLst>
                  <a:ext uri="{0D108BD9-81ED-4DB2-BD59-A6C34878D82A}">
                    <a16:rowId xmlns:a16="http://schemas.microsoft.com/office/drawing/2014/main" val="1004592625"/>
                  </a:ext>
                </a:extLst>
              </a:tr>
              <a:tr h="609958">
                <a:tc>
                  <a:txBody>
                    <a:bodyPr/>
                    <a:lstStyle/>
                    <a:p>
                      <a:pPr lvl="0">
                        <a:buNone/>
                      </a:pPr>
                      <a:r>
                        <a:rPr lang="en-US"/>
                        <a:t>(Intercept)</a:t>
                      </a:r>
                    </a:p>
                  </a:txBody>
                  <a:tcPr/>
                </a:tc>
                <a:tc>
                  <a:txBody>
                    <a:bodyPr/>
                    <a:lstStyle/>
                    <a:p>
                      <a:pPr lvl="0">
                        <a:buNone/>
                      </a:pPr>
                      <a:r>
                        <a:rPr lang="en-US" sz="1800" b="0" i="0" u="none" strike="noStrike" baseline="0" noProof="0">
                          <a:solidFill>
                            <a:srgbClr val="000000"/>
                          </a:solidFill>
                          <a:latin typeface="Figtree"/>
                        </a:rPr>
                        <a:t>-1.9677</a:t>
                      </a:r>
                      <a:endParaRPr lang="en-US"/>
                    </a:p>
                  </a:txBody>
                  <a:tcPr/>
                </a:tc>
                <a:tc>
                  <a:txBody>
                    <a:bodyPr/>
                    <a:lstStyle/>
                    <a:p>
                      <a:pPr lvl="0">
                        <a:buNone/>
                      </a:pPr>
                      <a:r>
                        <a:rPr lang="en-US" sz="1800" b="0" i="0" u="none" strike="noStrike" baseline="0" noProof="0">
                          <a:solidFill>
                            <a:srgbClr val="000000"/>
                          </a:solidFill>
                          <a:latin typeface="Figtree"/>
                        </a:rPr>
                        <a:t>0.2961  </a:t>
                      </a:r>
                      <a:endParaRPr lang="en-US"/>
                    </a:p>
                  </a:txBody>
                  <a:tcPr/>
                </a:tc>
                <a:tc>
                  <a:txBody>
                    <a:bodyPr/>
                    <a:lstStyle/>
                    <a:p>
                      <a:pPr lvl="0">
                        <a:buNone/>
                      </a:pPr>
                      <a:r>
                        <a:rPr lang="en-US" sz="1800" b="0" i="0" u="none" strike="noStrike" baseline="0" noProof="0">
                          <a:solidFill>
                            <a:srgbClr val="000000"/>
                          </a:solidFill>
                          <a:latin typeface="Figtree"/>
                        </a:rPr>
                        <a:t>-6.645</a:t>
                      </a:r>
                      <a:endParaRPr lang="en-US"/>
                    </a:p>
                  </a:txBody>
                  <a:tcPr/>
                </a:tc>
                <a:tc>
                  <a:txBody>
                    <a:bodyPr/>
                    <a:lstStyle/>
                    <a:p>
                      <a:pPr lvl="0">
                        <a:buNone/>
                      </a:pPr>
                      <a:r>
                        <a:rPr lang="en-US" sz="1800" b="0" i="0" u="none" strike="noStrike" baseline="0" noProof="0">
                          <a:solidFill>
                            <a:srgbClr val="000000"/>
                          </a:solidFill>
                          <a:latin typeface="Figtree"/>
                        </a:rPr>
                        <a:t>3.03e-11</a:t>
                      </a:r>
                      <a:endParaRPr lang="en-US"/>
                    </a:p>
                  </a:txBody>
                  <a:tcPr/>
                </a:tc>
                <a:extLst>
                  <a:ext uri="{0D108BD9-81ED-4DB2-BD59-A6C34878D82A}">
                    <a16:rowId xmlns:a16="http://schemas.microsoft.com/office/drawing/2014/main" val="4256470519"/>
                  </a:ext>
                </a:extLst>
              </a:tr>
              <a:tr h="609957">
                <a:tc>
                  <a:txBody>
                    <a:bodyPr/>
                    <a:lstStyle/>
                    <a:p>
                      <a:pPr lvl="0">
                        <a:buNone/>
                      </a:pPr>
                      <a:r>
                        <a:rPr lang="en-US"/>
                        <a:t>Patient_Diagnosis</a:t>
                      </a:r>
                    </a:p>
                  </a:txBody>
                  <a:tcPr/>
                </a:tc>
                <a:tc>
                  <a:txBody>
                    <a:bodyPr/>
                    <a:lstStyle/>
                    <a:p>
                      <a:pPr lvl="0">
                        <a:buNone/>
                      </a:pPr>
                      <a:r>
                        <a:rPr lang="en-US" sz="1800" b="0" i="0" u="none" strike="noStrike" baseline="0" noProof="0">
                          <a:solidFill>
                            <a:srgbClr val="000000"/>
                          </a:solidFill>
                          <a:latin typeface="Figtree"/>
                        </a:rPr>
                        <a:t>4.3426</a:t>
                      </a:r>
                      <a:endParaRPr lang="en-US"/>
                    </a:p>
                  </a:txBody>
                  <a:tcPr/>
                </a:tc>
                <a:tc>
                  <a:txBody>
                    <a:bodyPr/>
                    <a:lstStyle/>
                    <a:p>
                      <a:pPr lvl="0">
                        <a:buNone/>
                      </a:pPr>
                      <a:r>
                        <a:rPr lang="en-US" sz="1800" b="0" i="0" u="none" strike="noStrike" baseline="0" noProof="0">
                          <a:solidFill>
                            <a:srgbClr val="000000"/>
                          </a:solidFill>
                          <a:latin typeface="Figtree"/>
                        </a:rPr>
                        <a:t>0.4736  </a:t>
                      </a:r>
                      <a:endParaRPr lang="en-US"/>
                    </a:p>
                  </a:txBody>
                  <a:tcPr/>
                </a:tc>
                <a:tc>
                  <a:txBody>
                    <a:bodyPr/>
                    <a:lstStyle/>
                    <a:p>
                      <a:pPr lvl="0">
                        <a:buNone/>
                      </a:pPr>
                      <a:r>
                        <a:rPr lang="en-US" sz="1800" b="0" i="0" u="none" strike="noStrike" baseline="0" noProof="0">
                          <a:solidFill>
                            <a:srgbClr val="000000"/>
                          </a:solidFill>
                          <a:latin typeface="Figtree"/>
                        </a:rPr>
                        <a:t>9.169</a:t>
                      </a:r>
                      <a:endParaRPr lang="en-US"/>
                    </a:p>
                  </a:txBody>
                  <a:tcPr/>
                </a:tc>
                <a:tc>
                  <a:txBody>
                    <a:bodyPr/>
                    <a:lstStyle/>
                    <a:p>
                      <a:pPr lvl="0">
                        <a:buNone/>
                      </a:pPr>
                      <a:r>
                        <a:rPr lang="en-US" sz="1800" b="0" i="0" u="none" strike="noStrike" baseline="0" noProof="0">
                          <a:solidFill>
                            <a:srgbClr val="000000"/>
                          </a:solidFill>
                          <a:latin typeface="Figtree"/>
                        </a:rPr>
                        <a:t>&lt; 2e-16</a:t>
                      </a:r>
                      <a:endParaRPr lang="en-US"/>
                    </a:p>
                  </a:txBody>
                  <a:tcPr/>
                </a:tc>
                <a:extLst>
                  <a:ext uri="{0D108BD9-81ED-4DB2-BD59-A6C34878D82A}">
                    <a16:rowId xmlns:a16="http://schemas.microsoft.com/office/drawing/2014/main" val="1136897929"/>
                  </a:ext>
                </a:extLst>
              </a:tr>
            </a:tbl>
          </a:graphicData>
        </a:graphic>
      </p:graphicFrame>
      <p:sp>
        <p:nvSpPr>
          <p:cNvPr id="10" name="TextBox 9">
            <a:extLst>
              <a:ext uri="{FF2B5EF4-FFF2-40B4-BE49-F238E27FC236}">
                <a16:creationId xmlns:a16="http://schemas.microsoft.com/office/drawing/2014/main" id="{33D85513-D31B-6914-83F4-AC7B5E109BE0}"/>
              </a:ext>
            </a:extLst>
          </p:cNvPr>
          <p:cNvSpPr txBox="1"/>
          <p:nvPr/>
        </p:nvSpPr>
        <p:spPr>
          <a:xfrm>
            <a:off x="2477548" y="2103825"/>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Fixed Effects</a:t>
            </a:r>
            <a:endParaRPr lang="en-US"/>
          </a:p>
        </p:txBody>
      </p:sp>
      <p:sp>
        <p:nvSpPr>
          <p:cNvPr id="12" name="Text Placeholder 2">
            <a:extLst>
              <a:ext uri="{FF2B5EF4-FFF2-40B4-BE49-F238E27FC236}">
                <a16:creationId xmlns:a16="http://schemas.microsoft.com/office/drawing/2014/main" id="{D823066F-1A46-9F38-0588-C9F6EB5489B7}"/>
              </a:ext>
            </a:extLst>
          </p:cNvPr>
          <p:cNvSpPr txBox="1">
            <a:spLocks/>
          </p:cNvSpPr>
          <p:nvPr/>
        </p:nvSpPr>
        <p:spPr>
          <a:xfrm>
            <a:off x="636945" y="4508618"/>
            <a:ext cx="7776345" cy="429403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Figtree"/>
                <a:cs typeface="Arial"/>
              </a:rPr>
              <a:t>Strong positive effect</a:t>
            </a:r>
            <a:endParaRPr lang="en-US"/>
          </a:p>
          <a:p>
            <a:r>
              <a:rPr lang="en-US">
                <a:latin typeface="Figtree"/>
                <a:cs typeface="Arial"/>
              </a:rPr>
              <a:t>If patient’s diagnosis is positive or 1 -&gt; log-odds increase by 4.34</a:t>
            </a:r>
          </a:p>
          <a:p>
            <a:r>
              <a:rPr lang="en-US">
                <a:latin typeface="Figtree"/>
                <a:cs typeface="Arial"/>
              </a:rPr>
              <a:t>Odds ratio at exp(4.34) = 76.7 -&gt; raters are 76.7 times more likely to assign 1 or positive when the diagnosis is truly positive. </a:t>
            </a:r>
          </a:p>
          <a:p>
            <a:r>
              <a:rPr lang="en-US">
                <a:latin typeface="Figtree"/>
                <a:cs typeface="Arial"/>
              </a:rPr>
              <a:t>If patient diagnosis is 0, or at the intercept -&gt; odds ratio is exp(-1.9677) = 0.14.</a:t>
            </a:r>
            <a:endParaRPr lang="en-US" sz="1100">
              <a:latin typeface="Arial"/>
              <a:cs typeface="Arial"/>
            </a:endParaRPr>
          </a:p>
        </p:txBody>
      </p:sp>
      <p:sp>
        <p:nvSpPr>
          <p:cNvPr id="13" name="TextBox 12">
            <a:extLst>
              <a:ext uri="{FF2B5EF4-FFF2-40B4-BE49-F238E27FC236}">
                <a16:creationId xmlns:a16="http://schemas.microsoft.com/office/drawing/2014/main" id="{B386DC26-D372-D7DD-C028-81859060B5EA}"/>
              </a:ext>
            </a:extLst>
          </p:cNvPr>
          <p:cNvSpPr txBox="1"/>
          <p:nvPr/>
        </p:nvSpPr>
        <p:spPr>
          <a:xfrm>
            <a:off x="7411065" y="2562533"/>
            <a:ext cx="4129549" cy="20415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1575"/>
              </a:lnSpc>
              <a:buFont typeface=""/>
              <a:buChar char="•"/>
            </a:pPr>
            <a:r>
              <a:rPr lang="en-US" sz="2000">
                <a:latin typeface="Figtree"/>
                <a:cs typeface="Arial"/>
              </a:rPr>
              <a:t>Random effects of the raters is 0, which means there is not much observed difference between the raters. </a:t>
            </a:r>
            <a:endParaRPr lang="en-US">
              <a:latin typeface="Figtree"/>
              <a:cs typeface="Arial"/>
            </a:endParaRPr>
          </a:p>
          <a:p>
            <a:pPr>
              <a:lnSpc>
                <a:spcPts val="1575"/>
              </a:lnSpc>
            </a:pPr>
            <a:endParaRPr lang="en-US" sz="2000">
              <a:latin typeface="Figtree"/>
              <a:cs typeface="Arial"/>
            </a:endParaRPr>
          </a:p>
          <a:p>
            <a:pPr marL="228600" indent="-228600">
              <a:lnSpc>
                <a:spcPts val="1575"/>
              </a:lnSpc>
              <a:buFont typeface=""/>
              <a:buChar char="•"/>
            </a:pPr>
            <a:r>
              <a:rPr lang="en-US" sz="2000">
                <a:latin typeface="Figtree"/>
                <a:cs typeface="Arial"/>
              </a:rPr>
              <a:t>This is consistent with the Kappa values of 0.58, which indicate moderate agreement.​</a:t>
            </a:r>
            <a:endParaRPr lang="en-US"/>
          </a:p>
          <a:p>
            <a:pPr algn="ctr"/>
            <a:endParaRPr lang="en-US" sz="2000">
              <a:latin typeface="Figtree"/>
              <a:cs typeface="Arial"/>
            </a:endParaRPr>
          </a:p>
        </p:txBody>
      </p:sp>
    </p:spTree>
    <p:extLst>
      <p:ext uri="{BB962C8B-B14F-4D97-AF65-F5344CB8AC3E}">
        <p14:creationId xmlns:p14="http://schemas.microsoft.com/office/powerpoint/2010/main" val="2992226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46E2-7BE0-6BAF-AA5D-2A4B0AB67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213A2-E9CF-B774-8A4A-6126FB42D2F5}"/>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8E451878-B2C3-FF74-B423-3C323FFF8DA2}"/>
              </a:ext>
            </a:extLst>
          </p:cNvPr>
          <p:cNvSpPr>
            <a:spLocks noGrp="1"/>
          </p:cNvSpPr>
          <p:nvPr>
            <p:ph idx="1"/>
          </p:nvPr>
        </p:nvSpPr>
        <p:spPr/>
        <p:txBody>
          <a:bodyPr vert="horz" lIns="91440" tIns="45720" rIns="91440" bIns="45720" rtlCol="0" anchor="t">
            <a:noAutofit/>
          </a:bodyPr>
          <a:lstStyle/>
          <a:p>
            <a:r>
              <a:rPr lang="en-US"/>
              <a:t>Moderate agreement between 2 raters shown by Kappa + ICC scores</a:t>
            </a:r>
          </a:p>
          <a:p>
            <a:r>
              <a:rPr lang="en-US"/>
              <a:t>Kappa p-values &lt; 0.05 indicate that we can reject the null hypothesis and that the agreement between the raters is not only due to chance. </a:t>
            </a:r>
          </a:p>
          <a:p>
            <a:r>
              <a:rPr lang="en-US"/>
              <a:t>Rater 1 had higher F1-score than Rater 2</a:t>
            </a:r>
          </a:p>
          <a:p>
            <a:pPr marL="0" indent="0">
              <a:buNone/>
            </a:pPr>
            <a:endParaRPr lang="en-US" sz="600"/>
          </a:p>
          <a:p>
            <a:r>
              <a:rPr lang="en-US"/>
              <a:t>Raters are 76.7 times more likely to assign 1 or positive when the diagnosis is truly positive.</a:t>
            </a:r>
          </a:p>
          <a:p>
            <a:endParaRPr lang="en-US"/>
          </a:p>
          <a:p>
            <a:pPr marL="0" indent="0">
              <a:buNone/>
            </a:pPr>
            <a:endParaRPr lang="en-US"/>
          </a:p>
          <a:p>
            <a:endParaRPr lang="en-US"/>
          </a:p>
        </p:txBody>
      </p:sp>
    </p:spTree>
    <p:extLst>
      <p:ext uri="{BB962C8B-B14F-4D97-AF65-F5344CB8AC3E}">
        <p14:creationId xmlns:p14="http://schemas.microsoft.com/office/powerpoint/2010/main" val="3423201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1C8C-8FFE-EEF1-C9C7-881E1D2ED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3E894-1A2A-B4E7-21EE-AA2ADC54D7C2}"/>
              </a:ext>
            </a:extLst>
          </p:cNvPr>
          <p:cNvSpPr>
            <a:spLocks noGrp="1"/>
          </p:cNvSpPr>
          <p:nvPr>
            <p:ph type="title"/>
          </p:nvPr>
        </p:nvSpPr>
        <p:spPr/>
        <p:txBody>
          <a:bodyPr/>
          <a:lstStyle/>
          <a:p>
            <a:r>
              <a:rPr lang="en-US"/>
              <a:t>Task 2</a:t>
            </a:r>
          </a:p>
        </p:txBody>
      </p:sp>
      <p:sp>
        <p:nvSpPr>
          <p:cNvPr id="3" name="Text Placeholder 2">
            <a:extLst>
              <a:ext uri="{FF2B5EF4-FFF2-40B4-BE49-F238E27FC236}">
                <a16:creationId xmlns:a16="http://schemas.microsoft.com/office/drawing/2014/main" id="{6D48E18B-E53A-961A-43FF-970D0A0C3A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55248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yfra-21-1 Antigen">
            <a:extLst>
              <a:ext uri="{FF2B5EF4-FFF2-40B4-BE49-F238E27FC236}">
                <a16:creationId xmlns:a16="http://schemas.microsoft.com/office/drawing/2014/main" id="{FA9CD599-13DD-2115-5AF8-585D9CFBB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2837" y="1872344"/>
            <a:ext cx="2857500" cy="28479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D46262-3E41-31F6-65DD-257D51C6DB0D}"/>
              </a:ext>
            </a:extLst>
          </p:cNvPr>
          <p:cNvSpPr>
            <a:spLocks noGrp="1"/>
          </p:cNvSpPr>
          <p:nvPr>
            <p:ph type="title"/>
          </p:nvPr>
        </p:nvSpPr>
        <p:spPr/>
        <p:txBody>
          <a:bodyPr/>
          <a:lstStyle/>
          <a:p>
            <a:r>
              <a:rPr lang="sv-SE" err="1"/>
              <a:t>Introduction</a:t>
            </a:r>
            <a:endParaRPr lang="en-SE"/>
          </a:p>
        </p:txBody>
      </p:sp>
      <p:sp>
        <p:nvSpPr>
          <p:cNvPr id="3" name="Text Placeholder 2">
            <a:extLst>
              <a:ext uri="{FF2B5EF4-FFF2-40B4-BE49-F238E27FC236}">
                <a16:creationId xmlns:a16="http://schemas.microsoft.com/office/drawing/2014/main" id="{872C70EB-234B-F015-E26E-A1EA44545DFD}"/>
              </a:ext>
            </a:extLst>
          </p:cNvPr>
          <p:cNvSpPr>
            <a:spLocks noGrp="1"/>
          </p:cNvSpPr>
          <p:nvPr>
            <p:ph idx="1"/>
          </p:nvPr>
        </p:nvSpPr>
        <p:spPr/>
        <p:txBody>
          <a:bodyPr/>
          <a:lstStyle/>
          <a:p>
            <a:r>
              <a:rPr lang="en-SE"/>
              <a:t>♋ </a:t>
            </a:r>
            <a:r>
              <a:rPr lang="en-SE" err="1"/>
              <a:t>Cyfra</a:t>
            </a:r>
            <a:r>
              <a:rPr lang="en-SE"/>
              <a:t> 21-1 biomarker for detecting non-small cell lung cancer (NSCLC)</a:t>
            </a:r>
          </a:p>
          <a:p>
            <a:endParaRPr lang="en-SE"/>
          </a:p>
          <a:p>
            <a:r>
              <a:rPr lang="en-SE"/>
              <a:t>🧬 Analytical kits measures concentration in [ng/mL]</a:t>
            </a:r>
          </a:p>
          <a:p>
            <a:endParaRPr lang="en-SE"/>
          </a:p>
          <a:p>
            <a:r>
              <a:rPr lang="en-SE"/>
              <a:t>🧑🏻‍⚕️ Problems in medicine:</a:t>
            </a:r>
          </a:p>
          <a:p>
            <a:pPr lvl="1"/>
            <a:r>
              <a:rPr lang="en-SE" i="1"/>
              <a:t>Different kits yield same result?</a:t>
            </a:r>
          </a:p>
          <a:p>
            <a:pPr lvl="1"/>
            <a:r>
              <a:rPr lang="en-SE" i="1"/>
              <a:t>A doctor might diagnose or miss cancer depending on the kit used.</a:t>
            </a:r>
          </a:p>
          <a:p>
            <a:endParaRPr lang="en-SE"/>
          </a:p>
          <a:p>
            <a:r>
              <a:rPr lang="en-SE" b="1" i="1"/>
              <a:t>Are Kit 1 and Kit 2 interchangeable?</a:t>
            </a:r>
          </a:p>
        </p:txBody>
      </p:sp>
      <p:sp>
        <p:nvSpPr>
          <p:cNvPr id="5" name="TextBox 4">
            <a:extLst>
              <a:ext uri="{FF2B5EF4-FFF2-40B4-BE49-F238E27FC236}">
                <a16:creationId xmlns:a16="http://schemas.microsoft.com/office/drawing/2014/main" id="{D4692A8C-3FAC-44A7-9DFE-356BBE021F03}"/>
              </a:ext>
            </a:extLst>
          </p:cNvPr>
          <p:cNvSpPr txBox="1"/>
          <p:nvPr/>
        </p:nvSpPr>
        <p:spPr>
          <a:xfrm>
            <a:off x="8732837" y="4463810"/>
            <a:ext cx="3047495" cy="369332"/>
          </a:xfrm>
          <a:prstGeom prst="rect">
            <a:avLst/>
          </a:prstGeom>
          <a:noFill/>
        </p:spPr>
        <p:txBody>
          <a:bodyPr wrap="square">
            <a:spAutoFit/>
          </a:bodyPr>
          <a:lstStyle/>
          <a:p>
            <a:r>
              <a:rPr lang="sv-SE" sz="900"/>
              <a:t>https://www.raybiotech.com/cyfra-21-1-antigen-md-28-0001p</a:t>
            </a:r>
          </a:p>
        </p:txBody>
      </p:sp>
    </p:spTree>
    <p:extLst>
      <p:ext uri="{BB962C8B-B14F-4D97-AF65-F5344CB8AC3E}">
        <p14:creationId xmlns:p14="http://schemas.microsoft.com/office/powerpoint/2010/main" val="4173767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FDCF4-92ED-E926-C939-F9B0B7452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83429-1181-20F1-46C9-DD4970B6F447}"/>
              </a:ext>
            </a:extLst>
          </p:cNvPr>
          <p:cNvSpPr>
            <a:spLocks noGrp="1"/>
          </p:cNvSpPr>
          <p:nvPr>
            <p:ph type="title"/>
          </p:nvPr>
        </p:nvSpPr>
        <p:spPr/>
        <p:txBody>
          <a:bodyPr/>
          <a:lstStyle/>
          <a:p>
            <a:r>
              <a:rPr lang="sv-SE" err="1"/>
              <a:t>Method</a:t>
            </a:r>
            <a:r>
              <a:rPr lang="en-SE"/>
              <a:t> – workflow</a:t>
            </a:r>
          </a:p>
        </p:txBody>
      </p:sp>
      <p:sp>
        <p:nvSpPr>
          <p:cNvPr id="3" name="Text Placeholder 2">
            <a:extLst>
              <a:ext uri="{FF2B5EF4-FFF2-40B4-BE49-F238E27FC236}">
                <a16:creationId xmlns:a16="http://schemas.microsoft.com/office/drawing/2014/main" id="{F616BA7E-D032-B471-1D76-D61B90BCC0C3}"/>
              </a:ext>
            </a:extLst>
          </p:cNvPr>
          <p:cNvSpPr>
            <a:spLocks noGrp="1"/>
          </p:cNvSpPr>
          <p:nvPr>
            <p:ph idx="1"/>
          </p:nvPr>
        </p:nvSpPr>
        <p:spPr/>
        <p:txBody>
          <a:bodyPr/>
          <a:lstStyle/>
          <a:p>
            <a:pPr marL="457200" indent="-457200">
              <a:buFont typeface="+mj-lt"/>
              <a:buAutoNum type="arabicPeriod"/>
            </a:pPr>
            <a:r>
              <a:rPr lang="en-US" noProof="0"/>
              <a:t>Data imported and analyzed in R (v4.5.1)</a:t>
            </a:r>
            <a:endParaRPr lang="en-SE" noProof="0"/>
          </a:p>
          <a:p>
            <a:pPr marL="457200" indent="-457200">
              <a:buFont typeface="+mj-lt"/>
              <a:buAutoNum type="arabicPeriod"/>
            </a:pPr>
            <a:endParaRPr lang="en-SE"/>
          </a:p>
          <a:p>
            <a:pPr marL="457200" indent="-457200">
              <a:buFont typeface="+mj-lt"/>
              <a:buAutoNum type="arabicPeriod"/>
            </a:pPr>
            <a:r>
              <a:rPr lang="en-US" noProof="0"/>
              <a:t>Paired </a:t>
            </a:r>
            <a:r>
              <a:rPr lang="en-US"/>
              <a:t>dataset </a:t>
            </a:r>
            <a:r>
              <a:rPr lang="en-US">
                <a:solidFill>
                  <a:srgbClr val="FF0000"/>
                </a:solidFill>
              </a:rPr>
              <a:t>⟹</a:t>
            </a:r>
            <a:r>
              <a:rPr lang="en-US"/>
              <a:t> </a:t>
            </a:r>
            <a:r>
              <a:rPr lang="en-US" noProof="0"/>
              <a:t>direct comparisons </a:t>
            </a:r>
            <a:r>
              <a:rPr lang="en-SE" noProof="0"/>
              <a:t>Kit 1 vs. Kit 2 </a:t>
            </a:r>
            <a:r>
              <a:rPr lang="en-US" noProof="0"/>
              <a:t>possible</a:t>
            </a:r>
          </a:p>
          <a:p>
            <a:pPr marL="457200" indent="-457200">
              <a:buFont typeface="+mj-lt"/>
              <a:buAutoNum type="arabicPeriod"/>
            </a:pPr>
            <a:endParaRPr lang="en-SE"/>
          </a:p>
          <a:p>
            <a:pPr marL="457200" indent="-457200">
              <a:buFont typeface="+mj-lt"/>
              <a:buAutoNum type="arabicPeriod"/>
            </a:pPr>
            <a:r>
              <a:rPr lang="en-US"/>
              <a:t>Exploratory Data Analysis (EDA) to understand patterns</a:t>
            </a:r>
          </a:p>
          <a:p>
            <a:pPr marL="457200" indent="-457200">
              <a:buFont typeface="+mj-lt"/>
              <a:buAutoNum type="arabicPeriod"/>
            </a:pPr>
            <a:endParaRPr lang="en-US" noProof="0"/>
          </a:p>
          <a:p>
            <a:pPr marL="457200" indent="-457200">
              <a:buFont typeface="+mj-lt"/>
              <a:buAutoNum type="arabicPeriod"/>
            </a:pPr>
            <a:r>
              <a:rPr lang="en-US" noProof="0"/>
              <a:t>Summary statistics computed for both kits</a:t>
            </a:r>
          </a:p>
          <a:p>
            <a:pPr marL="457200" indent="-457200">
              <a:buFont typeface="+mj-lt"/>
              <a:buAutoNum type="arabicPeriod"/>
            </a:pPr>
            <a:endParaRPr lang="en-US" noProof="0"/>
          </a:p>
          <a:p>
            <a:pPr marL="457200" indent="-457200">
              <a:buFont typeface="+mj-lt"/>
              <a:buAutoNum type="arabicPeriod"/>
            </a:pPr>
            <a:r>
              <a:rPr lang="en-US" noProof="0"/>
              <a:t>Statistical analysis using various techniques</a:t>
            </a:r>
          </a:p>
        </p:txBody>
      </p:sp>
    </p:spTree>
    <p:extLst>
      <p:ext uri="{BB962C8B-B14F-4D97-AF65-F5344CB8AC3E}">
        <p14:creationId xmlns:p14="http://schemas.microsoft.com/office/powerpoint/2010/main" val="296758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5DE71-0D5D-7ED4-A6F3-9100BBFF3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664A9-0AC5-F841-375D-A39CD147BD11}"/>
              </a:ext>
            </a:extLst>
          </p:cNvPr>
          <p:cNvSpPr>
            <a:spLocks noGrp="1"/>
          </p:cNvSpPr>
          <p:nvPr>
            <p:ph type="title"/>
          </p:nvPr>
        </p:nvSpPr>
        <p:spPr/>
        <p:txBody>
          <a:bodyPr/>
          <a:lstStyle/>
          <a:p>
            <a:r>
              <a:rPr lang="sv-SE" err="1"/>
              <a:t>Metho</a:t>
            </a:r>
            <a:r>
              <a:rPr lang="en-SE"/>
              <a:t>d – statistical analysis</a:t>
            </a:r>
          </a:p>
        </p:txBody>
      </p:sp>
      <p:sp>
        <p:nvSpPr>
          <p:cNvPr id="3" name="Text Placeholder 2">
            <a:extLst>
              <a:ext uri="{FF2B5EF4-FFF2-40B4-BE49-F238E27FC236}">
                <a16:creationId xmlns:a16="http://schemas.microsoft.com/office/drawing/2014/main" id="{1B7E54CB-005C-5FD0-7BC0-492824C3349C}"/>
              </a:ext>
            </a:extLst>
          </p:cNvPr>
          <p:cNvSpPr>
            <a:spLocks noGrp="1"/>
          </p:cNvSpPr>
          <p:nvPr>
            <p:ph idx="1"/>
          </p:nvPr>
        </p:nvSpPr>
        <p:spPr/>
        <p:txBody>
          <a:bodyPr/>
          <a:lstStyle/>
          <a:p>
            <a:pPr marL="457200" indent="-457200">
              <a:buFont typeface="+mj-lt"/>
              <a:buAutoNum type="arabicPeriod"/>
            </a:pPr>
            <a:r>
              <a:rPr lang="en-SE" b="1"/>
              <a:t>Scatterplot &amp; Regression 			</a:t>
            </a:r>
            <a:r>
              <a:rPr lang="en-SE" sz="1600"/>
              <a:t>– visual assessment</a:t>
            </a:r>
          </a:p>
          <a:p>
            <a:pPr marL="457200" indent="-457200">
              <a:buFont typeface="+mj-lt"/>
              <a:buAutoNum type="arabicPeriod"/>
            </a:pPr>
            <a:endParaRPr lang="en-SE"/>
          </a:p>
          <a:p>
            <a:pPr marL="457200" indent="-457200">
              <a:buFont typeface="+mj-lt"/>
              <a:buAutoNum type="arabicPeriod"/>
            </a:pPr>
            <a:r>
              <a:rPr lang="en-SE" b="1"/>
              <a:t>Correlation</a:t>
            </a:r>
            <a:r>
              <a:rPr lang="en-SE"/>
              <a:t> 				</a:t>
            </a:r>
            <a:r>
              <a:rPr lang="en-SE" sz="1600"/>
              <a:t>– linear association between Kit 1 and Kit 2</a:t>
            </a:r>
          </a:p>
          <a:p>
            <a:pPr marL="457200" indent="-457200">
              <a:buFont typeface="+mj-lt"/>
              <a:buAutoNum type="arabicPeriod"/>
            </a:pPr>
            <a:endParaRPr lang="en-SE"/>
          </a:p>
          <a:p>
            <a:pPr marL="457200" indent="-457200">
              <a:buFont typeface="+mj-lt"/>
              <a:buAutoNum type="arabicPeriod"/>
            </a:pPr>
            <a:r>
              <a:rPr lang="en-SE" b="1"/>
              <a:t>Paired comparison (</a:t>
            </a:r>
            <a:r>
              <a:rPr lang="en-SE" b="1" i="1"/>
              <a:t>t</a:t>
            </a:r>
            <a:r>
              <a:rPr lang="en-SE" b="1"/>
              <a:t>-test)</a:t>
            </a:r>
            <a:r>
              <a:rPr lang="en-SE"/>
              <a:t> 			</a:t>
            </a:r>
            <a:r>
              <a:rPr lang="en-SE" sz="1600"/>
              <a:t>– systematic bias (i.e., one always higher)?</a:t>
            </a:r>
          </a:p>
          <a:p>
            <a:pPr marL="457200" indent="-457200">
              <a:buFont typeface="+mj-lt"/>
              <a:buAutoNum type="arabicPeriod"/>
            </a:pPr>
            <a:endParaRPr lang="en-SE"/>
          </a:p>
          <a:p>
            <a:pPr marL="457200" indent="-457200">
              <a:buFont typeface="+mj-lt"/>
              <a:buAutoNum type="arabicPeriod"/>
            </a:pPr>
            <a:r>
              <a:rPr lang="en-SE" b="1"/>
              <a:t>Bland-Altman analysis</a:t>
            </a:r>
            <a:r>
              <a:rPr lang="en-SE"/>
              <a:t> 			</a:t>
            </a:r>
            <a:r>
              <a:rPr lang="en-SE" sz="1600"/>
              <a:t>– accuracy (bias) &amp; precision (variation)</a:t>
            </a:r>
          </a:p>
          <a:p>
            <a:pPr marL="457200" indent="-457200">
              <a:buFont typeface="+mj-lt"/>
              <a:buAutoNum type="arabicPeriod"/>
            </a:pPr>
            <a:endParaRPr lang="en-SE"/>
          </a:p>
          <a:p>
            <a:pPr marL="457200" indent="-457200">
              <a:buFont typeface="+mj-lt"/>
              <a:buAutoNum type="arabicPeriod"/>
            </a:pPr>
            <a:r>
              <a:rPr lang="en-SE" b="1"/>
              <a:t>Clinical decision threshold</a:t>
            </a:r>
            <a:r>
              <a:rPr lang="en-SE"/>
              <a:t>			</a:t>
            </a:r>
            <a:r>
              <a:rPr lang="en-SE" sz="1600"/>
              <a:t>– </a:t>
            </a:r>
            <a:r>
              <a:rPr lang="en-US" sz="1600" noProof="0"/>
              <a:t>sensitivity</a:t>
            </a:r>
            <a:r>
              <a:rPr lang="en-SE" sz="1600" noProof="0"/>
              <a:t> &amp;</a:t>
            </a:r>
            <a:r>
              <a:rPr lang="en-US" sz="1600" noProof="0"/>
              <a:t> specificity</a:t>
            </a:r>
            <a:endParaRPr lang="en-SE"/>
          </a:p>
          <a:p>
            <a:pPr marL="457200" indent="-457200">
              <a:buFont typeface="+mj-lt"/>
              <a:buAutoNum type="arabicPeriod"/>
            </a:pPr>
            <a:endParaRPr lang="en-SE"/>
          </a:p>
          <a:p>
            <a:pPr marL="457200" indent="-457200">
              <a:buFont typeface="+mj-lt"/>
              <a:buAutoNum type="arabicPeriod"/>
            </a:pPr>
            <a:r>
              <a:rPr lang="en-SE" b="1"/>
              <a:t>Cohen’s kappa (</a:t>
            </a:r>
            <a:r>
              <a:rPr lang="el-GR" b="1"/>
              <a:t>κ</a:t>
            </a:r>
            <a:r>
              <a:rPr lang="en-SE" b="1"/>
              <a:t>)</a:t>
            </a:r>
            <a:r>
              <a:rPr lang="en-SE"/>
              <a:t> 				</a:t>
            </a:r>
            <a:r>
              <a:rPr lang="en-SE" sz="1600"/>
              <a:t>– categorical agreement beyond chance</a:t>
            </a:r>
            <a:endParaRPr lang="en-SE"/>
          </a:p>
        </p:txBody>
      </p:sp>
    </p:spTree>
    <p:extLst>
      <p:ext uri="{BB962C8B-B14F-4D97-AF65-F5344CB8AC3E}">
        <p14:creationId xmlns:p14="http://schemas.microsoft.com/office/powerpoint/2010/main" val="564517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BD09E-9C99-0B78-A36A-3DD7755B37EF}"/>
            </a:ext>
          </a:extLst>
        </p:cNvPr>
        <p:cNvGrpSpPr/>
        <p:nvPr/>
      </p:nvGrpSpPr>
      <p:grpSpPr>
        <a:xfrm>
          <a:off x="0" y="0"/>
          <a:ext cx="0" cy="0"/>
          <a:chOff x="0" y="0"/>
          <a:chExt cx="0" cy="0"/>
        </a:xfrm>
      </p:grpSpPr>
      <p:pic>
        <p:nvPicPr>
          <p:cNvPr id="3075" name="Picture 3">
            <a:extLst>
              <a:ext uri="{FF2B5EF4-FFF2-40B4-BE49-F238E27FC236}">
                <a16:creationId xmlns:a16="http://schemas.microsoft.com/office/drawing/2014/main" id="{0D77D8BC-09C6-0A4F-DCEB-BB84EFAD0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192" y="1872345"/>
            <a:ext cx="4339146" cy="2911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5B88FBC-2229-DE3E-20CD-D7AC421F7B2B}"/>
              </a:ext>
            </a:extLst>
          </p:cNvPr>
          <p:cNvSpPr>
            <a:spLocks noGrp="1"/>
          </p:cNvSpPr>
          <p:nvPr>
            <p:ph type="title"/>
          </p:nvPr>
        </p:nvSpPr>
        <p:spPr/>
        <p:txBody>
          <a:bodyPr/>
          <a:lstStyle/>
          <a:p>
            <a:r>
              <a:rPr lang="en-US" noProof="0"/>
              <a:t>Results </a:t>
            </a:r>
            <a:r>
              <a:rPr lang="en-SE" noProof="0"/>
              <a:t>(1-3)</a:t>
            </a:r>
            <a:endParaRPr lang="en-US" noProof="0"/>
          </a:p>
        </p:txBody>
      </p:sp>
      <p:sp>
        <p:nvSpPr>
          <p:cNvPr id="3" name="Text Placeholder 2">
            <a:extLst>
              <a:ext uri="{FF2B5EF4-FFF2-40B4-BE49-F238E27FC236}">
                <a16:creationId xmlns:a16="http://schemas.microsoft.com/office/drawing/2014/main" id="{98C88F0E-31AF-34DF-352C-023476435DAF}"/>
              </a:ext>
            </a:extLst>
          </p:cNvPr>
          <p:cNvSpPr>
            <a:spLocks noGrp="1"/>
          </p:cNvSpPr>
          <p:nvPr>
            <p:ph idx="1"/>
          </p:nvPr>
        </p:nvSpPr>
        <p:spPr/>
        <p:txBody>
          <a:bodyPr/>
          <a:lstStyle/>
          <a:p>
            <a:r>
              <a:rPr lang="en-SE">
                <a:solidFill>
                  <a:srgbClr val="0070C0"/>
                </a:solidFill>
              </a:rPr>
              <a:t>Regression line </a:t>
            </a:r>
            <a:r>
              <a:rPr lang="en-SE"/>
              <a:t>close to </a:t>
            </a:r>
            <a:r>
              <a:rPr lang="en-SE">
                <a:solidFill>
                  <a:srgbClr val="FF0000"/>
                </a:solidFill>
              </a:rPr>
              <a:t>identity (k=1) line</a:t>
            </a:r>
          </a:p>
          <a:p>
            <a:pPr lvl="1"/>
            <a:r>
              <a:rPr lang="en-SE"/>
              <a:t>Minimal difference (proportional bias)</a:t>
            </a:r>
          </a:p>
          <a:p>
            <a:pPr lvl="1"/>
            <a:endParaRPr lang="en-SE"/>
          </a:p>
          <a:p>
            <a:r>
              <a:rPr lang="en-US"/>
              <a:t>Pearson correlation coefficient</a:t>
            </a:r>
          </a:p>
          <a:p>
            <a:pPr lvl="1"/>
            <a:r>
              <a:rPr lang="en-US" i="1"/>
              <a:t>r</a:t>
            </a:r>
            <a:r>
              <a:rPr lang="en-US"/>
              <a:t> = 0.5846311 </a:t>
            </a:r>
            <a:r>
              <a:rPr lang="en-US">
                <a:solidFill>
                  <a:srgbClr val="FF0000"/>
                </a:solidFill>
              </a:rPr>
              <a:t>⟹</a:t>
            </a:r>
            <a:r>
              <a:rPr lang="en-US"/>
              <a:t> moderate </a:t>
            </a:r>
            <a:r>
              <a:rPr lang="en-SE"/>
              <a:t>relationship</a:t>
            </a:r>
          </a:p>
          <a:p>
            <a:pPr lvl="1"/>
            <a:r>
              <a:rPr lang="en-SE"/>
              <a:t>If one kit increases, the other does too.</a:t>
            </a:r>
          </a:p>
          <a:p>
            <a:pPr marL="0" indent="0">
              <a:buNone/>
            </a:pPr>
            <a:endParaRPr lang="en-SE"/>
          </a:p>
          <a:p>
            <a:r>
              <a:rPr lang="en-SE"/>
              <a:t>Paired </a:t>
            </a:r>
            <a:r>
              <a:rPr lang="en-SE" i="1"/>
              <a:t>t</a:t>
            </a:r>
            <a:r>
              <a:rPr lang="en-SE"/>
              <a:t>-</a:t>
            </a:r>
            <a:r>
              <a:rPr lang="en-SE" err="1"/>
              <a:t>tes</a:t>
            </a:r>
            <a:r>
              <a:rPr lang="sv-SE"/>
              <a:t>t</a:t>
            </a:r>
            <a:r>
              <a:rPr lang="en-SE"/>
              <a:t>: </a:t>
            </a:r>
            <a:r>
              <a:rPr lang="en-SE" i="1"/>
              <a:t>p</a:t>
            </a:r>
            <a:r>
              <a:rPr lang="en-SE"/>
              <a:t> = 0.9166</a:t>
            </a:r>
          </a:p>
          <a:p>
            <a:pPr lvl="1"/>
            <a:r>
              <a:rPr lang="en-SE"/>
              <a:t>Insignificant mean difference </a:t>
            </a:r>
            <a:r>
              <a:rPr lang="en-US">
                <a:solidFill>
                  <a:srgbClr val="FF0000"/>
                </a:solidFill>
              </a:rPr>
              <a:t>⟹</a:t>
            </a:r>
            <a:r>
              <a:rPr lang="en-SE"/>
              <a:t> low bias (high accuracy)</a:t>
            </a:r>
          </a:p>
          <a:p>
            <a:endParaRPr lang="en-SE"/>
          </a:p>
          <a:p>
            <a:r>
              <a:rPr lang="en-SE"/>
              <a:t>Further tests needed...</a:t>
            </a:r>
            <a:endParaRPr lang="en-US"/>
          </a:p>
        </p:txBody>
      </p:sp>
    </p:spTree>
    <p:extLst>
      <p:ext uri="{BB962C8B-B14F-4D97-AF65-F5344CB8AC3E}">
        <p14:creationId xmlns:p14="http://schemas.microsoft.com/office/powerpoint/2010/main" val="1672008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7982-53ED-68FE-D75B-82C75D2FB212}"/>
            </a:ext>
          </a:extLst>
        </p:cNvPr>
        <p:cNvGrpSpPr/>
        <p:nvPr/>
      </p:nvGrpSpPr>
      <p:grpSpPr>
        <a:xfrm>
          <a:off x="0" y="0"/>
          <a:ext cx="0" cy="0"/>
          <a:chOff x="0" y="0"/>
          <a:chExt cx="0" cy="0"/>
        </a:xfrm>
      </p:grpSpPr>
      <p:pic>
        <p:nvPicPr>
          <p:cNvPr id="3075" name="Picture 3">
            <a:extLst>
              <a:ext uri="{FF2B5EF4-FFF2-40B4-BE49-F238E27FC236}">
                <a16:creationId xmlns:a16="http://schemas.microsoft.com/office/drawing/2014/main" id="{549997E1-EBA1-92A5-903E-A8B9808E8819}"/>
              </a:ext>
            </a:extLst>
          </p:cNvPr>
          <p:cNvPicPr>
            <a:picLocks noChangeAspect="1" noChangeArrowheads="1"/>
          </p:cNvPicPr>
          <p:nvPr/>
        </p:nvPicPr>
        <p:blipFill>
          <a:blip r:embed="rId3"/>
          <a:srcRect/>
          <a:stretch/>
        </p:blipFill>
        <p:spPr bwMode="auto">
          <a:xfrm>
            <a:off x="7252954" y="1872345"/>
            <a:ext cx="4335622" cy="2911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8675AB9-5732-E2AC-FC78-F38E63AA6548}"/>
              </a:ext>
            </a:extLst>
          </p:cNvPr>
          <p:cNvSpPr>
            <a:spLocks noGrp="1"/>
          </p:cNvSpPr>
          <p:nvPr>
            <p:ph type="title"/>
          </p:nvPr>
        </p:nvSpPr>
        <p:spPr/>
        <p:txBody>
          <a:bodyPr/>
          <a:lstStyle/>
          <a:p>
            <a:r>
              <a:rPr lang="sv-SE" err="1"/>
              <a:t>Results</a:t>
            </a:r>
            <a:r>
              <a:rPr lang="en-SE"/>
              <a:t> (4) – Bland-Altman analysis</a:t>
            </a:r>
            <a:endParaRPr lang="en-US" noProof="0"/>
          </a:p>
        </p:txBody>
      </p:sp>
      <p:sp>
        <p:nvSpPr>
          <p:cNvPr id="3" name="Text Placeholder 2">
            <a:extLst>
              <a:ext uri="{FF2B5EF4-FFF2-40B4-BE49-F238E27FC236}">
                <a16:creationId xmlns:a16="http://schemas.microsoft.com/office/drawing/2014/main" id="{7DA32985-348A-B799-8C37-43310CBDBD93}"/>
              </a:ext>
            </a:extLst>
          </p:cNvPr>
          <p:cNvSpPr>
            <a:spLocks noGrp="1"/>
          </p:cNvSpPr>
          <p:nvPr>
            <p:ph idx="1"/>
          </p:nvPr>
        </p:nvSpPr>
        <p:spPr/>
        <p:txBody>
          <a:bodyPr/>
          <a:lstStyle/>
          <a:p>
            <a:r>
              <a:rPr lang="en-SE"/>
              <a:t>Near-zero mean difference</a:t>
            </a:r>
          </a:p>
          <a:p>
            <a:pPr lvl="1"/>
            <a:r>
              <a:rPr lang="en-US">
                <a:solidFill>
                  <a:srgbClr val="FF0000"/>
                </a:solidFill>
              </a:rPr>
              <a:t>⟹</a:t>
            </a:r>
            <a:r>
              <a:rPr lang="en-SE">
                <a:solidFill>
                  <a:srgbClr val="FF0000"/>
                </a:solidFill>
              </a:rPr>
              <a:t> </a:t>
            </a:r>
            <a:r>
              <a:rPr lang="en-SE"/>
              <a:t>high accuracy (low bias)</a:t>
            </a:r>
          </a:p>
          <a:p>
            <a:pPr lvl="1"/>
            <a:r>
              <a:rPr lang="en-SE"/>
              <a:t>Consistent with previous results.</a:t>
            </a:r>
          </a:p>
          <a:p>
            <a:endParaRPr lang="en-SE"/>
          </a:p>
          <a:p>
            <a:r>
              <a:rPr lang="en-SE"/>
              <a:t>Wide Limits of Agreement (LOA)</a:t>
            </a:r>
          </a:p>
          <a:p>
            <a:pPr lvl="1"/>
            <a:r>
              <a:rPr lang="en-US">
                <a:solidFill>
                  <a:srgbClr val="FF0000"/>
                </a:solidFill>
              </a:rPr>
              <a:t>⟹ </a:t>
            </a:r>
            <a:r>
              <a:rPr lang="en-SE"/>
              <a:t>low precision (high variation)</a:t>
            </a:r>
          </a:p>
          <a:p>
            <a:pPr lvl="1"/>
            <a:r>
              <a:rPr lang="en-SE"/>
              <a:t>Kits do not align on individual measurements.</a:t>
            </a:r>
          </a:p>
        </p:txBody>
      </p:sp>
    </p:spTree>
    <p:extLst>
      <p:ext uri="{BB962C8B-B14F-4D97-AF65-F5344CB8AC3E}">
        <p14:creationId xmlns:p14="http://schemas.microsoft.com/office/powerpoint/2010/main" val="65498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B2EB8-6D4A-F6E2-D4D0-F41AECFED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41B73-DEF7-2BAE-DDF3-1D6D2A112F17}"/>
              </a:ext>
            </a:extLst>
          </p:cNvPr>
          <p:cNvSpPr>
            <a:spLocks noGrp="1"/>
          </p:cNvSpPr>
          <p:nvPr>
            <p:ph type="title"/>
          </p:nvPr>
        </p:nvSpPr>
        <p:spPr/>
        <p:txBody>
          <a:bodyPr/>
          <a:lstStyle/>
          <a:p>
            <a:r>
              <a:rPr lang="en-US" noProof="0"/>
              <a:t>Results (5) – Sensitivity &amp; Specificity</a:t>
            </a:r>
          </a:p>
        </p:txBody>
      </p:sp>
      <p:sp>
        <p:nvSpPr>
          <p:cNvPr id="3" name="Text Placeholder 2">
            <a:extLst>
              <a:ext uri="{FF2B5EF4-FFF2-40B4-BE49-F238E27FC236}">
                <a16:creationId xmlns:a16="http://schemas.microsoft.com/office/drawing/2014/main" id="{047D6887-696C-236E-A41F-E4657AB3A245}"/>
              </a:ext>
            </a:extLst>
          </p:cNvPr>
          <p:cNvSpPr>
            <a:spLocks noGrp="1"/>
          </p:cNvSpPr>
          <p:nvPr>
            <p:ph idx="1"/>
          </p:nvPr>
        </p:nvSpPr>
        <p:spPr/>
        <p:txBody>
          <a:bodyPr/>
          <a:lstStyle/>
          <a:p>
            <a:r>
              <a:rPr lang="en-SE"/>
              <a:t>A clinical decision threshold set to 3.3 ng/mL</a:t>
            </a:r>
          </a:p>
          <a:p>
            <a:pPr lvl="1"/>
            <a:r>
              <a:rPr lang="en-SE"/>
              <a:t>If concentration is below, patient is classified as negative.</a:t>
            </a:r>
          </a:p>
          <a:p>
            <a:pPr lvl="1"/>
            <a:r>
              <a:rPr lang="en-SE"/>
              <a:t>Else, patient is classified as positive.</a:t>
            </a:r>
          </a:p>
          <a:p>
            <a:pPr lvl="1"/>
            <a:r>
              <a:rPr lang="en-SE"/>
              <a:t>Check agreement of Kit 1 with Kit 2 (treated as reference).</a:t>
            </a:r>
          </a:p>
          <a:p>
            <a:pPr marL="0" indent="0">
              <a:buNone/>
            </a:pPr>
            <a:endParaRPr lang="en-SE"/>
          </a:p>
          <a:p>
            <a:r>
              <a:rPr lang="en-US"/>
              <a:t>Sensitivity (72%)</a:t>
            </a:r>
            <a:endParaRPr lang="en-SE"/>
          </a:p>
          <a:p>
            <a:pPr lvl="1"/>
            <a:r>
              <a:rPr lang="en-US">
                <a:solidFill>
                  <a:srgbClr val="FF0000"/>
                </a:solidFill>
              </a:rPr>
              <a:t>⟹ </a:t>
            </a:r>
            <a:r>
              <a:rPr lang="en-SE"/>
              <a:t>Kit 1 misses 28% of the positive cases that Kit 2 identifies.</a:t>
            </a:r>
          </a:p>
          <a:p>
            <a:pPr lvl="1"/>
            <a:r>
              <a:rPr lang="en-US">
                <a:solidFill>
                  <a:srgbClr val="FF0000"/>
                </a:solidFill>
              </a:rPr>
              <a:t>⟹ </a:t>
            </a:r>
            <a:r>
              <a:rPr lang="en-SE"/>
              <a:t>Instead, 28% are classified as (false) negatives.</a:t>
            </a:r>
          </a:p>
          <a:p>
            <a:pPr marL="0" indent="0">
              <a:buNone/>
            </a:pPr>
            <a:endParaRPr lang="en-SE"/>
          </a:p>
          <a:p>
            <a:r>
              <a:rPr lang="en-US"/>
              <a:t>Specificity (75%)</a:t>
            </a:r>
            <a:endParaRPr lang="en-SE"/>
          </a:p>
          <a:p>
            <a:pPr lvl="1"/>
            <a:r>
              <a:rPr lang="en-US">
                <a:solidFill>
                  <a:srgbClr val="FF0000"/>
                </a:solidFill>
              </a:rPr>
              <a:t>⟹ </a:t>
            </a:r>
            <a:r>
              <a:rPr lang="en-SE"/>
              <a:t>Kit 1 misses 25% of the negative cases that Kit 2 identifies.</a:t>
            </a:r>
          </a:p>
          <a:p>
            <a:pPr lvl="1"/>
            <a:r>
              <a:rPr lang="en-US">
                <a:solidFill>
                  <a:srgbClr val="FF0000"/>
                </a:solidFill>
              </a:rPr>
              <a:t>⟹ </a:t>
            </a:r>
            <a:r>
              <a:rPr lang="en-SE"/>
              <a:t>Instead, 25% are classified as (false) positives.</a:t>
            </a:r>
          </a:p>
          <a:p>
            <a:pPr lvl="1"/>
            <a:endParaRPr lang="en-SE"/>
          </a:p>
        </p:txBody>
      </p:sp>
      <p:pic>
        <p:nvPicPr>
          <p:cNvPr id="5122" name="Picture 2" descr="Specificity and Sensitivity in Data Science | by Dr Shruti Turner | Trusted  Data Science @ Haleon | Medium">
            <a:extLst>
              <a:ext uri="{FF2B5EF4-FFF2-40B4-BE49-F238E27FC236}">
                <a16:creationId xmlns:a16="http://schemas.microsoft.com/office/drawing/2014/main" id="{6780DFCB-032F-3126-9E78-58434FD95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9873" y="1872344"/>
            <a:ext cx="3470466" cy="32381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43358C-2523-D866-807D-4B424D8E4961}"/>
              </a:ext>
            </a:extLst>
          </p:cNvPr>
          <p:cNvSpPr txBox="1"/>
          <p:nvPr/>
        </p:nvSpPr>
        <p:spPr>
          <a:xfrm>
            <a:off x="8119873" y="5115779"/>
            <a:ext cx="3470466" cy="369332"/>
          </a:xfrm>
          <a:prstGeom prst="rect">
            <a:avLst/>
          </a:prstGeom>
          <a:noFill/>
        </p:spPr>
        <p:txBody>
          <a:bodyPr wrap="square">
            <a:spAutoFit/>
          </a:bodyPr>
          <a:lstStyle/>
          <a:p>
            <a:r>
              <a:rPr lang="sv-SE" sz="900"/>
              <a:t>https://medium.com/trusted-data-science-haleon/specificity-and-sensitivity-in-data-science-9d0c19b102ab</a:t>
            </a:r>
          </a:p>
        </p:txBody>
      </p:sp>
    </p:spTree>
    <p:extLst>
      <p:ext uri="{BB962C8B-B14F-4D97-AF65-F5344CB8AC3E}">
        <p14:creationId xmlns:p14="http://schemas.microsoft.com/office/powerpoint/2010/main" val="2772075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41EE-EDD8-3770-3693-A27E2761054E}"/>
              </a:ext>
            </a:extLst>
          </p:cNvPr>
          <p:cNvSpPr>
            <a:spLocks noGrp="1"/>
          </p:cNvSpPr>
          <p:nvPr>
            <p:ph type="title"/>
          </p:nvPr>
        </p:nvSpPr>
        <p:spPr/>
        <p:txBody>
          <a:bodyPr/>
          <a:lstStyle/>
          <a:p>
            <a:r>
              <a:rPr lang="en-SE"/>
              <a:t>Results (6) – Cohen’s kappa </a:t>
            </a:r>
            <a:endParaRPr lang="sv-SE"/>
          </a:p>
        </p:txBody>
      </p:sp>
      <p:sp>
        <p:nvSpPr>
          <p:cNvPr id="3" name="Content Placeholder 2">
            <a:extLst>
              <a:ext uri="{FF2B5EF4-FFF2-40B4-BE49-F238E27FC236}">
                <a16:creationId xmlns:a16="http://schemas.microsoft.com/office/drawing/2014/main" id="{5A37E877-AFE1-1043-6155-C3A381029E05}"/>
              </a:ext>
            </a:extLst>
          </p:cNvPr>
          <p:cNvSpPr>
            <a:spLocks noGrp="1"/>
          </p:cNvSpPr>
          <p:nvPr>
            <p:ph idx="1"/>
          </p:nvPr>
        </p:nvSpPr>
        <p:spPr/>
        <p:txBody>
          <a:bodyPr/>
          <a:lstStyle/>
          <a:p>
            <a:r>
              <a:rPr lang="en-SE"/>
              <a:t>Same clinical decision threshold of 3.3 ng/mL</a:t>
            </a:r>
          </a:p>
          <a:p>
            <a:pPr lvl="1"/>
            <a:r>
              <a:rPr lang="en-US">
                <a:solidFill>
                  <a:srgbClr val="FF0000"/>
                </a:solidFill>
              </a:rPr>
              <a:t>⟹ </a:t>
            </a:r>
            <a:r>
              <a:rPr lang="en-SE"/>
              <a:t>Check for categorical (positive/negative) agreement </a:t>
            </a:r>
            <a:r>
              <a:rPr lang="en-SE" i="1"/>
              <a:t>beyond chance</a:t>
            </a:r>
            <a:r>
              <a:rPr lang="en-SE"/>
              <a:t>.</a:t>
            </a:r>
          </a:p>
          <a:p>
            <a:pPr lvl="1"/>
            <a:endParaRPr lang="en-SE"/>
          </a:p>
          <a:p>
            <a:r>
              <a:rPr lang="en-SE"/>
              <a:t>Acceptable </a:t>
            </a:r>
            <a:r>
              <a:rPr lang="el-GR"/>
              <a:t>κ</a:t>
            </a:r>
            <a:r>
              <a:rPr lang="en-SE"/>
              <a:t>-levels</a:t>
            </a:r>
          </a:p>
          <a:p>
            <a:pPr lvl="1"/>
            <a:r>
              <a:rPr lang="en-US"/>
              <a:t>&lt; 0.40</a:t>
            </a:r>
            <a:r>
              <a:rPr lang="en-SE"/>
              <a:t>	</a:t>
            </a:r>
            <a:r>
              <a:rPr lang="en-US"/>
              <a:t> </a:t>
            </a:r>
            <a:r>
              <a:rPr lang="en-US">
                <a:solidFill>
                  <a:srgbClr val="FF0000"/>
                </a:solidFill>
              </a:rPr>
              <a:t>⟹</a:t>
            </a:r>
            <a:r>
              <a:rPr lang="en-US"/>
              <a:t> Poor</a:t>
            </a:r>
            <a:endParaRPr lang="en-SE"/>
          </a:p>
          <a:p>
            <a:pPr lvl="1"/>
            <a:r>
              <a:rPr lang="en-US"/>
              <a:t>0.41–0.60 </a:t>
            </a:r>
            <a:r>
              <a:rPr lang="en-SE"/>
              <a:t>	</a:t>
            </a:r>
            <a:r>
              <a:rPr lang="en-US">
                <a:solidFill>
                  <a:srgbClr val="FF0000"/>
                </a:solidFill>
              </a:rPr>
              <a:t>⟹</a:t>
            </a:r>
            <a:r>
              <a:rPr lang="en-US"/>
              <a:t> Moderate</a:t>
            </a:r>
            <a:endParaRPr lang="en-SE"/>
          </a:p>
          <a:p>
            <a:pPr lvl="1"/>
            <a:r>
              <a:rPr lang="en-US"/>
              <a:t>0.61–0.80 </a:t>
            </a:r>
            <a:r>
              <a:rPr lang="en-SE"/>
              <a:t>	</a:t>
            </a:r>
            <a:r>
              <a:rPr lang="en-US">
                <a:solidFill>
                  <a:srgbClr val="FF0000"/>
                </a:solidFill>
              </a:rPr>
              <a:t>⟹</a:t>
            </a:r>
            <a:r>
              <a:rPr lang="en-US"/>
              <a:t> Good</a:t>
            </a:r>
            <a:endParaRPr lang="en-SE"/>
          </a:p>
          <a:p>
            <a:pPr lvl="1"/>
            <a:r>
              <a:rPr lang="en-US"/>
              <a:t>0.80 </a:t>
            </a:r>
            <a:r>
              <a:rPr lang="en-SE"/>
              <a:t>	</a:t>
            </a:r>
            <a:r>
              <a:rPr lang="en-US">
                <a:solidFill>
                  <a:srgbClr val="FF0000"/>
                </a:solidFill>
              </a:rPr>
              <a:t>⟹</a:t>
            </a:r>
            <a:r>
              <a:rPr lang="en-US"/>
              <a:t> Excellent / interchangeable</a:t>
            </a:r>
            <a:endParaRPr lang="en-SE"/>
          </a:p>
          <a:p>
            <a:pPr marL="0" indent="0">
              <a:buNone/>
            </a:pPr>
            <a:endParaRPr lang="en-SE"/>
          </a:p>
          <a:p>
            <a:r>
              <a:rPr lang="el-GR"/>
              <a:t>κ </a:t>
            </a:r>
            <a:r>
              <a:rPr lang="en-SE"/>
              <a:t>= </a:t>
            </a:r>
            <a:r>
              <a:rPr lang="en-US"/>
              <a:t>0.48</a:t>
            </a:r>
            <a:endParaRPr lang="en-SE"/>
          </a:p>
          <a:p>
            <a:pPr lvl="1"/>
            <a:r>
              <a:rPr lang="en-US">
                <a:solidFill>
                  <a:srgbClr val="FF0000"/>
                </a:solidFill>
              </a:rPr>
              <a:t>⟹ </a:t>
            </a:r>
            <a:r>
              <a:rPr lang="en-US"/>
              <a:t>Only moderate categorical agreement</a:t>
            </a:r>
            <a:r>
              <a:rPr lang="en-SE"/>
              <a:t>.</a:t>
            </a:r>
          </a:p>
          <a:p>
            <a:pPr lvl="1"/>
            <a:r>
              <a:rPr lang="en-US">
                <a:solidFill>
                  <a:srgbClr val="FF0000"/>
                </a:solidFill>
              </a:rPr>
              <a:t>⟹ </a:t>
            </a:r>
            <a:r>
              <a:rPr lang="en-SE"/>
              <a:t>No</a:t>
            </a:r>
            <a:r>
              <a:rPr lang="en-US"/>
              <a:t>t acceptable for diagnostics.</a:t>
            </a:r>
            <a:endParaRPr lang="en-SE"/>
          </a:p>
        </p:txBody>
      </p:sp>
    </p:spTree>
    <p:extLst>
      <p:ext uri="{BB962C8B-B14F-4D97-AF65-F5344CB8AC3E}">
        <p14:creationId xmlns:p14="http://schemas.microsoft.com/office/powerpoint/2010/main" val="2460203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46262-3E41-31F6-65DD-257D51C6DB0D}"/>
              </a:ext>
            </a:extLst>
          </p:cNvPr>
          <p:cNvSpPr>
            <a:spLocks noGrp="1"/>
          </p:cNvSpPr>
          <p:nvPr>
            <p:ph type="title"/>
          </p:nvPr>
        </p:nvSpPr>
        <p:spPr/>
        <p:txBody>
          <a:bodyPr/>
          <a:lstStyle/>
          <a:p>
            <a:r>
              <a:rPr lang="sv-SE" err="1"/>
              <a:t>Conclusion</a:t>
            </a:r>
            <a:endParaRPr lang="en-SE"/>
          </a:p>
        </p:txBody>
      </p:sp>
      <p:sp>
        <p:nvSpPr>
          <p:cNvPr id="3" name="Text Placeholder 2">
            <a:extLst>
              <a:ext uri="{FF2B5EF4-FFF2-40B4-BE49-F238E27FC236}">
                <a16:creationId xmlns:a16="http://schemas.microsoft.com/office/drawing/2014/main" id="{872C70EB-234B-F015-E26E-A1EA44545DFD}"/>
              </a:ext>
            </a:extLst>
          </p:cNvPr>
          <p:cNvSpPr>
            <a:spLocks noGrp="1"/>
          </p:cNvSpPr>
          <p:nvPr>
            <p:ph idx="1"/>
          </p:nvPr>
        </p:nvSpPr>
        <p:spPr/>
        <p:txBody>
          <a:bodyPr/>
          <a:lstStyle/>
          <a:p>
            <a:r>
              <a:rPr lang="en-SE" i="1"/>
              <a:t>Interchangeable ≈ Agreement = no bias + no variability</a:t>
            </a:r>
          </a:p>
          <a:p>
            <a:pPr lvl="1"/>
            <a:r>
              <a:rPr lang="en-US">
                <a:solidFill>
                  <a:srgbClr val="FF0000"/>
                </a:solidFill>
              </a:rPr>
              <a:t>⟹ </a:t>
            </a:r>
            <a:r>
              <a:rPr lang="en-SE"/>
              <a:t>Bland-Altman is the optimal approach.</a:t>
            </a:r>
          </a:p>
          <a:p>
            <a:endParaRPr lang="en-SE"/>
          </a:p>
          <a:p>
            <a:r>
              <a:rPr lang="en-SE"/>
              <a:t>Consistency between different statistical analyses</a:t>
            </a:r>
          </a:p>
          <a:p>
            <a:pPr lvl="1"/>
            <a:r>
              <a:rPr lang="en-US">
                <a:solidFill>
                  <a:srgbClr val="FF0000"/>
                </a:solidFill>
              </a:rPr>
              <a:t>⟹ </a:t>
            </a:r>
            <a:r>
              <a:rPr lang="en-SE" i="1"/>
              <a:t>high accuracy, low precision.</a:t>
            </a:r>
          </a:p>
          <a:p>
            <a:pPr lvl="1"/>
            <a:endParaRPr lang="en-SE" i="1"/>
          </a:p>
          <a:p>
            <a:r>
              <a:rPr lang="en-SE"/>
              <a:t>Too low sensitivity (72%) and specificity (75%)</a:t>
            </a:r>
            <a:r>
              <a:rPr lang="en-US"/>
              <a:t> </a:t>
            </a:r>
            <a:r>
              <a:rPr lang="en-SE"/>
              <a:t>for clinical reliability</a:t>
            </a:r>
          </a:p>
          <a:p>
            <a:pPr lvl="1"/>
            <a:r>
              <a:rPr lang="en-US">
                <a:solidFill>
                  <a:srgbClr val="FF0000"/>
                </a:solidFill>
              </a:rPr>
              <a:t>⟹ </a:t>
            </a:r>
            <a:r>
              <a:rPr lang="en-SE"/>
              <a:t>Consistent </a:t>
            </a:r>
            <a:r>
              <a:rPr lang="en-US"/>
              <a:t>clinical interpretation</a:t>
            </a:r>
            <a:r>
              <a:rPr lang="en-SE"/>
              <a:t> cannot be ensured.</a:t>
            </a:r>
          </a:p>
          <a:p>
            <a:pPr lvl="1"/>
            <a:endParaRPr lang="en-SE"/>
          </a:p>
          <a:p>
            <a:r>
              <a:rPr lang="en-SE"/>
              <a:t>Cohen’s kappa (</a:t>
            </a:r>
            <a:r>
              <a:rPr lang="el-GR"/>
              <a:t>κ</a:t>
            </a:r>
            <a:r>
              <a:rPr lang="en-SE"/>
              <a:t> = 0.48) indicated only moderate agreement beyond chance</a:t>
            </a:r>
          </a:p>
          <a:p>
            <a:pPr marL="0" indent="0">
              <a:buNone/>
            </a:pPr>
            <a:endParaRPr lang="en-SE"/>
          </a:p>
          <a:p>
            <a:r>
              <a:rPr lang="en-SE" b="1" i="1"/>
              <a:t>Ultimately, Kit 1 and Kit 2 are </a:t>
            </a:r>
            <a:r>
              <a:rPr lang="en-SE" b="1" i="1" u="sng"/>
              <a:t>not</a:t>
            </a:r>
            <a:r>
              <a:rPr lang="en-SE" b="1" i="1"/>
              <a:t> interchangeable!</a:t>
            </a:r>
          </a:p>
        </p:txBody>
      </p:sp>
    </p:spTree>
    <p:extLst>
      <p:ext uri="{BB962C8B-B14F-4D97-AF65-F5344CB8AC3E}">
        <p14:creationId xmlns:p14="http://schemas.microsoft.com/office/powerpoint/2010/main" val="622641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0958-854C-0E24-FD4D-1468BF336124}"/>
              </a:ext>
            </a:extLst>
          </p:cNvPr>
          <p:cNvSpPr>
            <a:spLocks noGrp="1"/>
          </p:cNvSpPr>
          <p:nvPr>
            <p:ph type="title"/>
          </p:nvPr>
        </p:nvSpPr>
        <p:spPr/>
        <p:txBody>
          <a:bodyPr/>
          <a:lstStyle/>
          <a:p>
            <a:r>
              <a:rPr lang="en-US"/>
              <a:t>Task 3</a:t>
            </a:r>
          </a:p>
        </p:txBody>
      </p:sp>
      <p:sp>
        <p:nvSpPr>
          <p:cNvPr id="3" name="Text Placeholder 2">
            <a:extLst>
              <a:ext uri="{FF2B5EF4-FFF2-40B4-BE49-F238E27FC236}">
                <a16:creationId xmlns:a16="http://schemas.microsoft.com/office/drawing/2014/main" id="{88E4F154-B483-FC7A-3757-C772231B39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04335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1533B-6EC0-18EF-FEF0-9F25D4D7920E}"/>
              </a:ext>
            </a:extLst>
          </p:cNvPr>
          <p:cNvSpPr>
            <a:spLocks noGrp="1"/>
          </p:cNvSpPr>
          <p:nvPr>
            <p:ph type="title"/>
          </p:nvPr>
        </p:nvSpPr>
        <p:spPr/>
        <p:txBody>
          <a:bodyPr/>
          <a:lstStyle/>
          <a:p>
            <a:r>
              <a:rPr lang="en-US"/>
              <a:t>The task</a:t>
            </a:r>
          </a:p>
        </p:txBody>
      </p:sp>
      <p:sp>
        <p:nvSpPr>
          <p:cNvPr id="3" name="Text Placeholder 2">
            <a:extLst>
              <a:ext uri="{FF2B5EF4-FFF2-40B4-BE49-F238E27FC236}">
                <a16:creationId xmlns:a16="http://schemas.microsoft.com/office/drawing/2014/main" id="{D763F16C-13DD-C443-60C9-DA4F5E0BB51B}"/>
              </a:ext>
            </a:extLst>
          </p:cNvPr>
          <p:cNvSpPr>
            <a:spLocks noGrp="1"/>
          </p:cNvSpPr>
          <p:nvPr>
            <p:ph idx="1"/>
          </p:nvPr>
        </p:nvSpPr>
        <p:spPr>
          <a:xfrm>
            <a:off x="600075" y="1999050"/>
            <a:ext cx="8805181" cy="4530302"/>
          </a:xfrm>
        </p:spPr>
        <p:txBody>
          <a:bodyPr vert="horz" lIns="91440" tIns="45720" rIns="91440" bIns="45720" rtlCol="0" anchor="t">
            <a:noAutofit/>
          </a:bodyPr>
          <a:lstStyle/>
          <a:p>
            <a:r>
              <a:rPr lang="en-US"/>
              <a:t>Carcinoembryonic antigen (CEA) is a biomarker that has shown potential for detecting and monitoring cancer.</a:t>
            </a:r>
          </a:p>
          <a:p>
            <a:r>
              <a:rPr lang="en-US"/>
              <a:t>This task investigated agreement of 100 CEA measurements across five quantitative Enzyme-linked </a:t>
            </a:r>
            <a:r>
              <a:rPr lang="en-US" err="1"/>
              <a:t>immunoabsorbent</a:t>
            </a:r>
            <a:r>
              <a:rPr lang="en-US"/>
              <a:t> assays (Elisa).</a:t>
            </a:r>
          </a:p>
        </p:txBody>
      </p:sp>
      <p:graphicFrame>
        <p:nvGraphicFramePr>
          <p:cNvPr id="550" name="Diagram 549">
            <a:extLst>
              <a:ext uri="{FF2B5EF4-FFF2-40B4-BE49-F238E27FC236}">
                <a16:creationId xmlns:a16="http://schemas.microsoft.com/office/drawing/2014/main" id="{A8B4F056-1AE0-C1E8-DE31-066928C51D35}"/>
              </a:ext>
            </a:extLst>
          </p:cNvPr>
          <p:cNvGraphicFramePr/>
          <p:nvPr>
            <p:extLst>
              <p:ext uri="{D42A27DB-BD31-4B8C-83A1-F6EECF244321}">
                <p14:modId xmlns:p14="http://schemas.microsoft.com/office/powerpoint/2010/main" val="4065146641"/>
              </p:ext>
            </p:extLst>
          </p:nvPr>
        </p:nvGraphicFramePr>
        <p:xfrm>
          <a:off x="1188974" y="3569716"/>
          <a:ext cx="7899400" cy="256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8163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B853-C301-DCB0-F75E-02DE450FF570}"/>
              </a:ext>
            </a:extLst>
          </p:cNvPr>
          <p:cNvSpPr>
            <a:spLocks noGrp="1"/>
          </p:cNvSpPr>
          <p:nvPr>
            <p:ph type="title"/>
          </p:nvPr>
        </p:nvSpPr>
        <p:spPr/>
        <p:txBody>
          <a:bodyPr/>
          <a:lstStyle/>
          <a:p>
            <a:r>
              <a:rPr lang="en-US" err="1"/>
              <a:t>Visualisations</a:t>
            </a:r>
          </a:p>
        </p:txBody>
      </p:sp>
      <p:pic>
        <p:nvPicPr>
          <p:cNvPr id="4" name="Content Placeholder 3">
            <a:extLst>
              <a:ext uri="{FF2B5EF4-FFF2-40B4-BE49-F238E27FC236}">
                <a16:creationId xmlns:a16="http://schemas.microsoft.com/office/drawing/2014/main" id="{3E61E5F2-AA1B-681C-9E82-A3117F5F61E9}"/>
              </a:ext>
            </a:extLst>
          </p:cNvPr>
          <p:cNvPicPr>
            <a:picLocks noGrp="1" noChangeAspect="1"/>
          </p:cNvPicPr>
          <p:nvPr>
            <p:ph idx="1"/>
          </p:nvPr>
        </p:nvPicPr>
        <p:blipFill>
          <a:blip r:embed="rId2"/>
          <a:srcRect r="1989" b="666"/>
          <a:stretch>
            <a:fillRect/>
          </a:stretch>
        </p:blipFill>
        <p:spPr>
          <a:xfrm>
            <a:off x="607644" y="1885044"/>
            <a:ext cx="3704456" cy="4733238"/>
          </a:xfrm>
          <a:prstGeom prst="rect">
            <a:avLst/>
          </a:prstGeom>
        </p:spPr>
      </p:pic>
      <p:sp>
        <p:nvSpPr>
          <p:cNvPr id="5" name="TextBox 4">
            <a:extLst>
              <a:ext uri="{FF2B5EF4-FFF2-40B4-BE49-F238E27FC236}">
                <a16:creationId xmlns:a16="http://schemas.microsoft.com/office/drawing/2014/main" id="{17C10DEC-766A-4F80-E06F-A37E17AFFC69}"/>
              </a:ext>
            </a:extLst>
          </p:cNvPr>
          <p:cNvSpPr txBox="1"/>
          <p:nvPr/>
        </p:nvSpPr>
        <p:spPr>
          <a:xfrm>
            <a:off x="5308600" y="2006600"/>
            <a:ext cx="6280150"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t>Boxplot:</a:t>
            </a:r>
          </a:p>
          <a:p>
            <a:pPr marL="742950" lvl="1" indent="-285750">
              <a:buFont typeface="Courier New"/>
              <a:buChar char="o"/>
            </a:pPr>
            <a:r>
              <a:rPr lang="en-US"/>
              <a:t>Showed similar overall CEA measurements.</a:t>
            </a:r>
          </a:p>
          <a:p>
            <a:pPr lvl="1"/>
            <a:endParaRPr lang="en-US" sz="600"/>
          </a:p>
          <a:p>
            <a:pPr marL="1200150" lvl="2" indent="-285750">
              <a:buFont typeface="Wingdings"/>
              <a:buChar char="§"/>
            </a:pPr>
            <a:r>
              <a:rPr lang="en-US"/>
              <a:t>Similar means and maximum/minimum values.</a:t>
            </a:r>
          </a:p>
          <a:p>
            <a:pPr lvl="2"/>
            <a:endParaRPr lang="en-US" sz="600"/>
          </a:p>
          <a:p>
            <a:pPr marL="742950" lvl="1" indent="-285750">
              <a:buFont typeface="Courier New"/>
              <a:buChar char="o"/>
            </a:pPr>
            <a:r>
              <a:rPr lang="en-US"/>
              <a:t>X2 had a slightly higher maximum, and X3 and X5 slightly lower minimums.</a:t>
            </a:r>
          </a:p>
          <a:p>
            <a:pPr lvl="1"/>
            <a:endParaRPr lang="en-US" sz="600"/>
          </a:p>
          <a:p>
            <a:pPr marL="742950" lvl="1" indent="-285750">
              <a:buFont typeface="Courier New"/>
              <a:buChar char="o"/>
            </a:pPr>
            <a:r>
              <a:rPr lang="en-US"/>
              <a:t>Values range mostly between 3.5 and 5.5</a:t>
            </a:r>
          </a:p>
          <a:p>
            <a:pPr lvl="1"/>
            <a:endParaRPr lang="en-US"/>
          </a:p>
          <a:p>
            <a:pPr marL="285750" indent="-285750">
              <a:buFont typeface="Arial"/>
              <a:buChar char="•"/>
            </a:pPr>
            <a:r>
              <a:rPr lang="en-US" b="1"/>
              <a:t>Pairwise correlation plot:</a:t>
            </a:r>
          </a:p>
          <a:p>
            <a:pPr marL="742950" lvl="1" indent="-285750">
              <a:buFont typeface="Courier New"/>
              <a:buChar char="o"/>
            </a:pPr>
            <a:r>
              <a:rPr lang="en-US"/>
              <a:t>Relatively high correlations between all assays.</a:t>
            </a:r>
          </a:p>
          <a:p>
            <a:pPr lvl="1"/>
            <a:endParaRPr lang="en-US" sz="600"/>
          </a:p>
          <a:p>
            <a:pPr marL="742950" lvl="1" indent="-285750">
              <a:buFont typeface="Courier New"/>
              <a:buChar char="o"/>
            </a:pPr>
            <a:r>
              <a:rPr lang="en-US"/>
              <a:t>Scatterplots showed linear relationships.</a:t>
            </a:r>
          </a:p>
          <a:p>
            <a:pPr lvl="1"/>
            <a:endParaRPr lang="en-US" sz="600"/>
          </a:p>
          <a:p>
            <a:pPr marL="742950" lvl="1" indent="-285750">
              <a:buFont typeface="Courier New"/>
              <a:buChar char="o"/>
            </a:pPr>
            <a:r>
              <a:rPr lang="en-US"/>
              <a:t>All assays appeared normally or near-normally distributed, some were slightly skewed.</a:t>
            </a:r>
          </a:p>
          <a:p>
            <a:pPr marL="285750" indent="-285750">
              <a:buFont typeface="Arial"/>
              <a:buChar char="•"/>
            </a:pPr>
            <a:endParaRPr lang="en-US"/>
          </a:p>
          <a:p>
            <a:pPr lvl="1"/>
            <a:endParaRPr lang="en-US"/>
          </a:p>
        </p:txBody>
      </p:sp>
    </p:spTree>
    <p:extLst>
      <p:ext uri="{BB962C8B-B14F-4D97-AF65-F5344CB8AC3E}">
        <p14:creationId xmlns:p14="http://schemas.microsoft.com/office/powerpoint/2010/main" val="1350305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A252-7665-EB96-B8AF-D0CC64610E8C}"/>
              </a:ext>
            </a:extLst>
          </p:cNvPr>
          <p:cNvSpPr>
            <a:spLocks noGrp="1"/>
          </p:cNvSpPr>
          <p:nvPr>
            <p:ph type="title"/>
          </p:nvPr>
        </p:nvSpPr>
        <p:spPr/>
        <p:txBody>
          <a:bodyPr/>
          <a:lstStyle/>
          <a:p>
            <a:r>
              <a:rPr lang="en-US"/>
              <a:t>Bland-Altman plots</a:t>
            </a:r>
          </a:p>
        </p:txBody>
      </p:sp>
      <p:pic>
        <p:nvPicPr>
          <p:cNvPr id="4" name="Content Placeholder 3">
            <a:extLst>
              <a:ext uri="{FF2B5EF4-FFF2-40B4-BE49-F238E27FC236}">
                <a16:creationId xmlns:a16="http://schemas.microsoft.com/office/drawing/2014/main" id="{81346453-3A6C-9898-CE2D-DE9810A627EB}"/>
              </a:ext>
            </a:extLst>
          </p:cNvPr>
          <p:cNvPicPr>
            <a:picLocks noGrp="1" noChangeAspect="1"/>
          </p:cNvPicPr>
          <p:nvPr>
            <p:ph idx="1"/>
          </p:nvPr>
        </p:nvPicPr>
        <p:blipFill>
          <a:blip r:embed="rId2"/>
          <a:srcRect r="674" b="1682"/>
          <a:stretch>
            <a:fillRect/>
          </a:stretch>
        </p:blipFill>
        <p:spPr>
          <a:xfrm>
            <a:off x="176371" y="1864302"/>
            <a:ext cx="4265227" cy="3454203"/>
          </a:xfrm>
          <a:prstGeom prst="rect">
            <a:avLst/>
          </a:prstGeom>
        </p:spPr>
      </p:pic>
      <p:pic>
        <p:nvPicPr>
          <p:cNvPr id="5" name="Picture 4" descr="A graph with dots and lines&#10;&#10;AI-generated content may be incorrect.">
            <a:extLst>
              <a:ext uri="{FF2B5EF4-FFF2-40B4-BE49-F238E27FC236}">
                <a16:creationId xmlns:a16="http://schemas.microsoft.com/office/drawing/2014/main" id="{0F93384A-E7EB-8A5B-8D6A-DA0D85F4959A}"/>
              </a:ext>
            </a:extLst>
          </p:cNvPr>
          <p:cNvPicPr>
            <a:picLocks noChangeAspect="1"/>
          </p:cNvPicPr>
          <p:nvPr/>
        </p:nvPicPr>
        <p:blipFill>
          <a:blip r:embed="rId3"/>
          <a:srcRect r="451" b="2228"/>
          <a:stretch>
            <a:fillRect/>
          </a:stretch>
        </p:blipFill>
        <p:spPr>
          <a:xfrm>
            <a:off x="4243197" y="3431286"/>
            <a:ext cx="4178147" cy="3353940"/>
          </a:xfrm>
          <a:prstGeom prst="rect">
            <a:avLst/>
          </a:prstGeom>
        </p:spPr>
      </p:pic>
      <p:sp>
        <p:nvSpPr>
          <p:cNvPr id="6" name="TextBox 5">
            <a:extLst>
              <a:ext uri="{FF2B5EF4-FFF2-40B4-BE49-F238E27FC236}">
                <a16:creationId xmlns:a16="http://schemas.microsoft.com/office/drawing/2014/main" id="{18F19859-E353-B8C0-8C59-844E13491761}"/>
              </a:ext>
            </a:extLst>
          </p:cNvPr>
          <p:cNvSpPr txBox="1"/>
          <p:nvPr/>
        </p:nvSpPr>
        <p:spPr>
          <a:xfrm>
            <a:off x="5414772" y="1865376"/>
            <a:ext cx="633425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Mean difference near 0 for all pairs -&gt; low bias.</a:t>
            </a:r>
          </a:p>
          <a:p>
            <a:pPr marL="285750" indent="-285750">
              <a:buFont typeface="Arial"/>
              <a:buChar char="•"/>
            </a:pPr>
            <a:endParaRPr lang="en-US" sz="600"/>
          </a:p>
          <a:p>
            <a:pPr marL="285750" indent="-285750">
              <a:buFont typeface="Arial"/>
              <a:buChar char="•"/>
            </a:pPr>
            <a:r>
              <a:rPr lang="en-US"/>
              <a:t>Most differences ranged between +/- 0.6 to 1 unit.</a:t>
            </a:r>
          </a:p>
          <a:p>
            <a:endParaRPr lang="en-US" sz="600"/>
          </a:p>
          <a:p>
            <a:pPr marL="285750" indent="-285750">
              <a:buFont typeface="Arial"/>
              <a:buChar char="•"/>
            </a:pPr>
            <a:r>
              <a:rPr lang="en-US"/>
              <a:t>Four pairs displayed some proportional bias, meaning differences got larger for larger measurement values.</a:t>
            </a:r>
          </a:p>
        </p:txBody>
      </p:sp>
      <p:sp>
        <p:nvSpPr>
          <p:cNvPr id="7" name="TextBox 6">
            <a:extLst>
              <a:ext uri="{FF2B5EF4-FFF2-40B4-BE49-F238E27FC236}">
                <a16:creationId xmlns:a16="http://schemas.microsoft.com/office/drawing/2014/main" id="{1D2EADD6-33F9-114C-038F-614ABD14D84F}"/>
              </a:ext>
            </a:extLst>
          </p:cNvPr>
          <p:cNvSpPr txBox="1"/>
          <p:nvPr/>
        </p:nvSpPr>
        <p:spPr>
          <a:xfrm>
            <a:off x="483108" y="5804915"/>
            <a:ext cx="287172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t>No proportional bias</a:t>
            </a:r>
          </a:p>
        </p:txBody>
      </p:sp>
      <p:sp>
        <p:nvSpPr>
          <p:cNvPr id="8" name="TextBox 7">
            <a:extLst>
              <a:ext uri="{FF2B5EF4-FFF2-40B4-BE49-F238E27FC236}">
                <a16:creationId xmlns:a16="http://schemas.microsoft.com/office/drawing/2014/main" id="{E575B084-0D0E-088E-9603-ADFAD63EAF70}"/>
              </a:ext>
            </a:extLst>
          </p:cNvPr>
          <p:cNvSpPr txBox="1"/>
          <p:nvPr/>
        </p:nvSpPr>
        <p:spPr>
          <a:xfrm>
            <a:off x="1985264" y="6157975"/>
            <a:ext cx="22987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t>Some proportional bias</a:t>
            </a:r>
          </a:p>
        </p:txBody>
      </p:sp>
      <p:pic>
        <p:nvPicPr>
          <p:cNvPr id="11" name="Graphic 10" descr="Line arrow: Clockwise curve with solid fill">
            <a:extLst>
              <a:ext uri="{FF2B5EF4-FFF2-40B4-BE49-F238E27FC236}">
                <a16:creationId xmlns:a16="http://schemas.microsoft.com/office/drawing/2014/main" id="{101E7234-9092-9834-CBA4-F8949C6619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220000">
            <a:off x="871728" y="5074920"/>
            <a:ext cx="627888" cy="670560"/>
          </a:xfrm>
          <a:prstGeom prst="rect">
            <a:avLst/>
          </a:prstGeom>
        </p:spPr>
      </p:pic>
      <p:pic>
        <p:nvPicPr>
          <p:cNvPr id="12" name="Graphic 11" descr="Line arrow: Clockwise curve with solid fill">
            <a:extLst>
              <a:ext uri="{FF2B5EF4-FFF2-40B4-BE49-F238E27FC236}">
                <a16:creationId xmlns:a16="http://schemas.microsoft.com/office/drawing/2014/main" id="{B3266917-171E-F78E-6385-E241968B22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4440000">
            <a:off x="3517391" y="5471159"/>
            <a:ext cx="627888" cy="670560"/>
          </a:xfrm>
          <a:prstGeom prst="rect">
            <a:avLst/>
          </a:prstGeom>
        </p:spPr>
      </p:pic>
      <p:sp>
        <p:nvSpPr>
          <p:cNvPr id="3" name="TextBox 2">
            <a:extLst>
              <a:ext uri="{FF2B5EF4-FFF2-40B4-BE49-F238E27FC236}">
                <a16:creationId xmlns:a16="http://schemas.microsoft.com/office/drawing/2014/main" id="{AFE6B83C-0D38-30C7-C06D-980BDE2FB03B}"/>
              </a:ext>
            </a:extLst>
          </p:cNvPr>
          <p:cNvSpPr txBox="1"/>
          <p:nvPr/>
        </p:nvSpPr>
        <p:spPr>
          <a:xfrm>
            <a:off x="8582152" y="4604512"/>
            <a:ext cx="3222752" cy="1200329"/>
          </a:xfrm>
          <a:prstGeom prst="rect">
            <a:avLst/>
          </a:prstGeom>
          <a:solidFill>
            <a:schemeClr val="accent3">
              <a:lumMod val="10000"/>
              <a:lumOff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Overall looked quite good, but differences &gt; 1 are quite big as measurements ranged from ~3-5</a:t>
            </a:r>
          </a:p>
        </p:txBody>
      </p:sp>
    </p:spTree>
    <p:extLst>
      <p:ext uri="{BB962C8B-B14F-4D97-AF65-F5344CB8AC3E}">
        <p14:creationId xmlns:p14="http://schemas.microsoft.com/office/powerpoint/2010/main" val="2948204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93A-22D1-CDB1-2CD2-B8AD68C09C5B}"/>
              </a:ext>
            </a:extLst>
          </p:cNvPr>
          <p:cNvSpPr>
            <a:spLocks noGrp="1"/>
          </p:cNvSpPr>
          <p:nvPr>
            <p:ph type="title"/>
          </p:nvPr>
        </p:nvSpPr>
        <p:spPr/>
        <p:txBody>
          <a:bodyPr/>
          <a:lstStyle/>
          <a:p>
            <a:r>
              <a:rPr lang="en-US"/>
              <a:t>Mixed-effects modelling</a:t>
            </a:r>
          </a:p>
        </p:txBody>
      </p:sp>
      <p:sp>
        <p:nvSpPr>
          <p:cNvPr id="3" name="Content Placeholder 2">
            <a:extLst>
              <a:ext uri="{FF2B5EF4-FFF2-40B4-BE49-F238E27FC236}">
                <a16:creationId xmlns:a16="http://schemas.microsoft.com/office/drawing/2014/main" id="{28F5A8DA-3B7D-4C5E-5DF4-DD1BF2602FA4}"/>
              </a:ext>
            </a:extLst>
          </p:cNvPr>
          <p:cNvSpPr>
            <a:spLocks noGrp="1"/>
          </p:cNvSpPr>
          <p:nvPr>
            <p:ph idx="1"/>
          </p:nvPr>
        </p:nvSpPr>
        <p:spPr/>
        <p:txBody>
          <a:bodyPr vert="horz" lIns="91440" tIns="45720" rIns="91440" bIns="45720" rtlCol="0" anchor="t">
            <a:noAutofit/>
          </a:bodyPr>
          <a:lstStyle/>
          <a:p>
            <a:r>
              <a:rPr lang="en-US"/>
              <a:t>Mixed-effects model with assay as fixed effect, and subject as random intercept.</a:t>
            </a:r>
          </a:p>
        </p:txBody>
      </p:sp>
      <p:graphicFrame>
        <p:nvGraphicFramePr>
          <p:cNvPr id="4" name="Table 3">
            <a:extLst>
              <a:ext uri="{FF2B5EF4-FFF2-40B4-BE49-F238E27FC236}">
                <a16:creationId xmlns:a16="http://schemas.microsoft.com/office/drawing/2014/main" id="{65DC1597-0FED-10A3-B452-06D0BC7596E3}"/>
              </a:ext>
            </a:extLst>
          </p:cNvPr>
          <p:cNvGraphicFramePr>
            <a:graphicFrameLocks noGrp="1"/>
          </p:cNvGraphicFramePr>
          <p:nvPr>
            <p:extLst>
              <p:ext uri="{D42A27DB-BD31-4B8C-83A1-F6EECF244321}">
                <p14:modId xmlns:p14="http://schemas.microsoft.com/office/powerpoint/2010/main" val="1938068887"/>
              </p:ext>
            </p:extLst>
          </p:nvPr>
        </p:nvGraphicFramePr>
        <p:xfrm>
          <a:off x="597408" y="2825496"/>
          <a:ext cx="3964845" cy="3689870"/>
        </p:xfrm>
        <a:graphic>
          <a:graphicData uri="http://schemas.openxmlformats.org/drawingml/2006/table">
            <a:tbl>
              <a:tblPr firstRow="1" bandRow="1">
                <a:tableStyleId>{5C22544A-7EE6-4342-B048-85BDC9FD1C3A}</a:tableStyleId>
              </a:tblPr>
              <a:tblGrid>
                <a:gridCol w="1321615">
                  <a:extLst>
                    <a:ext uri="{9D8B030D-6E8A-4147-A177-3AD203B41FA5}">
                      <a16:colId xmlns:a16="http://schemas.microsoft.com/office/drawing/2014/main" val="3312169627"/>
                    </a:ext>
                  </a:extLst>
                </a:gridCol>
                <a:gridCol w="1321615">
                  <a:extLst>
                    <a:ext uri="{9D8B030D-6E8A-4147-A177-3AD203B41FA5}">
                      <a16:colId xmlns:a16="http://schemas.microsoft.com/office/drawing/2014/main" val="1320229863"/>
                    </a:ext>
                  </a:extLst>
                </a:gridCol>
                <a:gridCol w="1321615">
                  <a:extLst>
                    <a:ext uri="{9D8B030D-6E8A-4147-A177-3AD203B41FA5}">
                      <a16:colId xmlns:a16="http://schemas.microsoft.com/office/drawing/2014/main" val="4028271990"/>
                    </a:ext>
                  </a:extLst>
                </a:gridCol>
              </a:tblGrid>
              <a:tr h="609958">
                <a:tc>
                  <a:txBody>
                    <a:bodyPr/>
                    <a:lstStyle/>
                    <a:p>
                      <a:endParaRPr lang="en-US"/>
                    </a:p>
                  </a:txBody>
                  <a:tcPr>
                    <a:solidFill>
                      <a:schemeClr val="tx2"/>
                    </a:solidFill>
                  </a:tcPr>
                </a:tc>
                <a:tc>
                  <a:txBody>
                    <a:bodyPr/>
                    <a:lstStyle/>
                    <a:p>
                      <a:r>
                        <a:rPr lang="en-US"/>
                        <a:t>Estimate</a:t>
                      </a:r>
                    </a:p>
                  </a:txBody>
                  <a:tcPr>
                    <a:solidFill>
                      <a:schemeClr val="tx2"/>
                    </a:solidFill>
                  </a:tcPr>
                </a:tc>
                <a:tc>
                  <a:txBody>
                    <a:bodyPr/>
                    <a:lstStyle/>
                    <a:p>
                      <a:r>
                        <a:rPr lang="en-US"/>
                        <a:t>p-value</a:t>
                      </a:r>
                    </a:p>
                  </a:txBody>
                  <a:tcPr>
                    <a:solidFill>
                      <a:schemeClr val="tx2"/>
                    </a:solidFill>
                  </a:tcPr>
                </a:tc>
                <a:extLst>
                  <a:ext uri="{0D108BD9-81ED-4DB2-BD59-A6C34878D82A}">
                    <a16:rowId xmlns:a16="http://schemas.microsoft.com/office/drawing/2014/main" val="1004592625"/>
                  </a:ext>
                </a:extLst>
              </a:tr>
              <a:tr h="609958">
                <a:tc>
                  <a:txBody>
                    <a:bodyPr/>
                    <a:lstStyle/>
                    <a:p>
                      <a:r>
                        <a:rPr lang="en-US"/>
                        <a:t>(Intercept) (X1)</a:t>
                      </a:r>
                    </a:p>
                  </a:txBody>
                  <a:tcPr/>
                </a:tc>
                <a:tc>
                  <a:txBody>
                    <a:bodyPr/>
                    <a:lstStyle/>
                    <a:p>
                      <a:r>
                        <a:rPr lang="en-US"/>
                        <a:t>4.53</a:t>
                      </a:r>
                    </a:p>
                  </a:txBody>
                  <a:tcPr/>
                </a:tc>
                <a:tc>
                  <a:txBody>
                    <a:bodyPr/>
                    <a:lstStyle/>
                    <a:p>
                      <a:r>
                        <a:rPr lang="en-US"/>
                        <a:t>&lt; 2e-16</a:t>
                      </a:r>
                    </a:p>
                  </a:txBody>
                  <a:tcPr/>
                </a:tc>
                <a:extLst>
                  <a:ext uri="{0D108BD9-81ED-4DB2-BD59-A6C34878D82A}">
                    <a16:rowId xmlns:a16="http://schemas.microsoft.com/office/drawing/2014/main" val="4256470519"/>
                  </a:ext>
                </a:extLst>
              </a:tr>
              <a:tr h="609958">
                <a:tc>
                  <a:txBody>
                    <a:bodyPr/>
                    <a:lstStyle/>
                    <a:p>
                      <a:r>
                        <a:rPr lang="en-US"/>
                        <a:t>Assay X2</a:t>
                      </a:r>
                    </a:p>
                  </a:txBody>
                  <a:tcPr/>
                </a:tc>
                <a:tc>
                  <a:txBody>
                    <a:bodyPr/>
                    <a:lstStyle/>
                    <a:p>
                      <a:r>
                        <a:rPr lang="en-US"/>
                        <a:t>0.047</a:t>
                      </a:r>
                    </a:p>
                  </a:txBody>
                  <a:tcPr/>
                </a:tc>
                <a:tc>
                  <a:txBody>
                    <a:bodyPr/>
                    <a:lstStyle/>
                    <a:p>
                      <a:r>
                        <a:rPr lang="en-US"/>
                        <a:t>0.236</a:t>
                      </a:r>
                    </a:p>
                  </a:txBody>
                  <a:tcPr/>
                </a:tc>
                <a:extLst>
                  <a:ext uri="{0D108BD9-81ED-4DB2-BD59-A6C34878D82A}">
                    <a16:rowId xmlns:a16="http://schemas.microsoft.com/office/drawing/2014/main" val="76932414"/>
                  </a:ext>
                </a:extLst>
              </a:tr>
              <a:tr h="609958">
                <a:tc>
                  <a:txBody>
                    <a:bodyPr/>
                    <a:lstStyle/>
                    <a:p>
                      <a:r>
                        <a:rPr lang="en-US"/>
                        <a:t>Assay X3</a:t>
                      </a:r>
                    </a:p>
                  </a:txBody>
                  <a:tcPr/>
                </a:tc>
                <a:tc>
                  <a:txBody>
                    <a:bodyPr/>
                    <a:lstStyle/>
                    <a:p>
                      <a:r>
                        <a:rPr lang="en-US"/>
                        <a:t>-0.005</a:t>
                      </a:r>
                    </a:p>
                  </a:txBody>
                  <a:tcPr/>
                </a:tc>
                <a:tc>
                  <a:txBody>
                    <a:bodyPr/>
                    <a:lstStyle/>
                    <a:p>
                      <a:r>
                        <a:rPr lang="en-US"/>
                        <a:t>0.904</a:t>
                      </a:r>
                    </a:p>
                  </a:txBody>
                  <a:tcPr/>
                </a:tc>
                <a:extLst>
                  <a:ext uri="{0D108BD9-81ED-4DB2-BD59-A6C34878D82A}">
                    <a16:rowId xmlns:a16="http://schemas.microsoft.com/office/drawing/2014/main" val="3890336738"/>
                  </a:ext>
                </a:extLst>
              </a:tr>
              <a:tr h="609958">
                <a:tc>
                  <a:txBody>
                    <a:bodyPr/>
                    <a:lstStyle/>
                    <a:p>
                      <a:r>
                        <a:rPr lang="en-US"/>
                        <a:t>Assay X4</a:t>
                      </a:r>
                    </a:p>
                  </a:txBody>
                  <a:tcPr/>
                </a:tc>
                <a:tc>
                  <a:txBody>
                    <a:bodyPr/>
                    <a:lstStyle/>
                    <a:p>
                      <a:r>
                        <a:rPr lang="en-US"/>
                        <a:t>0.013</a:t>
                      </a:r>
                    </a:p>
                  </a:txBody>
                  <a:tcPr/>
                </a:tc>
                <a:tc>
                  <a:txBody>
                    <a:bodyPr/>
                    <a:lstStyle/>
                    <a:p>
                      <a:r>
                        <a:rPr lang="en-US"/>
                        <a:t>0.740</a:t>
                      </a:r>
                    </a:p>
                  </a:txBody>
                  <a:tcPr/>
                </a:tc>
                <a:extLst>
                  <a:ext uri="{0D108BD9-81ED-4DB2-BD59-A6C34878D82A}">
                    <a16:rowId xmlns:a16="http://schemas.microsoft.com/office/drawing/2014/main" val="3544237106"/>
                  </a:ext>
                </a:extLst>
              </a:tr>
              <a:tr h="609958">
                <a:tc>
                  <a:txBody>
                    <a:bodyPr/>
                    <a:lstStyle/>
                    <a:p>
                      <a:r>
                        <a:rPr lang="en-US"/>
                        <a:t>Assay X5</a:t>
                      </a:r>
                    </a:p>
                  </a:txBody>
                  <a:tcPr/>
                </a:tc>
                <a:tc>
                  <a:txBody>
                    <a:bodyPr/>
                    <a:lstStyle/>
                    <a:p>
                      <a:r>
                        <a:rPr lang="en-US"/>
                        <a:t>-0.017</a:t>
                      </a:r>
                    </a:p>
                  </a:txBody>
                  <a:tcPr/>
                </a:tc>
                <a:tc>
                  <a:txBody>
                    <a:bodyPr/>
                    <a:lstStyle/>
                    <a:p>
                      <a:r>
                        <a:rPr lang="en-US"/>
                        <a:t>0.673</a:t>
                      </a:r>
                    </a:p>
                  </a:txBody>
                  <a:tcPr/>
                </a:tc>
                <a:extLst>
                  <a:ext uri="{0D108BD9-81ED-4DB2-BD59-A6C34878D82A}">
                    <a16:rowId xmlns:a16="http://schemas.microsoft.com/office/drawing/2014/main" val="3809152658"/>
                  </a:ext>
                </a:extLst>
              </a:tr>
            </a:tbl>
          </a:graphicData>
        </a:graphic>
      </p:graphicFrame>
      <p:sp>
        <p:nvSpPr>
          <p:cNvPr id="5" name="TextBox 4">
            <a:extLst>
              <a:ext uri="{FF2B5EF4-FFF2-40B4-BE49-F238E27FC236}">
                <a16:creationId xmlns:a16="http://schemas.microsoft.com/office/drawing/2014/main" id="{0C325BA8-E58D-17F3-62AF-545C7428AB1C}"/>
              </a:ext>
            </a:extLst>
          </p:cNvPr>
          <p:cNvSpPr txBox="1"/>
          <p:nvPr/>
        </p:nvSpPr>
        <p:spPr>
          <a:xfrm>
            <a:off x="1076451" y="2460244"/>
            <a:ext cx="2984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Fixed-effects estimates</a:t>
            </a:r>
          </a:p>
        </p:txBody>
      </p:sp>
      <p:sp>
        <p:nvSpPr>
          <p:cNvPr id="6" name="TextBox 5">
            <a:extLst>
              <a:ext uri="{FF2B5EF4-FFF2-40B4-BE49-F238E27FC236}">
                <a16:creationId xmlns:a16="http://schemas.microsoft.com/office/drawing/2014/main" id="{CF65B23E-546B-72C7-72FC-04DDE2F5CDFB}"/>
              </a:ext>
            </a:extLst>
          </p:cNvPr>
          <p:cNvSpPr txBox="1"/>
          <p:nvPr/>
        </p:nvSpPr>
        <p:spPr>
          <a:xfrm>
            <a:off x="5575300" y="3094736"/>
            <a:ext cx="5855716"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Fixed-effects estimates showed no significant differences between assays + estimated differences were small.</a:t>
            </a:r>
          </a:p>
          <a:p>
            <a:endParaRPr lang="en-US" sz="1000"/>
          </a:p>
          <a:p>
            <a:pPr marL="285750" indent="-285750">
              <a:buFont typeface="Arial"/>
              <a:buChar char="•"/>
            </a:pPr>
            <a:r>
              <a:rPr lang="en-US"/>
              <a:t>Also from model:</a:t>
            </a:r>
          </a:p>
          <a:p>
            <a:pPr marL="742950" lvl="1" indent="-285750">
              <a:buFont typeface="Courier New,monospace"/>
              <a:buChar char="o"/>
            </a:pPr>
            <a:r>
              <a:rPr lang="en-US"/>
              <a:t>Between-subject standard deviation = 0.248.</a:t>
            </a:r>
          </a:p>
          <a:p>
            <a:pPr marL="742950" lvl="1" indent="-285750">
              <a:buFont typeface="Courier New,monospace"/>
              <a:buChar char="o"/>
            </a:pPr>
            <a:r>
              <a:rPr lang="en-US"/>
              <a:t>Within-subject residual variance = 0.283.</a:t>
            </a:r>
          </a:p>
          <a:p>
            <a:pPr marL="742950" lvl="1" indent="-285750">
              <a:buFont typeface="Courier New,monospace"/>
              <a:buChar char="o"/>
            </a:pPr>
            <a:r>
              <a:rPr lang="en-US"/>
              <a:t>ICC = 0.44</a:t>
            </a:r>
          </a:p>
          <a:p>
            <a:pPr lvl="1"/>
            <a:endParaRPr lang="en-US" sz="600"/>
          </a:p>
          <a:p>
            <a:pPr marL="285750" indent="-285750">
              <a:buFont typeface="Arial"/>
              <a:buChar char="•"/>
            </a:pPr>
            <a:r>
              <a:rPr lang="en-US"/>
              <a:t>A two-way icc checking for agreement for single raters was also calculated. Yielded ICC = 0.44.</a:t>
            </a:r>
          </a:p>
        </p:txBody>
      </p:sp>
    </p:spTree>
    <p:extLst>
      <p:ext uri="{BB962C8B-B14F-4D97-AF65-F5344CB8AC3E}">
        <p14:creationId xmlns:p14="http://schemas.microsoft.com/office/powerpoint/2010/main" val="1506931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B22CD-18FA-5413-F48A-B722FC6D6810}"/>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ECA87DB4-8163-75EA-231F-AEF449255298}"/>
              </a:ext>
            </a:extLst>
          </p:cNvPr>
          <p:cNvSpPr>
            <a:spLocks noGrp="1"/>
          </p:cNvSpPr>
          <p:nvPr>
            <p:ph idx="1"/>
          </p:nvPr>
        </p:nvSpPr>
        <p:spPr/>
        <p:txBody>
          <a:bodyPr vert="horz" lIns="91440" tIns="45720" rIns="91440" bIns="45720" rtlCol="0" anchor="t">
            <a:noAutofit/>
          </a:bodyPr>
          <a:lstStyle/>
          <a:p>
            <a:r>
              <a:rPr lang="en-US"/>
              <a:t>Assays produced similar CEA measurements:</a:t>
            </a:r>
          </a:p>
          <a:p>
            <a:pPr lvl="1">
              <a:buFont typeface="Courier New" panose="020B0604020202020204" pitchFamily="34" charset="0"/>
              <a:buChar char="o"/>
            </a:pPr>
            <a:r>
              <a:rPr lang="en-US"/>
              <a:t>Low mean differences, no statistically significant fixed-effects differences.</a:t>
            </a:r>
          </a:p>
          <a:p>
            <a:pPr marL="457200" lvl="1" indent="0">
              <a:buNone/>
            </a:pPr>
            <a:endParaRPr lang="en-US" sz="600"/>
          </a:p>
          <a:p>
            <a:r>
              <a:rPr lang="en-US"/>
              <a:t>The mixed effects-model indicated that between-subject SD and within-subject residual variance were of similar size, meaning actual differences between subjects were rougly of the same magnitude as measurement errors.</a:t>
            </a:r>
          </a:p>
          <a:p>
            <a:pPr marL="0" indent="0">
              <a:buNone/>
            </a:pPr>
            <a:endParaRPr lang="en-US" sz="600"/>
          </a:p>
          <a:p>
            <a:r>
              <a:rPr lang="en-US"/>
              <a:t>An ICC value of 0.44 indicates relatively poor agreement.</a:t>
            </a:r>
          </a:p>
          <a:p>
            <a:pPr marL="0" indent="0">
              <a:buNone/>
            </a:pPr>
            <a:endParaRPr lang="en-US" sz="600"/>
          </a:p>
          <a:p>
            <a:r>
              <a:rPr lang="en-US"/>
              <a:t>So: assays produced similar overall results, but agreement was poor. Individual measurements are therefore not interchangeable.</a:t>
            </a:r>
          </a:p>
        </p:txBody>
      </p:sp>
    </p:spTree>
    <p:extLst>
      <p:ext uri="{BB962C8B-B14F-4D97-AF65-F5344CB8AC3E}">
        <p14:creationId xmlns:p14="http://schemas.microsoft.com/office/powerpoint/2010/main" val="1091754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05C61-C013-1EA1-7D43-411BF7845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2E5AB-86CF-FC52-8BBD-BC374AFA6EF5}"/>
              </a:ext>
            </a:extLst>
          </p:cNvPr>
          <p:cNvSpPr>
            <a:spLocks noGrp="1"/>
          </p:cNvSpPr>
          <p:nvPr>
            <p:ph type="title"/>
          </p:nvPr>
        </p:nvSpPr>
        <p:spPr/>
        <p:txBody>
          <a:bodyPr/>
          <a:lstStyle/>
          <a:p>
            <a:r>
              <a:rPr lang="en-US"/>
              <a:t>Task 4</a:t>
            </a:r>
          </a:p>
        </p:txBody>
      </p:sp>
      <p:sp>
        <p:nvSpPr>
          <p:cNvPr id="3" name="Text Placeholder 2">
            <a:extLst>
              <a:ext uri="{FF2B5EF4-FFF2-40B4-BE49-F238E27FC236}">
                <a16:creationId xmlns:a16="http://schemas.microsoft.com/office/drawing/2014/main" id="{D5AB8266-1F70-25BB-3967-73FA4DD9D5A4}"/>
              </a:ext>
            </a:extLst>
          </p:cNvPr>
          <p:cNvSpPr>
            <a:spLocks noGrp="1"/>
          </p:cNvSpPr>
          <p:nvPr>
            <p:ph type="body" idx="1"/>
          </p:nvPr>
        </p:nvSpPr>
        <p:spPr/>
        <p:txBody>
          <a:bodyPr vert="horz" lIns="91440" tIns="45720" rIns="91440" bIns="45720" rtlCol="0" anchor="t">
            <a:noAutofit/>
          </a:bodyPr>
          <a:lstStyle/>
          <a:p>
            <a:r>
              <a:rPr lang="en-GB">
                <a:ea typeface="+mn-lt"/>
                <a:cs typeface="+mn-lt"/>
              </a:rPr>
              <a:t>External Validation of a Lung-Cancer Risk Prediction Model</a:t>
            </a:r>
            <a:endParaRPr lang="en-US">
              <a:ea typeface="+mn-lt"/>
              <a:cs typeface="+mn-lt"/>
            </a:endParaRPr>
          </a:p>
        </p:txBody>
      </p:sp>
    </p:spTree>
    <p:extLst>
      <p:ext uri="{BB962C8B-B14F-4D97-AF65-F5344CB8AC3E}">
        <p14:creationId xmlns:p14="http://schemas.microsoft.com/office/powerpoint/2010/main" val="3151678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9499-BA5B-5F7C-A890-0E509E1FC7DB}"/>
              </a:ext>
            </a:extLst>
          </p:cNvPr>
          <p:cNvSpPr>
            <a:spLocks noGrp="1"/>
          </p:cNvSpPr>
          <p:nvPr>
            <p:ph type="title"/>
          </p:nvPr>
        </p:nvSpPr>
        <p:spPr/>
        <p:txBody>
          <a:bodyPr/>
          <a:lstStyle/>
          <a:p>
            <a:r>
              <a:rPr lang="en-US" b="0">
                <a:ea typeface="+mj-lt"/>
                <a:cs typeface="+mj-lt"/>
              </a:rPr>
              <a:t>Data &amp; Objectives</a:t>
            </a:r>
            <a:endParaRPr lang="en-US"/>
          </a:p>
        </p:txBody>
      </p:sp>
      <p:sp>
        <p:nvSpPr>
          <p:cNvPr id="3" name="Text Placeholder 2">
            <a:extLst>
              <a:ext uri="{FF2B5EF4-FFF2-40B4-BE49-F238E27FC236}">
                <a16:creationId xmlns:a16="http://schemas.microsoft.com/office/drawing/2014/main" id="{CB601E9A-01E5-5C3B-7D8E-399372DD41CF}"/>
              </a:ext>
            </a:extLst>
          </p:cNvPr>
          <p:cNvSpPr>
            <a:spLocks noGrp="1"/>
          </p:cNvSpPr>
          <p:nvPr>
            <p:ph idx="1"/>
          </p:nvPr>
        </p:nvSpPr>
        <p:spPr/>
        <p:txBody>
          <a:bodyPr vert="horz" lIns="91440" tIns="45720" rIns="91440" bIns="45720" rtlCol="0" anchor="t">
            <a:noAutofit/>
          </a:bodyPr>
          <a:lstStyle/>
          <a:p>
            <a:pPr>
              <a:lnSpc>
                <a:spcPct val="150000"/>
              </a:lnSpc>
            </a:pPr>
            <a:r>
              <a:rPr lang="en-US" b="1">
                <a:ea typeface="+mn-lt"/>
                <a:cs typeface="+mn-lt"/>
              </a:rPr>
              <a:t>Data</a:t>
            </a:r>
            <a:endParaRPr lang="en-US"/>
          </a:p>
          <a:p>
            <a:pPr lvl="1">
              <a:lnSpc>
                <a:spcPct val="150000"/>
              </a:lnSpc>
              <a:buFont typeface="Courier New" panose="020B0604020202020204" pitchFamily="34" charset="0"/>
              <a:buChar char="o"/>
            </a:pPr>
            <a:r>
              <a:rPr lang="en-US">
                <a:ea typeface="+mn-lt"/>
                <a:cs typeface="+mn-lt"/>
              </a:rPr>
              <a:t>1000 patients</a:t>
            </a:r>
            <a:endParaRPr lang="en-US"/>
          </a:p>
          <a:p>
            <a:pPr lvl="1">
              <a:lnSpc>
                <a:spcPct val="150000"/>
              </a:lnSpc>
              <a:buFont typeface="Courier New" panose="020B0604020202020204" pitchFamily="34" charset="0"/>
              <a:buChar char="o"/>
            </a:pPr>
            <a:r>
              <a:rPr lang="en-US">
                <a:ea typeface="+mn-lt"/>
                <a:cs typeface="+mn-lt"/>
              </a:rPr>
              <a:t>True outcome: cancer vs no cancer</a:t>
            </a:r>
            <a:endParaRPr lang="en-US"/>
          </a:p>
          <a:p>
            <a:pPr lvl="1">
              <a:lnSpc>
                <a:spcPct val="150000"/>
              </a:lnSpc>
              <a:buFont typeface="Courier New" panose="020B0604020202020204" pitchFamily="34" charset="0"/>
              <a:buChar char="o"/>
            </a:pPr>
            <a:r>
              <a:rPr lang="en-US">
                <a:ea typeface="+mn-lt"/>
                <a:cs typeface="+mn-lt"/>
              </a:rPr>
              <a:t>Model output: predicted probability of cancer</a:t>
            </a:r>
            <a:endParaRPr lang="en-US"/>
          </a:p>
          <a:p>
            <a:pPr>
              <a:lnSpc>
                <a:spcPct val="150000"/>
              </a:lnSpc>
            </a:pPr>
            <a:r>
              <a:rPr lang="en-US" b="1">
                <a:ea typeface="+mn-lt"/>
                <a:cs typeface="+mn-lt"/>
              </a:rPr>
              <a:t>Aim of Task 4</a:t>
            </a:r>
            <a:endParaRPr lang="en-US"/>
          </a:p>
          <a:p>
            <a:pPr lvl="1">
              <a:lnSpc>
                <a:spcPct val="150000"/>
              </a:lnSpc>
              <a:buFont typeface="Courier New" panose="020B0604020202020204" pitchFamily="34" charset="0"/>
              <a:buChar char="o"/>
            </a:pPr>
            <a:r>
              <a:rPr lang="en-US">
                <a:ea typeface="+mn-lt"/>
                <a:cs typeface="+mn-lt"/>
              </a:rPr>
              <a:t>Evaluate how well the model performs in an independent dataset</a:t>
            </a:r>
            <a:endParaRPr lang="en-US"/>
          </a:p>
          <a:p>
            <a:pPr lvl="1">
              <a:lnSpc>
                <a:spcPct val="150000"/>
              </a:lnSpc>
              <a:buFont typeface="Courier New" panose="020B0604020202020204" pitchFamily="34" charset="0"/>
              <a:buChar char="o"/>
            </a:pPr>
            <a:r>
              <a:rPr lang="en-US">
                <a:ea typeface="+mn-lt"/>
                <a:cs typeface="+mn-lt"/>
              </a:rPr>
              <a:t>Inspect discrimination (AUC), classification thresholds, and calibration</a:t>
            </a:r>
            <a:endParaRPr lang="en-US"/>
          </a:p>
          <a:p>
            <a:pPr lvl="1">
              <a:lnSpc>
                <a:spcPct val="150000"/>
              </a:lnSpc>
              <a:buFont typeface="Courier New" panose="020B0604020202020204" pitchFamily="34" charset="0"/>
              <a:buChar char="o"/>
            </a:pPr>
            <a:r>
              <a:rPr lang="en-US">
                <a:ea typeface="+mn-lt"/>
                <a:cs typeface="+mn-lt"/>
              </a:rPr>
              <a:t>Decide which threshold is clinically appropriate</a:t>
            </a:r>
            <a:endParaRPr lang="en-US"/>
          </a:p>
          <a:p>
            <a:pPr lvl="1">
              <a:buFont typeface="Courier New" panose="020B0604020202020204" pitchFamily="34" charset="0"/>
              <a:buChar char="o"/>
            </a:pPr>
            <a:endParaRPr lang="en-US"/>
          </a:p>
          <a:p>
            <a:pPr lvl="1">
              <a:buFont typeface="Courier New" panose="020B0604020202020204" pitchFamily="34" charset="0"/>
              <a:buChar char="o"/>
            </a:pPr>
            <a:endParaRPr lang="en-US"/>
          </a:p>
        </p:txBody>
      </p:sp>
    </p:spTree>
    <p:extLst>
      <p:ext uri="{BB962C8B-B14F-4D97-AF65-F5344CB8AC3E}">
        <p14:creationId xmlns:p14="http://schemas.microsoft.com/office/powerpoint/2010/main" val="4017473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0F1B-748F-479B-3B60-64C802A38558}"/>
              </a:ext>
            </a:extLst>
          </p:cNvPr>
          <p:cNvSpPr>
            <a:spLocks noGrp="1"/>
          </p:cNvSpPr>
          <p:nvPr>
            <p:ph type="title"/>
          </p:nvPr>
        </p:nvSpPr>
        <p:spPr/>
        <p:txBody>
          <a:bodyPr/>
          <a:lstStyle/>
          <a:p>
            <a:r>
              <a:rPr lang="en-US" b="0">
                <a:ea typeface="+mj-lt"/>
                <a:cs typeface="+mj-lt"/>
              </a:rPr>
              <a:t>Predicted Probability Distributions</a:t>
            </a:r>
            <a:endParaRPr lang="en-US"/>
          </a:p>
        </p:txBody>
      </p:sp>
      <p:sp>
        <p:nvSpPr>
          <p:cNvPr id="3" name="Content Placeholder 2">
            <a:extLst>
              <a:ext uri="{FF2B5EF4-FFF2-40B4-BE49-F238E27FC236}">
                <a16:creationId xmlns:a16="http://schemas.microsoft.com/office/drawing/2014/main" id="{48126E7B-BA4D-F7DD-8C03-843EF46AA92D}"/>
              </a:ext>
            </a:extLst>
          </p:cNvPr>
          <p:cNvSpPr>
            <a:spLocks noGrp="1"/>
          </p:cNvSpPr>
          <p:nvPr>
            <p:ph idx="1"/>
          </p:nvPr>
        </p:nvSpPr>
        <p:spPr>
          <a:xfrm>
            <a:off x="600075" y="1872344"/>
            <a:ext cx="5373042" cy="4453808"/>
          </a:xfrm>
        </p:spPr>
        <p:txBody>
          <a:bodyPr vert="horz" lIns="91440" tIns="45720" rIns="91440" bIns="45720" rtlCol="0" anchor="t">
            <a:noAutofit/>
          </a:bodyPr>
          <a:lstStyle/>
          <a:p>
            <a:pPr>
              <a:lnSpc>
                <a:spcPct val="150000"/>
              </a:lnSpc>
            </a:pPr>
            <a:r>
              <a:rPr lang="en-US">
                <a:ea typeface="+mn-lt"/>
                <a:cs typeface="+mn-lt"/>
              </a:rPr>
              <a:t>Shows how predicted risks differ between cancer (1) vs non-cancer (0) patients</a:t>
            </a:r>
            <a:endParaRPr lang="en-US"/>
          </a:p>
          <a:p>
            <a:pPr>
              <a:lnSpc>
                <a:spcPct val="150000"/>
              </a:lnSpc>
            </a:pPr>
            <a:r>
              <a:rPr lang="en-US">
                <a:ea typeface="+mn-lt"/>
                <a:cs typeface="+mn-lt"/>
              </a:rPr>
              <a:t>There is </a:t>
            </a:r>
            <a:r>
              <a:rPr lang="en-US" b="1">
                <a:ea typeface="+mn-lt"/>
                <a:cs typeface="+mn-lt"/>
              </a:rPr>
              <a:t>clear separation but also substantial overlap</a:t>
            </a:r>
            <a:r>
              <a:rPr lang="en-US">
                <a:ea typeface="+mn-lt"/>
                <a:cs typeface="+mn-lt"/>
              </a:rPr>
              <a:t>, meaning no threshold will perfectly separate the groups</a:t>
            </a:r>
            <a:endParaRPr lang="en-US"/>
          </a:p>
          <a:p>
            <a:pPr>
              <a:lnSpc>
                <a:spcPct val="150000"/>
              </a:lnSpc>
            </a:pPr>
            <a:r>
              <a:rPr lang="en-US">
                <a:ea typeface="+mn-lt"/>
                <a:cs typeface="+mn-lt"/>
              </a:rPr>
              <a:t>This overlap explains why sensitivity and specificity change as the threshold moves</a:t>
            </a:r>
            <a:endParaRPr lang="en-US"/>
          </a:p>
          <a:p>
            <a:pPr>
              <a:lnSpc>
                <a:spcPct val="150000"/>
              </a:lnSpc>
            </a:pPr>
            <a:r>
              <a:rPr lang="en-US" b="1">
                <a:solidFill>
                  <a:schemeClr val="tx2"/>
                </a:solidFill>
                <a:ea typeface="+mn-lt"/>
                <a:cs typeface="+mn-lt"/>
              </a:rPr>
              <a:t>Cancer and non-cancer risks overlap → threshold choice matters.</a:t>
            </a:r>
            <a:endParaRPr lang="en-US" b="1">
              <a:solidFill>
                <a:schemeClr val="tx2"/>
              </a:solidFill>
            </a:endParaRPr>
          </a:p>
          <a:p>
            <a:endParaRPr lang="en-US"/>
          </a:p>
        </p:txBody>
      </p:sp>
      <p:pic>
        <p:nvPicPr>
          <p:cNvPr id="4" name="Picture 3" descr="A graph of different colored bars&#10;&#10;AI-generated content may be incorrect.">
            <a:extLst>
              <a:ext uri="{FF2B5EF4-FFF2-40B4-BE49-F238E27FC236}">
                <a16:creationId xmlns:a16="http://schemas.microsoft.com/office/drawing/2014/main" id="{84484C89-5A36-83F3-811F-EA2DA9DF6B6A}"/>
              </a:ext>
            </a:extLst>
          </p:cNvPr>
          <p:cNvPicPr>
            <a:picLocks noChangeAspect="1"/>
          </p:cNvPicPr>
          <p:nvPr/>
        </p:nvPicPr>
        <p:blipFill>
          <a:blip r:embed="rId2"/>
          <a:stretch>
            <a:fillRect/>
          </a:stretch>
        </p:blipFill>
        <p:spPr>
          <a:xfrm>
            <a:off x="6229213" y="1970587"/>
            <a:ext cx="5601706" cy="4252425"/>
          </a:xfrm>
          <a:prstGeom prst="rect">
            <a:avLst/>
          </a:prstGeom>
        </p:spPr>
      </p:pic>
    </p:spTree>
    <p:extLst>
      <p:ext uri="{BB962C8B-B14F-4D97-AF65-F5344CB8AC3E}">
        <p14:creationId xmlns:p14="http://schemas.microsoft.com/office/powerpoint/2010/main" val="3603438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9532-F7AA-B718-5E41-154614AE24DA}"/>
              </a:ext>
            </a:extLst>
          </p:cNvPr>
          <p:cNvSpPr>
            <a:spLocks noGrp="1"/>
          </p:cNvSpPr>
          <p:nvPr>
            <p:ph type="title"/>
          </p:nvPr>
        </p:nvSpPr>
        <p:spPr/>
        <p:txBody>
          <a:bodyPr/>
          <a:lstStyle/>
          <a:p>
            <a:r>
              <a:rPr lang="en-US" b="0">
                <a:ea typeface="+mj-lt"/>
                <a:cs typeface="+mj-lt"/>
              </a:rPr>
              <a:t>Discrimination (ROC &amp; AUC)</a:t>
            </a:r>
            <a:endParaRPr lang="en-US"/>
          </a:p>
        </p:txBody>
      </p:sp>
      <p:sp>
        <p:nvSpPr>
          <p:cNvPr id="3" name="Content Placeholder 2">
            <a:extLst>
              <a:ext uri="{FF2B5EF4-FFF2-40B4-BE49-F238E27FC236}">
                <a16:creationId xmlns:a16="http://schemas.microsoft.com/office/drawing/2014/main" id="{201BBF6F-07FF-8849-96EC-8B111CF2A945}"/>
              </a:ext>
            </a:extLst>
          </p:cNvPr>
          <p:cNvSpPr>
            <a:spLocks noGrp="1"/>
          </p:cNvSpPr>
          <p:nvPr>
            <p:ph idx="1"/>
          </p:nvPr>
        </p:nvSpPr>
        <p:spPr>
          <a:xfrm>
            <a:off x="600075" y="1872344"/>
            <a:ext cx="5265149" cy="4453808"/>
          </a:xfrm>
        </p:spPr>
        <p:txBody>
          <a:bodyPr vert="horz" lIns="91440" tIns="45720" rIns="91440" bIns="45720" rtlCol="0" anchor="t">
            <a:noAutofit/>
          </a:bodyPr>
          <a:lstStyle/>
          <a:p>
            <a:pPr>
              <a:lnSpc>
                <a:spcPct val="200000"/>
              </a:lnSpc>
            </a:pPr>
            <a:r>
              <a:rPr lang="en-US" b="1">
                <a:ea typeface="+mn-lt"/>
                <a:cs typeface="+mn-lt"/>
              </a:rPr>
              <a:t>AUC = 0.85</a:t>
            </a:r>
            <a:r>
              <a:rPr lang="en-US">
                <a:ea typeface="+mn-lt"/>
                <a:cs typeface="+mn-lt"/>
              </a:rPr>
              <a:t> (95% CI: 0.83–0.88)</a:t>
            </a:r>
            <a:endParaRPr lang="en-US"/>
          </a:p>
          <a:p>
            <a:pPr>
              <a:lnSpc>
                <a:spcPct val="200000"/>
              </a:lnSpc>
            </a:pPr>
            <a:r>
              <a:rPr lang="en-US">
                <a:ea typeface="+mn-lt"/>
                <a:cs typeface="+mn-lt"/>
              </a:rPr>
              <a:t>Indicates </a:t>
            </a:r>
            <a:r>
              <a:rPr lang="en-US" b="1">
                <a:ea typeface="+mn-lt"/>
                <a:cs typeface="+mn-lt"/>
              </a:rPr>
              <a:t>good ability to rank patients by risk</a:t>
            </a:r>
            <a:endParaRPr lang="en-US"/>
          </a:p>
          <a:p>
            <a:pPr>
              <a:lnSpc>
                <a:spcPct val="200000"/>
              </a:lnSpc>
            </a:pPr>
            <a:r>
              <a:rPr lang="en-US">
                <a:ea typeface="+mn-lt"/>
                <a:cs typeface="+mn-lt"/>
              </a:rPr>
              <a:t>Consistent separation between classes</a:t>
            </a:r>
            <a:endParaRPr lang="en-US"/>
          </a:p>
          <a:p>
            <a:pPr>
              <a:lnSpc>
                <a:spcPct val="200000"/>
              </a:lnSpc>
            </a:pPr>
            <a:endParaRPr lang="en-US"/>
          </a:p>
          <a:p>
            <a:endParaRPr lang="en-US"/>
          </a:p>
        </p:txBody>
      </p:sp>
      <p:pic>
        <p:nvPicPr>
          <p:cNvPr id="4" name="Picture 3" descr="A graph of a curve&#10;&#10;AI-generated content may be incorrect.">
            <a:extLst>
              <a:ext uri="{FF2B5EF4-FFF2-40B4-BE49-F238E27FC236}">
                <a16:creationId xmlns:a16="http://schemas.microsoft.com/office/drawing/2014/main" id="{2AE1AF03-A942-787E-20DA-39A6EC57DC7C}"/>
              </a:ext>
            </a:extLst>
          </p:cNvPr>
          <p:cNvPicPr>
            <a:picLocks noChangeAspect="1"/>
          </p:cNvPicPr>
          <p:nvPr/>
        </p:nvPicPr>
        <p:blipFill>
          <a:blip r:embed="rId2"/>
          <a:stretch>
            <a:fillRect/>
          </a:stretch>
        </p:blipFill>
        <p:spPr>
          <a:xfrm>
            <a:off x="6096692" y="1746531"/>
            <a:ext cx="6128333" cy="4700124"/>
          </a:xfrm>
          <a:prstGeom prst="rect">
            <a:avLst/>
          </a:prstGeom>
        </p:spPr>
      </p:pic>
    </p:spTree>
    <p:extLst>
      <p:ext uri="{BB962C8B-B14F-4D97-AF65-F5344CB8AC3E}">
        <p14:creationId xmlns:p14="http://schemas.microsoft.com/office/powerpoint/2010/main" val="931878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21AAC-280C-72E2-AF3D-06534DDA552D}"/>
              </a:ext>
            </a:extLst>
          </p:cNvPr>
          <p:cNvSpPr>
            <a:spLocks noGrp="1"/>
          </p:cNvSpPr>
          <p:nvPr>
            <p:ph type="title"/>
          </p:nvPr>
        </p:nvSpPr>
        <p:spPr/>
        <p:txBody>
          <a:bodyPr/>
          <a:lstStyle/>
          <a:p>
            <a:r>
              <a:rPr lang="en-US" b="0">
                <a:ea typeface="+mj-lt"/>
                <a:cs typeface="+mj-lt"/>
              </a:rPr>
              <a:t>Threshold Performance</a:t>
            </a:r>
            <a:endParaRPr lang="en-US"/>
          </a:p>
        </p:txBody>
      </p:sp>
      <p:sp>
        <p:nvSpPr>
          <p:cNvPr id="3" name="Content Placeholder 2">
            <a:extLst>
              <a:ext uri="{FF2B5EF4-FFF2-40B4-BE49-F238E27FC236}">
                <a16:creationId xmlns:a16="http://schemas.microsoft.com/office/drawing/2014/main" id="{D8F1370B-1ABE-D14D-49D1-65DFF3616846}"/>
              </a:ext>
            </a:extLst>
          </p:cNvPr>
          <p:cNvSpPr>
            <a:spLocks noGrp="1"/>
          </p:cNvSpPr>
          <p:nvPr>
            <p:ph idx="1"/>
          </p:nvPr>
        </p:nvSpPr>
        <p:spPr>
          <a:xfrm>
            <a:off x="500684" y="1988917"/>
            <a:ext cx="3683155" cy="4566628"/>
          </a:xfrm>
        </p:spPr>
        <p:txBody>
          <a:bodyPr vert="horz" lIns="91440" tIns="45720" rIns="91440" bIns="45720" rtlCol="0" anchor="t">
            <a:noAutofit/>
          </a:bodyPr>
          <a:lstStyle/>
          <a:p>
            <a:pPr>
              <a:lnSpc>
                <a:spcPct val="150000"/>
              </a:lnSpc>
            </a:pPr>
            <a:r>
              <a:rPr lang="en-US">
                <a:ea typeface="+mn-lt"/>
                <a:cs typeface="+mn-lt"/>
              </a:rPr>
              <a:t>Threshold sweep from 0 to 1</a:t>
            </a:r>
          </a:p>
          <a:p>
            <a:pPr>
              <a:lnSpc>
                <a:spcPct val="150000"/>
              </a:lnSpc>
            </a:pPr>
            <a:r>
              <a:rPr lang="en-US">
                <a:ea typeface="+mn-lt"/>
                <a:cs typeface="+mn-lt"/>
              </a:rPr>
              <a:t>Sensitivity falls as the threshold increases</a:t>
            </a:r>
            <a:endParaRPr lang="en-US"/>
          </a:p>
          <a:p>
            <a:pPr>
              <a:lnSpc>
                <a:spcPct val="150000"/>
              </a:lnSpc>
            </a:pPr>
            <a:r>
              <a:rPr lang="en-US">
                <a:ea typeface="+mn-lt"/>
                <a:cs typeface="+mn-lt"/>
              </a:rPr>
              <a:t>Specificity rises as the threshold increases</a:t>
            </a:r>
          </a:p>
          <a:p>
            <a:pPr>
              <a:lnSpc>
                <a:spcPct val="150000"/>
              </a:lnSpc>
            </a:pPr>
            <a:r>
              <a:rPr lang="en-US">
                <a:ea typeface="+mn-lt"/>
                <a:cs typeface="+mn-lt"/>
              </a:rPr>
              <a:t>No single cutoff is ideal because of class overlap</a:t>
            </a:r>
          </a:p>
          <a:p>
            <a:pPr>
              <a:lnSpc>
                <a:spcPct val="150000"/>
              </a:lnSpc>
            </a:pPr>
            <a:r>
              <a:rPr lang="en-US">
                <a:ea typeface="+mn-lt"/>
                <a:cs typeface="+mn-lt"/>
              </a:rPr>
              <a:t>Choice of threshold depends on clinical priority</a:t>
            </a:r>
          </a:p>
          <a:p>
            <a:endParaRPr lang="en-US"/>
          </a:p>
        </p:txBody>
      </p:sp>
      <p:pic>
        <p:nvPicPr>
          <p:cNvPr id="4" name="Picture 3">
            <a:extLst>
              <a:ext uri="{FF2B5EF4-FFF2-40B4-BE49-F238E27FC236}">
                <a16:creationId xmlns:a16="http://schemas.microsoft.com/office/drawing/2014/main" id="{7EC26255-866B-C33A-B1DF-08F20D949354}"/>
              </a:ext>
            </a:extLst>
          </p:cNvPr>
          <p:cNvPicPr>
            <a:picLocks noChangeAspect="1"/>
          </p:cNvPicPr>
          <p:nvPr/>
        </p:nvPicPr>
        <p:blipFill>
          <a:blip r:embed="rId2"/>
          <a:stretch>
            <a:fillRect/>
          </a:stretch>
        </p:blipFill>
        <p:spPr>
          <a:xfrm>
            <a:off x="4164056" y="1986829"/>
            <a:ext cx="8029820" cy="4570066"/>
          </a:xfrm>
          <a:prstGeom prst="rect">
            <a:avLst/>
          </a:prstGeom>
        </p:spPr>
      </p:pic>
    </p:spTree>
    <p:extLst>
      <p:ext uri="{BB962C8B-B14F-4D97-AF65-F5344CB8AC3E}">
        <p14:creationId xmlns:p14="http://schemas.microsoft.com/office/powerpoint/2010/main" val="3667771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4351-B125-6574-5413-8CD63F7A1BDD}"/>
              </a:ext>
            </a:extLst>
          </p:cNvPr>
          <p:cNvSpPr>
            <a:spLocks noGrp="1"/>
          </p:cNvSpPr>
          <p:nvPr>
            <p:ph type="title"/>
          </p:nvPr>
        </p:nvSpPr>
        <p:spPr/>
        <p:txBody>
          <a:bodyPr/>
          <a:lstStyle/>
          <a:p>
            <a:r>
              <a:rPr lang="en-US" b="0"/>
              <a:t>Threshold Performance</a:t>
            </a:r>
            <a:endParaRPr lang="en-US"/>
          </a:p>
        </p:txBody>
      </p:sp>
      <p:graphicFrame>
        <p:nvGraphicFramePr>
          <p:cNvPr id="6" name="Table 5">
            <a:extLst>
              <a:ext uri="{FF2B5EF4-FFF2-40B4-BE49-F238E27FC236}">
                <a16:creationId xmlns:a16="http://schemas.microsoft.com/office/drawing/2014/main" id="{4BDAD21A-214E-49B3-93C5-C3C89D9EEDE5}"/>
              </a:ext>
            </a:extLst>
          </p:cNvPr>
          <p:cNvGraphicFramePr>
            <a:graphicFrameLocks noGrp="1"/>
          </p:cNvGraphicFramePr>
          <p:nvPr>
            <p:extLst>
              <p:ext uri="{D42A27DB-BD31-4B8C-83A1-F6EECF244321}">
                <p14:modId xmlns:p14="http://schemas.microsoft.com/office/powerpoint/2010/main" val="1850581069"/>
              </p:ext>
            </p:extLst>
          </p:nvPr>
        </p:nvGraphicFramePr>
        <p:xfrm>
          <a:off x="609600" y="1875182"/>
          <a:ext cx="11092048" cy="4996000"/>
        </p:xfrm>
        <a:graphic>
          <a:graphicData uri="http://schemas.openxmlformats.org/drawingml/2006/table">
            <a:tbl>
              <a:tblPr bandRow="1">
                <a:tableStyleId>{5C22544A-7EE6-4342-B048-85BDC9FD1C3A}</a:tableStyleId>
              </a:tblPr>
              <a:tblGrid>
                <a:gridCol w="2773012">
                  <a:extLst>
                    <a:ext uri="{9D8B030D-6E8A-4147-A177-3AD203B41FA5}">
                      <a16:colId xmlns:a16="http://schemas.microsoft.com/office/drawing/2014/main" val="2866509327"/>
                    </a:ext>
                  </a:extLst>
                </a:gridCol>
                <a:gridCol w="2773012">
                  <a:extLst>
                    <a:ext uri="{9D8B030D-6E8A-4147-A177-3AD203B41FA5}">
                      <a16:colId xmlns:a16="http://schemas.microsoft.com/office/drawing/2014/main" val="2687747910"/>
                    </a:ext>
                  </a:extLst>
                </a:gridCol>
                <a:gridCol w="2773012">
                  <a:extLst>
                    <a:ext uri="{9D8B030D-6E8A-4147-A177-3AD203B41FA5}">
                      <a16:colId xmlns:a16="http://schemas.microsoft.com/office/drawing/2014/main" val="398357226"/>
                    </a:ext>
                  </a:extLst>
                </a:gridCol>
                <a:gridCol w="2773012">
                  <a:extLst>
                    <a:ext uri="{9D8B030D-6E8A-4147-A177-3AD203B41FA5}">
                      <a16:colId xmlns:a16="http://schemas.microsoft.com/office/drawing/2014/main" val="817458165"/>
                    </a:ext>
                  </a:extLst>
                </a:gridCol>
              </a:tblGrid>
              <a:tr h="522370">
                <a:tc>
                  <a:txBody>
                    <a:bodyPr/>
                    <a:lstStyle/>
                    <a:p>
                      <a:pPr>
                        <a:buNone/>
                      </a:pPr>
                      <a:r>
                        <a:rPr lang="en-US"/>
                        <a:t>Threshold</a:t>
                      </a:r>
                    </a:p>
                  </a:txBody>
                  <a:tcPr anchor="ctr">
                    <a:lnL>
                      <a:noFill/>
                    </a:lnL>
                    <a:lnR>
                      <a:noFill/>
                    </a:lnR>
                    <a:lnT>
                      <a:noFill/>
                    </a:lnT>
                    <a:lnB>
                      <a:noFill/>
                    </a:lnB>
                    <a:noFill/>
                  </a:tcPr>
                </a:tc>
                <a:tc>
                  <a:txBody>
                    <a:bodyPr/>
                    <a:lstStyle/>
                    <a:p>
                      <a:pPr>
                        <a:buNone/>
                      </a:pPr>
                      <a:r>
                        <a:rPr lang="en-US"/>
                        <a:t>Sens</a:t>
                      </a:r>
                    </a:p>
                  </a:txBody>
                  <a:tcPr anchor="ctr">
                    <a:lnL>
                      <a:noFill/>
                    </a:lnL>
                    <a:lnR>
                      <a:noFill/>
                    </a:lnR>
                    <a:lnT>
                      <a:noFill/>
                    </a:lnT>
                    <a:lnB>
                      <a:noFill/>
                    </a:lnB>
                    <a:noFill/>
                  </a:tcPr>
                </a:tc>
                <a:tc>
                  <a:txBody>
                    <a:bodyPr/>
                    <a:lstStyle/>
                    <a:p>
                      <a:pPr>
                        <a:buNone/>
                      </a:pPr>
                      <a:r>
                        <a:rPr lang="en-US"/>
                        <a:t>Spec</a:t>
                      </a:r>
                    </a:p>
                  </a:txBody>
                  <a:tcPr anchor="ctr">
                    <a:lnL>
                      <a:noFill/>
                    </a:lnL>
                    <a:lnR>
                      <a:noFill/>
                    </a:lnR>
                    <a:lnT>
                      <a:noFill/>
                    </a:lnT>
                    <a:lnB>
                      <a:noFill/>
                    </a:lnB>
                    <a:noFill/>
                  </a:tcPr>
                </a:tc>
                <a:tc>
                  <a:txBody>
                    <a:bodyPr/>
                    <a:lstStyle/>
                    <a:p>
                      <a:pPr>
                        <a:buNone/>
                      </a:pPr>
                      <a:r>
                        <a:rPr lang="en-US"/>
                        <a:t>Notes</a:t>
                      </a:r>
                    </a:p>
                  </a:txBody>
                  <a:tcPr anchor="ctr">
                    <a:lnL>
                      <a:noFill/>
                    </a:lnL>
                    <a:lnR>
                      <a:noFill/>
                    </a:lnR>
                    <a:lnT>
                      <a:noFill/>
                    </a:lnT>
                    <a:lnB>
                      <a:noFill/>
                    </a:lnB>
                    <a:noFill/>
                  </a:tcPr>
                </a:tc>
                <a:extLst>
                  <a:ext uri="{0D108BD9-81ED-4DB2-BD59-A6C34878D82A}">
                    <a16:rowId xmlns:a16="http://schemas.microsoft.com/office/drawing/2014/main" val="3479359589"/>
                  </a:ext>
                </a:extLst>
              </a:tr>
              <a:tr h="1312622">
                <a:tc>
                  <a:txBody>
                    <a:bodyPr/>
                    <a:lstStyle/>
                    <a:p>
                      <a:pPr>
                        <a:buNone/>
                      </a:pPr>
                      <a:r>
                        <a:rPr lang="en-US" b="1"/>
                        <a:t>0.5 (default)</a:t>
                      </a:r>
                      <a:endParaRPr lang="en-US"/>
                    </a:p>
                  </a:txBody>
                  <a:tcPr anchor="ctr">
                    <a:lnL>
                      <a:noFill/>
                    </a:lnL>
                    <a:lnR>
                      <a:noFill/>
                    </a:lnR>
                    <a:lnT>
                      <a:noFill/>
                    </a:lnT>
                    <a:lnB>
                      <a:noFill/>
                    </a:lnB>
                    <a:noFill/>
                  </a:tcPr>
                </a:tc>
                <a:tc>
                  <a:txBody>
                    <a:bodyPr/>
                    <a:lstStyle/>
                    <a:p>
                      <a:pPr>
                        <a:buNone/>
                      </a:pPr>
                      <a:r>
                        <a:rPr lang="en-US"/>
                        <a:t>0.95</a:t>
                      </a:r>
                    </a:p>
                  </a:txBody>
                  <a:tcPr anchor="ctr">
                    <a:lnL>
                      <a:noFill/>
                    </a:lnL>
                    <a:lnR>
                      <a:noFill/>
                    </a:lnR>
                    <a:lnT>
                      <a:noFill/>
                    </a:lnT>
                    <a:lnB>
                      <a:noFill/>
                    </a:lnB>
                    <a:noFill/>
                  </a:tcPr>
                </a:tc>
                <a:tc>
                  <a:txBody>
                    <a:bodyPr/>
                    <a:lstStyle/>
                    <a:p>
                      <a:pPr>
                        <a:buNone/>
                      </a:pPr>
                      <a:r>
                        <a:rPr lang="en-US"/>
                        <a:t>0.51</a:t>
                      </a:r>
                    </a:p>
                  </a:txBody>
                  <a:tcPr anchor="ctr">
                    <a:lnL>
                      <a:noFill/>
                    </a:lnL>
                    <a:lnR>
                      <a:noFill/>
                    </a:lnR>
                    <a:lnT>
                      <a:noFill/>
                    </a:lnT>
                    <a:lnB>
                      <a:noFill/>
                    </a:lnB>
                    <a:noFill/>
                  </a:tcPr>
                </a:tc>
                <a:tc>
                  <a:txBody>
                    <a:bodyPr/>
                    <a:lstStyle/>
                    <a:p>
                      <a:pPr>
                        <a:buNone/>
                      </a:pPr>
                      <a:r>
                        <a:rPr lang="en-US"/>
                        <a:t>High sensitivity, moderate NPV → suitable for screening</a:t>
                      </a:r>
                    </a:p>
                  </a:txBody>
                  <a:tcPr anchor="ctr">
                    <a:lnL>
                      <a:noFill/>
                    </a:lnL>
                    <a:lnR>
                      <a:noFill/>
                    </a:lnR>
                    <a:lnT>
                      <a:noFill/>
                    </a:lnT>
                    <a:lnB>
                      <a:noFill/>
                    </a:lnB>
                    <a:noFill/>
                  </a:tcPr>
                </a:tc>
                <a:extLst>
                  <a:ext uri="{0D108BD9-81ED-4DB2-BD59-A6C34878D82A}">
                    <a16:rowId xmlns:a16="http://schemas.microsoft.com/office/drawing/2014/main" val="1967957410"/>
                  </a:ext>
                </a:extLst>
              </a:tr>
              <a:tr h="1312622">
                <a:tc>
                  <a:txBody>
                    <a:bodyPr/>
                    <a:lstStyle/>
                    <a:p>
                      <a:pPr>
                        <a:buNone/>
                      </a:pPr>
                      <a:r>
                        <a:rPr lang="en-US" b="1"/>
                        <a:t>0.49 (high-</a:t>
                      </a:r>
                      <a:r>
                        <a:rPr lang="en-US" b="1" err="1"/>
                        <a:t>sens</a:t>
                      </a:r>
                      <a:r>
                        <a:rPr lang="en-US" b="1"/>
                        <a:t> target)</a:t>
                      </a:r>
                    </a:p>
                  </a:txBody>
                  <a:tcPr anchor="ctr">
                    <a:lnL>
                      <a:noFill/>
                    </a:lnL>
                    <a:lnR>
                      <a:noFill/>
                    </a:lnR>
                    <a:lnT>
                      <a:noFill/>
                    </a:lnT>
                    <a:lnB>
                      <a:noFill/>
                    </a:lnB>
                    <a:solidFill>
                      <a:srgbClr val="92D050"/>
                    </a:solidFill>
                  </a:tcPr>
                </a:tc>
                <a:tc>
                  <a:txBody>
                    <a:bodyPr/>
                    <a:lstStyle/>
                    <a:p>
                      <a:pPr>
                        <a:buNone/>
                      </a:pPr>
                      <a:r>
                        <a:rPr lang="en-US" b="1"/>
                        <a:t>0.95</a:t>
                      </a:r>
                    </a:p>
                  </a:txBody>
                  <a:tcPr anchor="ctr">
                    <a:lnL>
                      <a:noFill/>
                    </a:lnL>
                    <a:lnR>
                      <a:noFill/>
                    </a:lnR>
                    <a:lnT>
                      <a:noFill/>
                    </a:lnT>
                    <a:lnB>
                      <a:noFill/>
                    </a:lnB>
                    <a:solidFill>
                      <a:srgbClr val="92D050"/>
                    </a:solidFill>
                  </a:tcPr>
                </a:tc>
                <a:tc>
                  <a:txBody>
                    <a:bodyPr/>
                    <a:lstStyle/>
                    <a:p>
                      <a:pPr>
                        <a:buNone/>
                      </a:pPr>
                      <a:r>
                        <a:rPr lang="en-US" b="1"/>
                        <a:t>0.48</a:t>
                      </a:r>
                    </a:p>
                  </a:txBody>
                  <a:tcPr anchor="ctr">
                    <a:lnL>
                      <a:noFill/>
                    </a:lnL>
                    <a:lnR>
                      <a:noFill/>
                    </a:lnR>
                    <a:lnT>
                      <a:noFill/>
                    </a:lnT>
                    <a:lnB>
                      <a:noFill/>
                    </a:lnB>
                    <a:solidFill>
                      <a:srgbClr val="92D050"/>
                    </a:solidFill>
                  </a:tcPr>
                </a:tc>
                <a:tc>
                  <a:txBody>
                    <a:bodyPr/>
                    <a:lstStyle/>
                    <a:p>
                      <a:pPr>
                        <a:buNone/>
                      </a:pPr>
                      <a:r>
                        <a:rPr lang="en-US" b="1"/>
                        <a:t>Captures almost all cancers; more false positives</a:t>
                      </a:r>
                    </a:p>
                  </a:txBody>
                  <a:tcPr anchor="ctr">
                    <a:lnL>
                      <a:noFill/>
                    </a:lnL>
                    <a:lnR>
                      <a:noFill/>
                    </a:lnR>
                    <a:lnT>
                      <a:noFill/>
                    </a:lnT>
                    <a:lnB>
                      <a:noFill/>
                    </a:lnB>
                    <a:solidFill>
                      <a:srgbClr val="92D050"/>
                    </a:solidFill>
                  </a:tcPr>
                </a:tc>
                <a:extLst>
                  <a:ext uri="{0D108BD9-81ED-4DB2-BD59-A6C34878D82A}">
                    <a16:rowId xmlns:a16="http://schemas.microsoft.com/office/drawing/2014/main" val="3691022353"/>
                  </a:ext>
                </a:extLst>
              </a:tr>
              <a:tr h="924193">
                <a:tc>
                  <a:txBody>
                    <a:bodyPr/>
                    <a:lstStyle/>
                    <a:p>
                      <a:pPr>
                        <a:buNone/>
                      </a:pPr>
                      <a:r>
                        <a:rPr lang="en-US" b="1"/>
                        <a:t>0.6 (Youden)</a:t>
                      </a:r>
                      <a:endParaRPr lang="en-US"/>
                    </a:p>
                  </a:txBody>
                  <a:tcPr anchor="ctr">
                    <a:lnL>
                      <a:noFill/>
                    </a:lnL>
                    <a:lnR>
                      <a:noFill/>
                    </a:lnR>
                    <a:lnT>
                      <a:noFill/>
                    </a:lnT>
                    <a:lnB>
                      <a:noFill/>
                    </a:lnB>
                    <a:noFill/>
                  </a:tcPr>
                </a:tc>
                <a:tc>
                  <a:txBody>
                    <a:bodyPr/>
                    <a:lstStyle/>
                    <a:p>
                      <a:pPr>
                        <a:buNone/>
                      </a:pPr>
                      <a:r>
                        <a:rPr lang="en-US"/>
                        <a:t>0.82</a:t>
                      </a:r>
                    </a:p>
                  </a:txBody>
                  <a:tcPr anchor="ctr">
                    <a:lnL>
                      <a:noFill/>
                    </a:lnL>
                    <a:lnR>
                      <a:noFill/>
                    </a:lnR>
                    <a:lnT>
                      <a:noFill/>
                    </a:lnT>
                    <a:lnB>
                      <a:noFill/>
                    </a:lnB>
                    <a:noFill/>
                  </a:tcPr>
                </a:tc>
                <a:tc>
                  <a:txBody>
                    <a:bodyPr/>
                    <a:lstStyle/>
                    <a:p>
                      <a:pPr>
                        <a:buNone/>
                      </a:pPr>
                      <a:r>
                        <a:rPr lang="en-US"/>
                        <a:t>0.74</a:t>
                      </a:r>
                    </a:p>
                  </a:txBody>
                  <a:tcPr anchor="ctr">
                    <a:lnL>
                      <a:noFill/>
                    </a:lnL>
                    <a:lnR>
                      <a:noFill/>
                    </a:lnR>
                    <a:lnT>
                      <a:noFill/>
                    </a:lnT>
                    <a:lnB>
                      <a:noFill/>
                    </a:lnB>
                    <a:noFill/>
                  </a:tcPr>
                </a:tc>
                <a:tc>
                  <a:txBody>
                    <a:bodyPr/>
                    <a:lstStyle/>
                    <a:p>
                      <a:pPr>
                        <a:buNone/>
                      </a:pPr>
                      <a:r>
                        <a:rPr lang="en-US"/>
                        <a:t>Best balance, but </a:t>
                      </a:r>
                      <a:r>
                        <a:rPr lang="en-US" b="1"/>
                        <a:t>misses more cancers</a:t>
                      </a:r>
                      <a:endParaRPr lang="en-US"/>
                    </a:p>
                  </a:txBody>
                  <a:tcPr anchor="ctr">
                    <a:lnL>
                      <a:noFill/>
                    </a:lnL>
                    <a:lnR>
                      <a:noFill/>
                    </a:lnR>
                    <a:lnT>
                      <a:noFill/>
                    </a:lnT>
                    <a:lnB>
                      <a:noFill/>
                    </a:lnB>
                    <a:noFill/>
                  </a:tcPr>
                </a:tc>
                <a:extLst>
                  <a:ext uri="{0D108BD9-81ED-4DB2-BD59-A6C34878D82A}">
                    <a16:rowId xmlns:a16="http://schemas.microsoft.com/office/drawing/2014/main" val="3937135946"/>
                  </a:ext>
                </a:extLst>
              </a:tr>
              <a:tr h="924193">
                <a:tc>
                  <a:txBody>
                    <a:bodyPr/>
                    <a:lstStyle/>
                    <a:p>
                      <a:pPr>
                        <a:buNone/>
                      </a:pPr>
                      <a:r>
                        <a:rPr lang="en-US" b="1"/>
                        <a:t>0.71 (high-spec)</a:t>
                      </a:r>
                      <a:endParaRPr lang="en-US"/>
                    </a:p>
                  </a:txBody>
                  <a:tcPr anchor="ctr">
                    <a:lnL>
                      <a:noFill/>
                    </a:lnL>
                    <a:lnR>
                      <a:noFill/>
                    </a:lnR>
                    <a:lnT>
                      <a:noFill/>
                    </a:lnT>
                    <a:lnB>
                      <a:noFill/>
                    </a:lnB>
                    <a:noFill/>
                  </a:tcPr>
                </a:tc>
                <a:tc>
                  <a:txBody>
                    <a:bodyPr/>
                    <a:lstStyle/>
                    <a:p>
                      <a:pPr>
                        <a:buNone/>
                      </a:pPr>
                      <a:r>
                        <a:rPr lang="en-US"/>
                        <a:t>0.56</a:t>
                      </a:r>
                    </a:p>
                  </a:txBody>
                  <a:tcPr anchor="ctr">
                    <a:lnL>
                      <a:noFill/>
                    </a:lnL>
                    <a:lnR>
                      <a:noFill/>
                    </a:lnR>
                    <a:lnT>
                      <a:noFill/>
                    </a:lnT>
                    <a:lnB>
                      <a:noFill/>
                    </a:lnB>
                    <a:noFill/>
                  </a:tcPr>
                </a:tc>
                <a:tc>
                  <a:txBody>
                    <a:bodyPr/>
                    <a:lstStyle/>
                    <a:p>
                      <a:pPr>
                        <a:buNone/>
                      </a:pPr>
                      <a:r>
                        <a:rPr lang="en-US"/>
                        <a:t>0.90</a:t>
                      </a:r>
                    </a:p>
                  </a:txBody>
                  <a:tcPr anchor="ctr">
                    <a:lnL>
                      <a:noFill/>
                    </a:lnL>
                    <a:lnR>
                      <a:noFill/>
                    </a:lnR>
                    <a:lnT>
                      <a:noFill/>
                    </a:lnT>
                    <a:lnB>
                      <a:noFill/>
                    </a:lnB>
                    <a:noFill/>
                  </a:tcPr>
                </a:tc>
                <a:tc>
                  <a:txBody>
                    <a:bodyPr/>
                    <a:lstStyle/>
                    <a:p>
                      <a:pPr>
                        <a:buNone/>
                      </a:pPr>
                      <a:r>
                        <a:rPr lang="en-US"/>
                        <a:t>Good at ruling-in, not for initial screening</a:t>
                      </a:r>
                    </a:p>
                  </a:txBody>
                  <a:tcPr anchor="ctr">
                    <a:lnL>
                      <a:noFill/>
                    </a:lnL>
                    <a:lnR>
                      <a:noFill/>
                    </a:lnR>
                    <a:lnT>
                      <a:noFill/>
                    </a:lnT>
                    <a:lnB>
                      <a:noFill/>
                    </a:lnB>
                    <a:noFill/>
                  </a:tcPr>
                </a:tc>
                <a:extLst>
                  <a:ext uri="{0D108BD9-81ED-4DB2-BD59-A6C34878D82A}">
                    <a16:rowId xmlns:a16="http://schemas.microsoft.com/office/drawing/2014/main" val="1770122813"/>
                  </a:ext>
                </a:extLst>
              </a:tr>
            </a:tbl>
          </a:graphicData>
        </a:graphic>
      </p:graphicFrame>
    </p:spTree>
    <p:extLst>
      <p:ext uri="{BB962C8B-B14F-4D97-AF65-F5344CB8AC3E}">
        <p14:creationId xmlns:p14="http://schemas.microsoft.com/office/powerpoint/2010/main" val="2694925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6AEA-8A86-8973-27EB-541F44A94C28}"/>
              </a:ext>
            </a:extLst>
          </p:cNvPr>
          <p:cNvSpPr>
            <a:spLocks noGrp="1"/>
          </p:cNvSpPr>
          <p:nvPr>
            <p:ph type="title"/>
          </p:nvPr>
        </p:nvSpPr>
        <p:spPr/>
        <p:txBody>
          <a:bodyPr/>
          <a:lstStyle/>
          <a:p>
            <a:r>
              <a:rPr lang="en-US" b="0">
                <a:ea typeface="+mj-lt"/>
                <a:cs typeface="+mj-lt"/>
              </a:rPr>
              <a:t>Calibration (Deciles)</a:t>
            </a:r>
            <a:endParaRPr lang="en-US"/>
          </a:p>
        </p:txBody>
      </p:sp>
      <p:pic>
        <p:nvPicPr>
          <p:cNvPr id="4" name="Content Placeholder 3" descr="A graph with a line and a line&#10;&#10;AI-generated content may be incorrect.">
            <a:extLst>
              <a:ext uri="{FF2B5EF4-FFF2-40B4-BE49-F238E27FC236}">
                <a16:creationId xmlns:a16="http://schemas.microsoft.com/office/drawing/2014/main" id="{9788EFA6-F405-C74F-EC2B-0F47C5A97E33}"/>
              </a:ext>
            </a:extLst>
          </p:cNvPr>
          <p:cNvPicPr>
            <a:picLocks noGrp="1" noChangeAspect="1"/>
          </p:cNvPicPr>
          <p:nvPr>
            <p:ph idx="1"/>
          </p:nvPr>
        </p:nvPicPr>
        <p:blipFill>
          <a:blip r:embed="rId2"/>
          <a:srcRect l="18682" r="31097" b="-194"/>
          <a:stretch>
            <a:fillRect/>
          </a:stretch>
        </p:blipFill>
        <p:spPr>
          <a:xfrm>
            <a:off x="6464391" y="294931"/>
            <a:ext cx="5513149" cy="6267655"/>
          </a:xfrm>
          <a:prstGeom prst="rect">
            <a:avLst/>
          </a:prstGeom>
        </p:spPr>
      </p:pic>
      <p:sp>
        <p:nvSpPr>
          <p:cNvPr id="5" name="Rectangle 4">
            <a:extLst>
              <a:ext uri="{FF2B5EF4-FFF2-40B4-BE49-F238E27FC236}">
                <a16:creationId xmlns:a16="http://schemas.microsoft.com/office/drawing/2014/main" id="{44080569-2A4F-65BD-B56F-2D296A2DBB91}"/>
              </a:ext>
            </a:extLst>
          </p:cNvPr>
          <p:cNvSpPr/>
          <p:nvPr/>
        </p:nvSpPr>
        <p:spPr>
          <a:xfrm>
            <a:off x="11131826" y="29718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738F946-6565-192F-306C-7509A1922888}"/>
              </a:ext>
            </a:extLst>
          </p:cNvPr>
          <p:cNvSpPr txBox="1"/>
          <p:nvPr/>
        </p:nvSpPr>
        <p:spPr>
          <a:xfrm>
            <a:off x="602973" y="2014331"/>
            <a:ext cx="5664529" cy="54322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Hosmer–</a:t>
            </a:r>
            <a:r>
              <a:rPr lang="en-US" b="1" err="1">
                <a:ea typeface="+mn-lt"/>
                <a:cs typeface="+mn-lt"/>
              </a:rPr>
              <a:t>Lemeshow</a:t>
            </a:r>
            <a:r>
              <a:rPr lang="en-US" b="1">
                <a:ea typeface="+mn-lt"/>
                <a:cs typeface="+mn-lt"/>
              </a:rPr>
              <a:t> </a:t>
            </a:r>
            <a:endParaRPr lang="en-US">
              <a:ea typeface="+mn-lt"/>
              <a:cs typeface="+mn-lt"/>
            </a:endParaRPr>
          </a:p>
          <a:p>
            <a:r>
              <a:rPr lang="en-US" sz="1600">
                <a:ea typeface="+mn-lt"/>
                <a:cs typeface="+mn-lt"/>
              </a:rPr>
              <a:t>Shows the models ability to predict risks consistently</a:t>
            </a:r>
            <a:r>
              <a:rPr lang="en-US" b="1">
                <a:ea typeface="+mn-lt"/>
                <a:cs typeface="+mn-lt"/>
              </a:rPr>
              <a:t> </a:t>
            </a:r>
            <a:endParaRPr lang="en-US">
              <a:ea typeface="+mn-lt"/>
              <a:cs typeface="+mn-lt"/>
            </a:endParaRPr>
          </a:p>
          <a:p>
            <a:r>
              <a:rPr lang="en-US" b="1">
                <a:ea typeface="+mn-lt"/>
                <a:cs typeface="+mn-lt"/>
              </a:rPr>
              <a:t> </a:t>
            </a:r>
            <a:endParaRPr lang="en-US">
              <a:ea typeface="+mn-lt"/>
              <a:cs typeface="+mn-lt"/>
            </a:endParaRPr>
          </a:p>
          <a:p>
            <a:r>
              <a:rPr lang="en-US" b="1">
                <a:ea typeface="+mn-lt"/>
                <a:cs typeface="+mn-lt"/>
              </a:rPr>
              <a:t>p &lt; 0.001</a:t>
            </a:r>
            <a:r>
              <a:rPr lang="en-US">
                <a:ea typeface="+mn-lt"/>
                <a:cs typeface="+mn-lt"/>
              </a:rPr>
              <a:t> → evidence of miscalibration</a:t>
            </a:r>
            <a:endParaRPr lang="en-US"/>
          </a:p>
          <a:p>
            <a:endParaRPr lang="en-US">
              <a:ea typeface="+mn-lt"/>
              <a:cs typeface="+mn-lt"/>
            </a:endParaRPr>
          </a:p>
          <a:p>
            <a:endParaRPr lang="en-US">
              <a:ea typeface="+mn-lt"/>
              <a:cs typeface="+mn-lt"/>
            </a:endParaRPr>
          </a:p>
          <a:p>
            <a:r>
              <a:rPr lang="en-US" b="1">
                <a:ea typeface="+mn-lt"/>
                <a:cs typeface="+mn-lt"/>
              </a:rPr>
              <a:t>Low-risk groups</a:t>
            </a:r>
            <a:r>
              <a:rPr lang="en-US">
                <a:ea typeface="+mn-lt"/>
                <a:cs typeface="+mn-lt"/>
              </a:rPr>
              <a:t>:  model </a:t>
            </a:r>
            <a:r>
              <a:rPr lang="en-US" b="1">
                <a:ea typeface="+mn-lt"/>
                <a:cs typeface="+mn-lt"/>
              </a:rPr>
              <a:t>overestimates</a:t>
            </a:r>
            <a:r>
              <a:rPr lang="en-US">
                <a:ea typeface="+mn-lt"/>
                <a:cs typeface="+mn-lt"/>
              </a:rPr>
              <a:t> risk</a:t>
            </a:r>
          </a:p>
          <a:p>
            <a:r>
              <a:rPr lang="en-US" b="1">
                <a:ea typeface="+mn-lt"/>
                <a:cs typeface="+mn-lt"/>
              </a:rPr>
              <a:t>High-risk groups</a:t>
            </a:r>
            <a:r>
              <a:rPr lang="en-US">
                <a:ea typeface="+mn-lt"/>
                <a:cs typeface="+mn-lt"/>
              </a:rPr>
              <a:t>: predictions </a:t>
            </a:r>
            <a:r>
              <a:rPr lang="en-US" b="1">
                <a:ea typeface="+mn-lt"/>
                <a:cs typeface="+mn-lt"/>
              </a:rPr>
              <a:t>align well</a:t>
            </a:r>
            <a:r>
              <a:rPr lang="en-US">
                <a:ea typeface="+mn-lt"/>
                <a:cs typeface="+mn-lt"/>
              </a:rPr>
              <a:t> with observed rates</a:t>
            </a:r>
            <a:endParaRPr lang="en-US"/>
          </a:p>
          <a:p>
            <a:endParaRPr lang="en-US">
              <a:ea typeface="+mn-lt"/>
              <a:cs typeface="+mn-lt"/>
            </a:endParaRPr>
          </a:p>
          <a:p>
            <a:r>
              <a:rPr lang="en-US" b="1">
                <a:ea typeface="+mn-lt"/>
                <a:cs typeface="+mn-lt"/>
              </a:rPr>
              <a:t>Brier score </a:t>
            </a:r>
            <a:endParaRPr lang="en-US" sz="1600">
              <a:latin typeface="Figtree" panose="020F0502020204030204"/>
              <a:ea typeface="+mn-lt"/>
              <a:cs typeface="Arial"/>
            </a:endParaRPr>
          </a:p>
          <a:p>
            <a:r>
              <a:rPr lang="en-US" sz="1600">
                <a:latin typeface="Arial"/>
                <a:ea typeface="+mn-lt"/>
                <a:cs typeface="Arial"/>
              </a:rPr>
              <a:t>measure overall accuracy of probabilistic predictions of the model.</a:t>
            </a:r>
            <a:endParaRPr lang="en-US" sz="1600">
              <a:ea typeface="+mn-lt"/>
              <a:cs typeface="+mn-lt"/>
            </a:endParaRPr>
          </a:p>
          <a:p>
            <a:r>
              <a:rPr lang="en-US" b="1">
                <a:ea typeface="+mn-lt"/>
                <a:cs typeface="+mn-lt"/>
              </a:rPr>
              <a:t>0.18</a:t>
            </a:r>
            <a:r>
              <a:rPr lang="en-US">
                <a:ea typeface="+mn-lt"/>
                <a:cs typeface="+mn-lt"/>
              </a:rPr>
              <a:t> → moderate probability accuracy</a:t>
            </a:r>
            <a:endParaRPr lang="en-US"/>
          </a:p>
          <a:p>
            <a:endParaRPr lang="en-US">
              <a:ea typeface="+mn-lt"/>
              <a:cs typeface="+mn-lt"/>
            </a:endParaRPr>
          </a:p>
          <a:p>
            <a:r>
              <a:rPr lang="en-US" b="1">
                <a:ea typeface="+mn-lt"/>
                <a:cs typeface="+mn-lt"/>
              </a:rPr>
              <a:t>Overall</a:t>
            </a:r>
            <a:r>
              <a:rPr lang="en-US">
                <a:ea typeface="+mn-lt"/>
                <a:cs typeface="+mn-lt"/>
              </a:rPr>
              <a:t>: probabilities are </a:t>
            </a:r>
            <a:r>
              <a:rPr lang="en-US" b="1">
                <a:ea typeface="+mn-lt"/>
                <a:cs typeface="+mn-lt"/>
              </a:rPr>
              <a:t>not perfectly calibrated</a:t>
            </a:r>
            <a:endParaRPr lang="en-US"/>
          </a:p>
          <a:p>
            <a:pPr>
              <a:buFont typeface="Arial"/>
              <a:buChar char="•"/>
            </a:pPr>
            <a:endParaRPr lang="en-US" b="1"/>
          </a:p>
          <a:p>
            <a:pPr marL="285750" indent="-285750">
              <a:lnSpc>
                <a:spcPct val="150000"/>
              </a:lnSpc>
              <a:buFont typeface="Arial"/>
              <a:buChar char="•"/>
            </a:pPr>
            <a:endParaRPr lang="en-US"/>
          </a:p>
          <a:p>
            <a:pPr algn="l"/>
            <a:endParaRPr lang="en-US"/>
          </a:p>
        </p:txBody>
      </p:sp>
    </p:spTree>
    <p:extLst>
      <p:ext uri="{BB962C8B-B14F-4D97-AF65-F5344CB8AC3E}">
        <p14:creationId xmlns:p14="http://schemas.microsoft.com/office/powerpoint/2010/main" val="10377294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5D84-B209-FE2F-C901-D592C6D20A52}"/>
              </a:ext>
            </a:extLst>
          </p:cNvPr>
          <p:cNvSpPr>
            <a:spLocks noGrp="1"/>
          </p:cNvSpPr>
          <p:nvPr>
            <p:ph type="title"/>
          </p:nvPr>
        </p:nvSpPr>
        <p:spPr/>
        <p:txBody>
          <a:bodyPr/>
          <a:lstStyle/>
          <a:p>
            <a:r>
              <a:rPr lang="en-US" b="0">
                <a:ea typeface="+mj-lt"/>
                <a:cs typeface="+mj-lt"/>
              </a:rPr>
              <a:t>Calibration (Slope &amp; Intercept)</a:t>
            </a:r>
            <a:endParaRPr lang="en-US"/>
          </a:p>
        </p:txBody>
      </p:sp>
      <p:sp>
        <p:nvSpPr>
          <p:cNvPr id="3" name="Content Placeholder 2">
            <a:extLst>
              <a:ext uri="{FF2B5EF4-FFF2-40B4-BE49-F238E27FC236}">
                <a16:creationId xmlns:a16="http://schemas.microsoft.com/office/drawing/2014/main" id="{1C1B8B0B-92CE-2611-3B5E-6C60AFFC8B88}"/>
              </a:ext>
            </a:extLst>
          </p:cNvPr>
          <p:cNvSpPr>
            <a:spLocks noGrp="1"/>
          </p:cNvSpPr>
          <p:nvPr>
            <p:ph idx="1"/>
          </p:nvPr>
        </p:nvSpPr>
        <p:spPr>
          <a:xfrm>
            <a:off x="600075" y="1872344"/>
            <a:ext cx="5490612" cy="4453808"/>
          </a:xfrm>
        </p:spPr>
        <p:txBody>
          <a:bodyPr vert="horz" lIns="91440" tIns="45720" rIns="91440" bIns="45720" rtlCol="0" anchor="t">
            <a:noAutofit/>
          </a:bodyPr>
          <a:lstStyle/>
          <a:p>
            <a:pPr>
              <a:lnSpc>
                <a:spcPct val="150000"/>
              </a:lnSpc>
            </a:pPr>
            <a:r>
              <a:rPr lang="en-US">
                <a:ea typeface="+mn-lt"/>
                <a:cs typeface="+mn-lt"/>
              </a:rPr>
              <a:t>Intercept </a:t>
            </a:r>
            <a:r>
              <a:rPr lang="en-US" b="1">
                <a:ea typeface="+mn-lt"/>
                <a:cs typeface="+mn-lt"/>
              </a:rPr>
              <a:t>≈ –1.03</a:t>
            </a:r>
            <a:r>
              <a:rPr lang="en-US">
                <a:ea typeface="+mn-lt"/>
                <a:cs typeface="+mn-lt"/>
              </a:rPr>
              <a:t> → model </a:t>
            </a:r>
            <a:r>
              <a:rPr lang="en-US" b="1">
                <a:ea typeface="+mn-lt"/>
                <a:cs typeface="+mn-lt"/>
              </a:rPr>
              <a:t>overpredicts</a:t>
            </a:r>
            <a:r>
              <a:rPr lang="en-US">
                <a:ea typeface="+mn-lt"/>
                <a:cs typeface="+mn-lt"/>
              </a:rPr>
              <a:t> risk overall</a:t>
            </a:r>
            <a:endParaRPr lang="en-US"/>
          </a:p>
          <a:p>
            <a:pPr>
              <a:lnSpc>
                <a:spcPct val="150000"/>
              </a:lnSpc>
            </a:pPr>
            <a:r>
              <a:rPr lang="en-US">
                <a:ea typeface="+mn-lt"/>
                <a:cs typeface="+mn-lt"/>
              </a:rPr>
              <a:t>Slope </a:t>
            </a:r>
            <a:r>
              <a:rPr lang="en-US" b="1">
                <a:ea typeface="+mn-lt"/>
                <a:cs typeface="+mn-lt"/>
              </a:rPr>
              <a:t>≈ 2.06</a:t>
            </a:r>
            <a:r>
              <a:rPr lang="en-US">
                <a:ea typeface="+mn-lt"/>
                <a:cs typeface="+mn-lt"/>
              </a:rPr>
              <a:t> → probability curve </a:t>
            </a:r>
            <a:r>
              <a:rPr lang="en-US" b="1">
                <a:ea typeface="+mn-lt"/>
                <a:cs typeface="+mn-lt"/>
              </a:rPr>
              <a:t>too steep</a:t>
            </a:r>
            <a:endParaRPr lang="en-US">
              <a:ea typeface="+mn-lt"/>
              <a:cs typeface="+mn-lt"/>
            </a:endParaRPr>
          </a:p>
          <a:p>
            <a:pPr>
              <a:lnSpc>
                <a:spcPct val="150000"/>
              </a:lnSpc>
            </a:pPr>
            <a:r>
              <a:rPr lang="en-US">
                <a:ea typeface="+mn-lt"/>
                <a:cs typeface="+mn-lt"/>
              </a:rPr>
              <a:t>Deviation from 45° line → predicted probabilities </a:t>
            </a:r>
            <a:r>
              <a:rPr lang="en-US" b="1">
                <a:ea typeface="+mn-lt"/>
                <a:cs typeface="+mn-lt"/>
              </a:rPr>
              <a:t>need recalibration</a:t>
            </a:r>
            <a:endParaRPr lang="en-US">
              <a:ea typeface="+mn-lt"/>
              <a:cs typeface="+mn-lt"/>
            </a:endParaRPr>
          </a:p>
          <a:p>
            <a:endParaRPr lang="en-US"/>
          </a:p>
        </p:txBody>
      </p:sp>
      <p:pic>
        <p:nvPicPr>
          <p:cNvPr id="4" name="Picture 3" descr="A graph with a line and a red line&#10;&#10;AI-generated content may be incorrect.">
            <a:extLst>
              <a:ext uri="{FF2B5EF4-FFF2-40B4-BE49-F238E27FC236}">
                <a16:creationId xmlns:a16="http://schemas.microsoft.com/office/drawing/2014/main" id="{CCB3CD62-6060-009F-B7D0-EC66C6469EF9}"/>
              </a:ext>
            </a:extLst>
          </p:cNvPr>
          <p:cNvPicPr>
            <a:picLocks noChangeAspect="1"/>
          </p:cNvPicPr>
          <p:nvPr/>
        </p:nvPicPr>
        <p:blipFill>
          <a:blip r:embed="rId2"/>
          <a:stretch>
            <a:fillRect/>
          </a:stretch>
        </p:blipFill>
        <p:spPr>
          <a:xfrm>
            <a:off x="6392964" y="1875183"/>
            <a:ext cx="5641220" cy="4896679"/>
          </a:xfrm>
          <a:prstGeom prst="rect">
            <a:avLst/>
          </a:prstGeom>
        </p:spPr>
      </p:pic>
    </p:spTree>
    <p:extLst>
      <p:ext uri="{BB962C8B-B14F-4D97-AF65-F5344CB8AC3E}">
        <p14:creationId xmlns:p14="http://schemas.microsoft.com/office/powerpoint/2010/main" val="178236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4BE4-39C3-1209-94AE-864DEDBF1A80}"/>
              </a:ext>
            </a:extLst>
          </p:cNvPr>
          <p:cNvSpPr>
            <a:spLocks noGrp="1"/>
          </p:cNvSpPr>
          <p:nvPr>
            <p:ph type="title"/>
          </p:nvPr>
        </p:nvSpPr>
        <p:spPr/>
        <p:txBody>
          <a:bodyPr/>
          <a:lstStyle/>
          <a:p>
            <a:r>
              <a:rPr lang="en-US" b="0">
                <a:ea typeface="+mj-lt"/>
                <a:cs typeface="+mj-lt"/>
              </a:rPr>
              <a:t>Clinical Interpretation</a:t>
            </a:r>
            <a:endParaRPr lang="en-US"/>
          </a:p>
        </p:txBody>
      </p:sp>
      <p:sp>
        <p:nvSpPr>
          <p:cNvPr id="3" name="Content Placeholder 2">
            <a:extLst>
              <a:ext uri="{FF2B5EF4-FFF2-40B4-BE49-F238E27FC236}">
                <a16:creationId xmlns:a16="http://schemas.microsoft.com/office/drawing/2014/main" id="{761B6188-5105-DB2C-5B13-1C28397A06C1}"/>
              </a:ext>
            </a:extLst>
          </p:cNvPr>
          <p:cNvSpPr>
            <a:spLocks noGrp="1"/>
          </p:cNvSpPr>
          <p:nvPr>
            <p:ph idx="1"/>
          </p:nvPr>
        </p:nvSpPr>
        <p:spPr>
          <a:xfrm>
            <a:off x="600075" y="1666935"/>
            <a:ext cx="10990263" cy="4453808"/>
          </a:xfrm>
        </p:spPr>
        <p:txBody>
          <a:bodyPr vert="horz" lIns="91440" tIns="45720" rIns="91440" bIns="45720" rtlCol="0" anchor="t">
            <a:noAutofit/>
          </a:bodyPr>
          <a:lstStyle/>
          <a:p>
            <a:pPr>
              <a:lnSpc>
                <a:spcPct val="150000"/>
              </a:lnSpc>
            </a:pPr>
            <a:r>
              <a:rPr lang="en-US" b="1">
                <a:ea typeface="+mn-lt"/>
                <a:cs typeface="+mn-lt"/>
              </a:rPr>
              <a:t>What the model is good at:</a:t>
            </a:r>
            <a:endParaRPr lang="en-US"/>
          </a:p>
          <a:p>
            <a:pPr lvl="1">
              <a:lnSpc>
                <a:spcPct val="150000"/>
              </a:lnSpc>
              <a:buFont typeface="Courier New" panose="020B0604020202020204" pitchFamily="34" charset="0"/>
              <a:buChar char="o"/>
            </a:pPr>
            <a:r>
              <a:rPr lang="en-US">
                <a:ea typeface="+mn-lt"/>
                <a:cs typeface="+mn-lt"/>
              </a:rPr>
              <a:t>Detecting cancer with high sensitivity</a:t>
            </a:r>
            <a:endParaRPr lang="en-US"/>
          </a:p>
          <a:p>
            <a:pPr lvl="1">
              <a:lnSpc>
                <a:spcPct val="150000"/>
              </a:lnSpc>
              <a:buFont typeface="Courier New" panose="020B0604020202020204" pitchFamily="34" charset="0"/>
              <a:buChar char="o"/>
            </a:pPr>
            <a:r>
              <a:rPr lang="en-US">
                <a:ea typeface="+mn-lt"/>
                <a:cs typeface="+mn-lt"/>
              </a:rPr>
              <a:t>Ranking patients by risk (good AUC)</a:t>
            </a:r>
            <a:endParaRPr lang="en-US"/>
          </a:p>
          <a:p>
            <a:pPr>
              <a:lnSpc>
                <a:spcPct val="150000"/>
              </a:lnSpc>
            </a:pPr>
            <a:r>
              <a:rPr lang="en-US" b="1">
                <a:ea typeface="+mn-lt"/>
                <a:cs typeface="+mn-lt"/>
              </a:rPr>
              <a:t>What the model struggles with:</a:t>
            </a:r>
            <a:endParaRPr lang="en-US"/>
          </a:p>
          <a:p>
            <a:pPr lvl="1">
              <a:lnSpc>
                <a:spcPct val="150000"/>
              </a:lnSpc>
              <a:buFont typeface="Courier New" panose="020B0604020202020204" pitchFamily="34" charset="0"/>
              <a:buChar char="o"/>
            </a:pPr>
            <a:r>
              <a:rPr lang="en-US">
                <a:ea typeface="+mn-lt"/>
                <a:cs typeface="+mn-lt"/>
              </a:rPr>
              <a:t>Overestimates low-risk cases</a:t>
            </a:r>
            <a:endParaRPr lang="en-US"/>
          </a:p>
          <a:p>
            <a:pPr lvl="1">
              <a:lnSpc>
                <a:spcPct val="150000"/>
              </a:lnSpc>
              <a:buFont typeface="Courier New" panose="020B0604020202020204" pitchFamily="34" charset="0"/>
              <a:buChar char="o"/>
            </a:pPr>
            <a:r>
              <a:rPr lang="en-US">
                <a:ea typeface="+mn-lt"/>
                <a:cs typeface="+mn-lt"/>
              </a:rPr>
              <a:t>Produces imperfect probability estimates</a:t>
            </a:r>
            <a:endParaRPr lang="en-US"/>
          </a:p>
          <a:p>
            <a:pPr lvl="1">
              <a:lnSpc>
                <a:spcPct val="150000"/>
              </a:lnSpc>
              <a:buFont typeface="Courier New" panose="020B0604020202020204" pitchFamily="34" charset="0"/>
              <a:buChar char="o"/>
            </a:pPr>
            <a:r>
              <a:rPr lang="en-US">
                <a:ea typeface="+mn-lt"/>
                <a:cs typeface="+mn-lt"/>
              </a:rPr>
              <a:t>Requires recalibration before being used for actual risk communication</a:t>
            </a:r>
            <a:endParaRPr lang="en-US"/>
          </a:p>
          <a:p>
            <a:pPr>
              <a:lnSpc>
                <a:spcPct val="150000"/>
              </a:lnSpc>
            </a:pPr>
            <a:r>
              <a:rPr lang="en-US" b="1">
                <a:ea typeface="+mn-lt"/>
                <a:cs typeface="+mn-lt"/>
              </a:rPr>
              <a:t>Best clinical use:</a:t>
            </a:r>
            <a:br>
              <a:rPr lang="en-US" b="1">
                <a:ea typeface="+mn-lt"/>
                <a:cs typeface="+mn-lt"/>
              </a:rPr>
            </a:br>
            <a:r>
              <a:rPr lang="en-US" b="1">
                <a:ea typeface="+mn-lt"/>
                <a:cs typeface="+mn-lt"/>
              </a:rPr>
              <a:t> A high-sensitivity threshold (~0.49)</a:t>
            </a:r>
            <a:r>
              <a:rPr lang="en-US">
                <a:ea typeface="+mn-lt"/>
                <a:cs typeface="+mn-lt"/>
              </a:rPr>
              <a:t> for triage or screening, where avoiding missed cancers is the priority.</a:t>
            </a:r>
            <a:endParaRPr lang="en-US"/>
          </a:p>
          <a:p>
            <a:endParaRPr lang="en-US"/>
          </a:p>
        </p:txBody>
      </p:sp>
    </p:spTree>
    <p:extLst>
      <p:ext uri="{BB962C8B-B14F-4D97-AF65-F5344CB8AC3E}">
        <p14:creationId xmlns:p14="http://schemas.microsoft.com/office/powerpoint/2010/main" val="3617741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80B3B-E83B-7445-3CCD-28D0E415B6E1}"/>
              </a:ext>
            </a:extLst>
          </p:cNvPr>
          <p:cNvSpPr>
            <a:spLocks noGrp="1"/>
          </p:cNvSpPr>
          <p:nvPr>
            <p:ph type="title"/>
          </p:nvPr>
        </p:nvSpPr>
        <p:spPr/>
        <p:txBody>
          <a:bodyPr/>
          <a:lstStyle/>
          <a:p>
            <a:r>
              <a:rPr lang="en-US" b="0">
                <a:ea typeface="+mj-lt"/>
                <a:cs typeface="+mj-lt"/>
              </a:rPr>
              <a:t>Conclusion</a:t>
            </a:r>
            <a:endParaRPr lang="en-US"/>
          </a:p>
        </p:txBody>
      </p:sp>
      <p:sp>
        <p:nvSpPr>
          <p:cNvPr id="3" name="Content Placeholder 2">
            <a:extLst>
              <a:ext uri="{FF2B5EF4-FFF2-40B4-BE49-F238E27FC236}">
                <a16:creationId xmlns:a16="http://schemas.microsoft.com/office/drawing/2014/main" id="{08DF1497-E7EF-3770-27BC-A4F0D3652939}"/>
              </a:ext>
            </a:extLst>
          </p:cNvPr>
          <p:cNvSpPr>
            <a:spLocks noGrp="1"/>
          </p:cNvSpPr>
          <p:nvPr>
            <p:ph idx="1"/>
          </p:nvPr>
        </p:nvSpPr>
        <p:spPr/>
        <p:txBody>
          <a:bodyPr vert="horz" lIns="91440" tIns="45720" rIns="91440" bIns="45720" rtlCol="0" anchor="t">
            <a:noAutofit/>
          </a:bodyPr>
          <a:lstStyle/>
          <a:p>
            <a:pPr>
              <a:lnSpc>
                <a:spcPct val="150000"/>
              </a:lnSpc>
            </a:pPr>
            <a:r>
              <a:rPr lang="en-US" b="1">
                <a:ea typeface="+mn-lt"/>
                <a:cs typeface="+mn-lt"/>
              </a:rPr>
              <a:t>Strong discrimination</a:t>
            </a:r>
            <a:r>
              <a:rPr lang="en-US">
                <a:ea typeface="+mn-lt"/>
                <a:cs typeface="+mn-lt"/>
              </a:rPr>
              <a:t> (AUC 0.85) but </a:t>
            </a:r>
            <a:r>
              <a:rPr lang="en-US" b="1">
                <a:ea typeface="+mn-lt"/>
                <a:cs typeface="+mn-lt"/>
              </a:rPr>
              <a:t>imperfect calibration</a:t>
            </a:r>
            <a:endParaRPr lang="en-US"/>
          </a:p>
          <a:p>
            <a:pPr>
              <a:lnSpc>
                <a:spcPct val="150000"/>
              </a:lnSpc>
            </a:pPr>
            <a:r>
              <a:rPr lang="en-US">
                <a:ea typeface="+mn-lt"/>
                <a:cs typeface="+mn-lt"/>
              </a:rPr>
              <a:t>Threshold choice depends on priorities → </a:t>
            </a:r>
            <a:r>
              <a:rPr lang="en-US" i="1">
                <a:ea typeface="+mn-lt"/>
                <a:cs typeface="+mn-lt"/>
              </a:rPr>
              <a:t>for lung cancer detection, sensitivity dominates</a:t>
            </a:r>
            <a:endParaRPr lang="en-US"/>
          </a:p>
          <a:p>
            <a:pPr>
              <a:lnSpc>
                <a:spcPct val="150000"/>
              </a:lnSpc>
            </a:pPr>
            <a:r>
              <a:rPr lang="en-US">
                <a:ea typeface="+mn-lt"/>
                <a:cs typeface="+mn-lt"/>
              </a:rPr>
              <a:t>Use a </a:t>
            </a:r>
            <a:r>
              <a:rPr lang="en-US" b="1">
                <a:ea typeface="+mn-lt"/>
                <a:cs typeface="+mn-lt"/>
              </a:rPr>
              <a:t>high-sensitivity threshold</a:t>
            </a:r>
            <a:r>
              <a:rPr lang="en-US">
                <a:ea typeface="+mn-lt"/>
                <a:cs typeface="+mn-lt"/>
              </a:rPr>
              <a:t> for screening; calibrate the predicted probabilities before clinical deployment</a:t>
            </a:r>
            <a:endParaRPr lang="en-US"/>
          </a:p>
          <a:p>
            <a:endParaRPr lang="en-US"/>
          </a:p>
        </p:txBody>
      </p:sp>
    </p:spTree>
    <p:extLst>
      <p:ext uri="{BB962C8B-B14F-4D97-AF65-F5344CB8AC3E}">
        <p14:creationId xmlns:p14="http://schemas.microsoft.com/office/powerpoint/2010/main" val="3777742267"/>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Office-tema</Template>
  <Application>Microsoft Office PowerPoint</Application>
  <PresentationFormat>Widescreen</PresentationFormat>
  <Slides>37</Slides>
  <Notes>3</Notes>
  <HiddenSlides>3</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Office-tema</vt:lpstr>
      <vt:lpstr>PowerPoint Presentation</vt:lpstr>
      <vt:lpstr>PowerPoint Presentation</vt:lpstr>
      <vt:lpstr>PowerPoint Presentation</vt:lpstr>
      <vt:lpstr>Seminar 4: Lung Cancer </vt:lpstr>
      <vt:lpstr>Task 1</vt:lpstr>
      <vt:lpstr>Introduction</vt:lpstr>
      <vt:lpstr>Visualizations</vt:lpstr>
      <vt:lpstr>Results </vt:lpstr>
      <vt:lpstr>Results – Confusion Matrix</vt:lpstr>
      <vt:lpstr>Results – Confusion Matrix</vt:lpstr>
      <vt:lpstr>Results – Generalized Linear Mixed Effects Model</vt:lpstr>
      <vt:lpstr>Conclusion</vt:lpstr>
      <vt:lpstr>Task 2</vt:lpstr>
      <vt:lpstr>Introduction</vt:lpstr>
      <vt:lpstr>Method – workflow</vt:lpstr>
      <vt:lpstr>Method – statistical analysis</vt:lpstr>
      <vt:lpstr>Results (1-3)</vt:lpstr>
      <vt:lpstr>Results (4) – Bland-Altman analysis</vt:lpstr>
      <vt:lpstr>Results (5) – Sensitivity &amp; Specificity</vt:lpstr>
      <vt:lpstr>Results (6) – Cohen’s kappa </vt:lpstr>
      <vt:lpstr>Conclusion</vt:lpstr>
      <vt:lpstr>Task 3</vt:lpstr>
      <vt:lpstr>The task</vt:lpstr>
      <vt:lpstr>Visualisations</vt:lpstr>
      <vt:lpstr>Bland-Altman plots</vt:lpstr>
      <vt:lpstr>Mixed-effects modelling</vt:lpstr>
      <vt:lpstr>Conclusion</vt:lpstr>
      <vt:lpstr>Task 4</vt:lpstr>
      <vt:lpstr>Data &amp; Objectives</vt:lpstr>
      <vt:lpstr>Predicted Probability Distributions</vt:lpstr>
      <vt:lpstr>Discrimination (ROC &amp; AUC)</vt:lpstr>
      <vt:lpstr>Threshold Performance</vt:lpstr>
      <vt:lpstr>Threshold Performance</vt:lpstr>
      <vt:lpstr>Calibration (Deciles)</vt:lpstr>
      <vt:lpstr>Calibration (Slope &amp; Intercept)</vt:lpstr>
      <vt:lpstr>Clinical Interpretation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Clara Azzano</dc:creator>
  <cp:revision>1</cp:revision>
  <cp:lastPrinted>2025-11-18T11:01:59Z</cp:lastPrinted>
  <dcterms:created xsi:type="dcterms:W3CDTF">2025-11-17T10:37:21Z</dcterms:created>
  <dcterms:modified xsi:type="dcterms:W3CDTF">2025-12-09T12:50:23Z</dcterms:modified>
</cp:coreProperties>
</file>