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67" r:id="rId3"/>
    <p:sldId id="262" r:id="rId4"/>
    <p:sldId id="263" r:id="rId5"/>
    <p:sldId id="259" r:id="rId6"/>
    <p:sldId id="258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14F521-3E6A-4449-84FD-5A04CFCDE67E}" v="989" dt="2022-03-23T11:09:31.274"/>
    <p1510:client id="{72473DAC-6BE6-46F9-BC0C-4EFF46449FFF}" v="79" dt="2022-03-22T11:42:12.383"/>
    <p1510:client id="{C34D4DE8-29EB-344B-A283-A210AACBE0BF}" v="205" dt="2022-03-22T12:48:19.3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915" autoAdjust="0"/>
  </p:normalViewPr>
  <p:slideViewPr>
    <p:cSldViewPr snapToGrid="0">
      <p:cViewPr varScale="1">
        <p:scale>
          <a:sx n="66" d="100"/>
          <a:sy n="66" d="100"/>
        </p:scale>
        <p:origin x="130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nd Khodabandehloo" userId="cb03d64890cf78b3" providerId="LiveId" clId="{1D14F521-3E6A-4449-84FD-5A04CFCDE67E}"/>
    <pc:docChg chg="undo custSel addSld delSld modSld">
      <pc:chgData name="Sahand Khodabandehloo" userId="cb03d64890cf78b3" providerId="LiveId" clId="{1D14F521-3E6A-4449-84FD-5A04CFCDE67E}" dt="2022-03-23T11:10:07.749" v="2558" actId="20577"/>
      <pc:docMkLst>
        <pc:docMk/>
      </pc:docMkLst>
      <pc:sldChg chg="addSp delSp modSp del mod setBg">
        <pc:chgData name="Sahand Khodabandehloo" userId="cb03d64890cf78b3" providerId="LiveId" clId="{1D14F521-3E6A-4449-84FD-5A04CFCDE67E}" dt="2022-03-22T12:35:13.360" v="3" actId="47"/>
        <pc:sldMkLst>
          <pc:docMk/>
          <pc:sldMk cId="3825325445" sldId="257"/>
        </pc:sldMkLst>
        <pc:spChg chg="mod">
          <ac:chgData name="Sahand Khodabandehloo" userId="cb03d64890cf78b3" providerId="LiveId" clId="{1D14F521-3E6A-4449-84FD-5A04CFCDE67E}" dt="2022-03-22T12:35:10.757" v="2" actId="26606"/>
          <ac:spMkLst>
            <pc:docMk/>
            <pc:sldMk cId="3825325445" sldId="257"/>
            <ac:spMk id="2" creationId="{E724C950-7AE3-9E45-9C69-6C81577DEEB3}"/>
          </ac:spMkLst>
        </pc:spChg>
        <pc:spChg chg="add del">
          <ac:chgData name="Sahand Khodabandehloo" userId="cb03d64890cf78b3" providerId="LiveId" clId="{1D14F521-3E6A-4449-84FD-5A04CFCDE67E}" dt="2022-03-22T12:35:10.757" v="2" actId="26606"/>
          <ac:spMkLst>
            <pc:docMk/>
            <pc:sldMk cId="3825325445" sldId="257"/>
            <ac:spMk id="3" creationId="{DD4C62DF-3D6B-4C4A-9CC6-FA449E83EAEC}"/>
          </ac:spMkLst>
        </pc:spChg>
        <pc:spChg chg="add del">
          <ac:chgData name="Sahand Khodabandehloo" userId="cb03d64890cf78b3" providerId="LiveId" clId="{1D14F521-3E6A-4449-84FD-5A04CFCDE67E}" dt="2022-03-22T12:34:47.378" v="1" actId="26606"/>
          <ac:spMkLst>
            <pc:docMk/>
            <pc:sldMk cId="3825325445" sldId="257"/>
            <ac:spMk id="18" creationId="{D0712110-0BC1-4B31-B3BB-63B44222E87F}"/>
          </ac:spMkLst>
        </pc:spChg>
        <pc:spChg chg="add del">
          <ac:chgData name="Sahand Khodabandehloo" userId="cb03d64890cf78b3" providerId="LiveId" clId="{1D14F521-3E6A-4449-84FD-5A04CFCDE67E}" dt="2022-03-22T12:34:47.378" v="1" actId="26606"/>
          <ac:spMkLst>
            <pc:docMk/>
            <pc:sldMk cId="3825325445" sldId="257"/>
            <ac:spMk id="20" creationId="{4466B5F3-C053-4580-B04A-1EF949888280}"/>
          </ac:spMkLst>
        </pc:spChg>
        <pc:spChg chg="add del">
          <ac:chgData name="Sahand Khodabandehloo" userId="cb03d64890cf78b3" providerId="LiveId" clId="{1D14F521-3E6A-4449-84FD-5A04CFCDE67E}" dt="2022-03-22T12:34:47.378" v="1" actId="26606"/>
          <ac:spMkLst>
            <pc:docMk/>
            <pc:sldMk cId="3825325445" sldId="257"/>
            <ac:spMk id="21" creationId="{0CABCAE3-64FC-4149-819F-2C1812824154}"/>
          </ac:spMkLst>
        </pc:spChg>
        <pc:spChg chg="add">
          <ac:chgData name="Sahand Khodabandehloo" userId="cb03d64890cf78b3" providerId="LiveId" clId="{1D14F521-3E6A-4449-84FD-5A04CFCDE67E}" dt="2022-03-22T12:35:10.757" v="2" actId="26606"/>
          <ac:spMkLst>
            <pc:docMk/>
            <pc:sldMk cId="3825325445" sldId="257"/>
            <ac:spMk id="29" creationId="{C63C853E-3842-4594-86A9-051FFAF4D343}"/>
          </ac:spMkLst>
        </pc:spChg>
        <pc:spChg chg="add">
          <ac:chgData name="Sahand Khodabandehloo" userId="cb03d64890cf78b3" providerId="LiveId" clId="{1D14F521-3E6A-4449-84FD-5A04CFCDE67E}" dt="2022-03-22T12:35:10.757" v="2" actId="26606"/>
          <ac:spMkLst>
            <pc:docMk/>
            <pc:sldMk cId="3825325445" sldId="257"/>
            <ac:spMk id="34" creationId="{2E67E8BF-E4B2-4098-9FB3-9E400BD86935}"/>
          </ac:spMkLst>
        </pc:spChg>
        <pc:picChg chg="add del">
          <ac:chgData name="Sahand Khodabandehloo" userId="cb03d64890cf78b3" providerId="LiveId" clId="{1D14F521-3E6A-4449-84FD-5A04CFCDE67E}" dt="2022-03-22T12:34:47.378" v="1" actId="26606"/>
          <ac:picMkLst>
            <pc:docMk/>
            <pc:sldMk cId="3825325445" sldId="257"/>
            <ac:picMk id="23" creationId="{012FDCFE-9AD2-4D8A-8CBF-B3AA37EBF6DD}"/>
          </ac:picMkLst>
        </pc:picChg>
        <pc:picChg chg="add del">
          <ac:chgData name="Sahand Khodabandehloo" userId="cb03d64890cf78b3" providerId="LiveId" clId="{1D14F521-3E6A-4449-84FD-5A04CFCDE67E}" dt="2022-03-22T12:34:47.378" v="1" actId="26606"/>
          <ac:picMkLst>
            <pc:docMk/>
            <pc:sldMk cId="3825325445" sldId="257"/>
            <ac:picMk id="24" creationId="{25CED634-E2D0-4AB7-96DD-816C9B52C5CF}"/>
          </ac:picMkLst>
        </pc:picChg>
        <pc:picChg chg="add del">
          <ac:chgData name="Sahand Khodabandehloo" userId="cb03d64890cf78b3" providerId="LiveId" clId="{1D14F521-3E6A-4449-84FD-5A04CFCDE67E}" dt="2022-03-22T12:34:47.378" v="1" actId="26606"/>
          <ac:picMkLst>
            <pc:docMk/>
            <pc:sldMk cId="3825325445" sldId="257"/>
            <ac:picMk id="28" creationId="{5C9B318A-A24A-0EB8-3B7C-10B9AE73775A}"/>
          </ac:picMkLst>
        </pc:picChg>
        <pc:picChg chg="add">
          <ac:chgData name="Sahand Khodabandehloo" userId="cb03d64890cf78b3" providerId="LiveId" clId="{1D14F521-3E6A-4449-84FD-5A04CFCDE67E}" dt="2022-03-22T12:35:10.757" v="2" actId="26606"/>
          <ac:picMkLst>
            <pc:docMk/>
            <pc:sldMk cId="3825325445" sldId="257"/>
            <ac:picMk id="30" creationId="{B591CDC5-6B61-4116-B3B5-0FF42B6E606D}"/>
          </ac:picMkLst>
        </pc:picChg>
        <pc:picChg chg="add">
          <ac:chgData name="Sahand Khodabandehloo" userId="cb03d64890cf78b3" providerId="LiveId" clId="{1D14F521-3E6A-4449-84FD-5A04CFCDE67E}" dt="2022-03-22T12:35:10.757" v="2" actId="26606"/>
          <ac:picMkLst>
            <pc:docMk/>
            <pc:sldMk cId="3825325445" sldId="257"/>
            <ac:picMk id="33" creationId="{A37463C9-7430-7968-5521-B76A912A4562}"/>
          </ac:picMkLst>
        </pc:picChg>
        <pc:cxnChg chg="add del">
          <ac:chgData name="Sahand Khodabandehloo" userId="cb03d64890cf78b3" providerId="LiveId" clId="{1D14F521-3E6A-4449-84FD-5A04CFCDE67E}" dt="2022-03-22T12:34:47.378" v="1" actId="26606"/>
          <ac:cxnSpMkLst>
            <pc:docMk/>
            <pc:sldMk cId="3825325445" sldId="257"/>
            <ac:cxnSpMk id="22" creationId="{FA6123F2-4B61-414F-A7E5-5B7828EACAE2}"/>
          </ac:cxnSpMkLst>
        </pc:cxnChg>
        <pc:cxnChg chg="add del">
          <ac:chgData name="Sahand Khodabandehloo" userId="cb03d64890cf78b3" providerId="LiveId" clId="{1D14F521-3E6A-4449-84FD-5A04CFCDE67E}" dt="2022-03-22T12:34:47.378" v="1" actId="26606"/>
          <ac:cxnSpMkLst>
            <pc:docMk/>
            <pc:sldMk cId="3825325445" sldId="257"/>
            <ac:cxnSpMk id="25" creationId="{FBD463FC-4CA8-4FF4-85A3-AF9F4B98D210}"/>
          </ac:cxnSpMkLst>
        </pc:cxnChg>
        <pc:cxnChg chg="add del">
          <ac:chgData name="Sahand Khodabandehloo" userId="cb03d64890cf78b3" providerId="LiveId" clId="{1D14F521-3E6A-4449-84FD-5A04CFCDE67E}" dt="2022-03-22T12:34:47.378" v="1" actId="26606"/>
          <ac:cxnSpMkLst>
            <pc:docMk/>
            <pc:sldMk cId="3825325445" sldId="257"/>
            <ac:cxnSpMk id="26" creationId="{FCDDCDFB-696D-4FDF-9B58-24F71B7C37BC}"/>
          </ac:cxnSpMkLst>
        </pc:cxnChg>
        <pc:cxnChg chg="add del">
          <ac:chgData name="Sahand Khodabandehloo" userId="cb03d64890cf78b3" providerId="LiveId" clId="{1D14F521-3E6A-4449-84FD-5A04CFCDE67E}" dt="2022-03-22T12:34:47.378" v="1" actId="26606"/>
          <ac:cxnSpMkLst>
            <pc:docMk/>
            <pc:sldMk cId="3825325445" sldId="257"/>
            <ac:cxnSpMk id="27" creationId="{BECF35C3-8B44-4F4B-BD25-4C01823DB22A}"/>
          </ac:cxnSpMkLst>
        </pc:cxnChg>
        <pc:cxnChg chg="add">
          <ac:chgData name="Sahand Khodabandehloo" userId="cb03d64890cf78b3" providerId="LiveId" clId="{1D14F521-3E6A-4449-84FD-5A04CFCDE67E}" dt="2022-03-22T12:35:10.757" v="2" actId="26606"/>
          <ac:cxnSpMkLst>
            <pc:docMk/>
            <pc:sldMk cId="3825325445" sldId="257"/>
            <ac:cxnSpMk id="31" creationId="{25B08984-5BEB-422F-A364-2B41E6A516EB}"/>
          </ac:cxnSpMkLst>
        </pc:cxnChg>
        <pc:cxnChg chg="add">
          <ac:chgData name="Sahand Khodabandehloo" userId="cb03d64890cf78b3" providerId="LiveId" clId="{1D14F521-3E6A-4449-84FD-5A04CFCDE67E}" dt="2022-03-22T12:35:10.757" v="2" actId="26606"/>
          <ac:cxnSpMkLst>
            <pc:docMk/>
            <pc:sldMk cId="3825325445" sldId="257"/>
            <ac:cxnSpMk id="32" creationId="{A8F413B1-54E0-4B16-92AB-1CC5C7D645BC}"/>
          </ac:cxnSpMkLst>
        </pc:cxnChg>
        <pc:cxnChg chg="add">
          <ac:chgData name="Sahand Khodabandehloo" userId="cb03d64890cf78b3" providerId="LiveId" clId="{1D14F521-3E6A-4449-84FD-5A04CFCDE67E}" dt="2022-03-22T12:35:10.757" v="2" actId="26606"/>
          <ac:cxnSpMkLst>
            <pc:docMk/>
            <pc:sldMk cId="3825325445" sldId="257"/>
            <ac:cxnSpMk id="35" creationId="{3781A10F-5DF6-4C9B-AE0B-5249E4399D26}"/>
          </ac:cxnSpMkLst>
        </pc:cxnChg>
      </pc:sldChg>
      <pc:sldChg chg="addSp delSp modSp mod setBg">
        <pc:chgData name="Sahand Khodabandehloo" userId="cb03d64890cf78b3" providerId="LiveId" clId="{1D14F521-3E6A-4449-84FD-5A04CFCDE67E}" dt="2022-03-22T12:35:32.963" v="6" actId="26606"/>
        <pc:sldMkLst>
          <pc:docMk/>
          <pc:sldMk cId="1170291830" sldId="259"/>
        </pc:sldMkLst>
        <pc:spChg chg="mod">
          <ac:chgData name="Sahand Khodabandehloo" userId="cb03d64890cf78b3" providerId="LiveId" clId="{1D14F521-3E6A-4449-84FD-5A04CFCDE67E}" dt="2022-03-22T12:35:32.963" v="6" actId="26606"/>
          <ac:spMkLst>
            <pc:docMk/>
            <pc:sldMk cId="1170291830" sldId="259"/>
            <ac:spMk id="2" creationId="{F9238AD3-9D6E-7345-BB3A-01B5D0BC835E}"/>
          </ac:spMkLst>
        </pc:spChg>
        <pc:spChg chg="add del">
          <ac:chgData name="Sahand Khodabandehloo" userId="cb03d64890cf78b3" providerId="LiveId" clId="{1D14F521-3E6A-4449-84FD-5A04CFCDE67E}" dt="2022-03-22T12:35:32.963" v="6" actId="26606"/>
          <ac:spMkLst>
            <pc:docMk/>
            <pc:sldMk cId="1170291830" sldId="259"/>
            <ac:spMk id="3" creationId="{CABA1C3C-423C-F449-88AC-48F65D35F37A}"/>
          </ac:spMkLst>
        </pc:spChg>
        <pc:spChg chg="add">
          <ac:chgData name="Sahand Khodabandehloo" userId="cb03d64890cf78b3" providerId="LiveId" clId="{1D14F521-3E6A-4449-84FD-5A04CFCDE67E}" dt="2022-03-22T12:35:32.963" v="6" actId="26606"/>
          <ac:spMkLst>
            <pc:docMk/>
            <pc:sldMk cId="1170291830" sldId="259"/>
            <ac:spMk id="6" creationId="{32D32A60-013B-47A8-8833-D2424080917B}"/>
          </ac:spMkLst>
        </pc:spChg>
        <pc:spChg chg="add">
          <ac:chgData name="Sahand Khodabandehloo" userId="cb03d64890cf78b3" providerId="LiveId" clId="{1D14F521-3E6A-4449-84FD-5A04CFCDE67E}" dt="2022-03-22T12:35:32.963" v="6" actId="26606"/>
          <ac:spMkLst>
            <pc:docMk/>
            <pc:sldMk cId="1170291830" sldId="259"/>
            <ac:spMk id="7" creationId="{AE27932B-B694-4C4C-90D7-A0333A7C5876}"/>
          </ac:spMkLst>
        </pc:spChg>
        <pc:spChg chg="add del">
          <ac:chgData name="Sahand Khodabandehloo" userId="cb03d64890cf78b3" providerId="LiveId" clId="{1D14F521-3E6A-4449-84FD-5A04CFCDE67E}" dt="2022-03-22T12:35:26.643" v="5" actId="26606"/>
          <ac:spMkLst>
            <pc:docMk/>
            <pc:sldMk cId="1170291830" sldId="259"/>
            <ac:spMk id="9" creationId="{32D32A60-013B-47A8-8833-D2424080917B}"/>
          </ac:spMkLst>
        </pc:spChg>
        <pc:spChg chg="add">
          <ac:chgData name="Sahand Khodabandehloo" userId="cb03d64890cf78b3" providerId="LiveId" clId="{1D14F521-3E6A-4449-84FD-5A04CFCDE67E}" dt="2022-03-22T12:35:32.963" v="6" actId="26606"/>
          <ac:spMkLst>
            <pc:docMk/>
            <pc:sldMk cId="1170291830" sldId="259"/>
            <ac:spMk id="10" creationId="{A9DA474E-6B91-4200-840F-0257B2358A75}"/>
          </ac:spMkLst>
        </pc:spChg>
        <pc:spChg chg="add del">
          <ac:chgData name="Sahand Khodabandehloo" userId="cb03d64890cf78b3" providerId="LiveId" clId="{1D14F521-3E6A-4449-84FD-5A04CFCDE67E}" dt="2022-03-22T12:35:26.643" v="5" actId="26606"/>
          <ac:spMkLst>
            <pc:docMk/>
            <pc:sldMk cId="1170291830" sldId="259"/>
            <ac:spMk id="11" creationId="{AE27932B-B694-4C4C-90D7-A0333A7C5876}"/>
          </ac:spMkLst>
        </pc:spChg>
        <pc:spChg chg="add del">
          <ac:chgData name="Sahand Khodabandehloo" userId="cb03d64890cf78b3" providerId="LiveId" clId="{1D14F521-3E6A-4449-84FD-5A04CFCDE67E}" dt="2022-03-22T12:35:26.643" v="5" actId="26606"/>
          <ac:spMkLst>
            <pc:docMk/>
            <pc:sldMk cId="1170291830" sldId="259"/>
            <ac:spMk id="15" creationId="{A9DA474E-6B91-4200-840F-0257B2358A75}"/>
          </ac:spMkLst>
        </pc:spChg>
        <pc:graphicFrameChg chg="add del">
          <ac:chgData name="Sahand Khodabandehloo" userId="cb03d64890cf78b3" providerId="LiveId" clId="{1D14F521-3E6A-4449-84FD-5A04CFCDE67E}" dt="2022-03-22T12:35:26.643" v="5" actId="26606"/>
          <ac:graphicFrameMkLst>
            <pc:docMk/>
            <pc:sldMk cId="1170291830" sldId="259"/>
            <ac:graphicFrameMk id="5" creationId="{2468248C-1D10-7A79-C36D-6F298EF747C5}"/>
          </ac:graphicFrameMkLst>
        </pc:graphicFrameChg>
        <pc:graphicFrameChg chg="add">
          <ac:chgData name="Sahand Khodabandehloo" userId="cb03d64890cf78b3" providerId="LiveId" clId="{1D14F521-3E6A-4449-84FD-5A04CFCDE67E}" dt="2022-03-22T12:35:32.963" v="6" actId="26606"/>
          <ac:graphicFrameMkLst>
            <pc:docMk/>
            <pc:sldMk cId="1170291830" sldId="259"/>
            <ac:graphicFrameMk id="16" creationId="{2468248C-1D10-7A79-C36D-6F298EF747C5}"/>
          </ac:graphicFrameMkLst>
        </pc:graphicFrameChg>
        <pc:picChg chg="add">
          <ac:chgData name="Sahand Khodabandehloo" userId="cb03d64890cf78b3" providerId="LiveId" clId="{1D14F521-3E6A-4449-84FD-5A04CFCDE67E}" dt="2022-03-22T12:35:32.963" v="6" actId="26606"/>
          <ac:picMkLst>
            <pc:docMk/>
            <pc:sldMk cId="1170291830" sldId="259"/>
            <ac:picMk id="12" creationId="{DF63C9AD-AE6E-4512-8171-91612E84CCFB}"/>
          </ac:picMkLst>
        </pc:picChg>
        <pc:picChg chg="add del">
          <ac:chgData name="Sahand Khodabandehloo" userId="cb03d64890cf78b3" providerId="LiveId" clId="{1D14F521-3E6A-4449-84FD-5A04CFCDE67E}" dt="2022-03-22T12:35:26.643" v="5" actId="26606"/>
          <ac:picMkLst>
            <pc:docMk/>
            <pc:sldMk cId="1170291830" sldId="259"/>
            <ac:picMk id="17" creationId="{DF63C9AD-AE6E-4512-8171-91612E84CCFB}"/>
          </ac:picMkLst>
        </pc:picChg>
        <pc:cxnChg chg="add">
          <ac:chgData name="Sahand Khodabandehloo" userId="cb03d64890cf78b3" providerId="LiveId" clId="{1D14F521-3E6A-4449-84FD-5A04CFCDE67E}" dt="2022-03-22T12:35:32.963" v="6" actId="26606"/>
          <ac:cxnSpMkLst>
            <pc:docMk/>
            <pc:sldMk cId="1170291830" sldId="259"/>
            <ac:cxnSpMk id="8" creationId="{9EBB0476-5CF0-4F44-8D68-5D42D7AEE43A}"/>
          </ac:cxnSpMkLst>
        </pc:cxnChg>
        <pc:cxnChg chg="add del">
          <ac:chgData name="Sahand Khodabandehloo" userId="cb03d64890cf78b3" providerId="LiveId" clId="{1D14F521-3E6A-4449-84FD-5A04CFCDE67E}" dt="2022-03-22T12:35:26.643" v="5" actId="26606"/>
          <ac:cxnSpMkLst>
            <pc:docMk/>
            <pc:sldMk cId="1170291830" sldId="259"/>
            <ac:cxnSpMk id="13" creationId="{9EBB0476-5CF0-4F44-8D68-5D42D7AEE43A}"/>
          </ac:cxnSpMkLst>
        </pc:cxnChg>
        <pc:cxnChg chg="add">
          <ac:chgData name="Sahand Khodabandehloo" userId="cb03d64890cf78b3" providerId="LiveId" clId="{1D14F521-3E6A-4449-84FD-5A04CFCDE67E}" dt="2022-03-22T12:35:32.963" v="6" actId="26606"/>
          <ac:cxnSpMkLst>
            <pc:docMk/>
            <pc:sldMk cId="1170291830" sldId="259"/>
            <ac:cxnSpMk id="14" creationId="{FE1A49CE-B63D-457A-A180-1C883E1A63D2}"/>
          </ac:cxnSpMkLst>
        </pc:cxnChg>
        <pc:cxnChg chg="add del">
          <ac:chgData name="Sahand Khodabandehloo" userId="cb03d64890cf78b3" providerId="LiveId" clId="{1D14F521-3E6A-4449-84FD-5A04CFCDE67E}" dt="2022-03-22T12:35:26.643" v="5" actId="26606"/>
          <ac:cxnSpMkLst>
            <pc:docMk/>
            <pc:sldMk cId="1170291830" sldId="259"/>
            <ac:cxnSpMk id="19" creationId="{FE1A49CE-B63D-457A-A180-1C883E1A63D2}"/>
          </ac:cxnSpMkLst>
        </pc:cxnChg>
      </pc:sldChg>
      <pc:sldChg chg="addSp delSp modSp mod setBg modNotesTx">
        <pc:chgData name="Sahand Khodabandehloo" userId="cb03d64890cf78b3" providerId="LiveId" clId="{1D14F521-3E6A-4449-84FD-5A04CFCDE67E}" dt="2022-03-23T11:10:07.749" v="2558" actId="20577"/>
        <pc:sldMkLst>
          <pc:docMk/>
          <pc:sldMk cId="1658138794" sldId="263"/>
        </pc:sldMkLst>
        <pc:spChg chg="mod">
          <ac:chgData name="Sahand Khodabandehloo" userId="cb03d64890cf78b3" providerId="LiveId" clId="{1D14F521-3E6A-4449-84FD-5A04CFCDE67E}" dt="2022-03-22T12:48:28.579" v="231" actId="26606"/>
          <ac:spMkLst>
            <pc:docMk/>
            <pc:sldMk cId="1658138794" sldId="263"/>
            <ac:spMk id="2" creationId="{412D1DD7-E3CF-453B-93B7-3BC1148A668A}"/>
          </ac:spMkLst>
        </pc:spChg>
        <pc:spChg chg="add del mod">
          <ac:chgData name="Sahand Khodabandehloo" userId="cb03d64890cf78b3" providerId="LiveId" clId="{1D14F521-3E6A-4449-84FD-5A04CFCDE67E}" dt="2022-03-23T11:05:45.576" v="2223" actId="20577"/>
          <ac:spMkLst>
            <pc:docMk/>
            <pc:sldMk cId="1658138794" sldId="263"/>
            <ac:spMk id="3" creationId="{F878C39D-914F-4BE9-9ACE-31B98FE53161}"/>
          </ac:spMkLst>
        </pc:spChg>
        <pc:spChg chg="add del">
          <ac:chgData name="Sahand Khodabandehloo" userId="cb03d64890cf78b3" providerId="LiveId" clId="{1D14F521-3E6A-4449-84FD-5A04CFCDE67E}" dt="2022-03-22T12:42:32.869" v="201" actId="26606"/>
          <ac:spMkLst>
            <pc:docMk/>
            <pc:sldMk cId="1658138794" sldId="263"/>
            <ac:spMk id="6" creationId="{482E7304-2AC2-4A5C-924D-A6AC3FFC5EAC}"/>
          </ac:spMkLst>
        </pc:spChg>
        <pc:spChg chg="add del">
          <ac:chgData name="Sahand Khodabandehloo" userId="cb03d64890cf78b3" providerId="LiveId" clId="{1D14F521-3E6A-4449-84FD-5A04CFCDE67E}" dt="2022-03-22T12:42:23.260" v="199" actId="26606"/>
          <ac:spMkLst>
            <pc:docMk/>
            <pc:sldMk cId="1658138794" sldId="263"/>
            <ac:spMk id="8" creationId="{29C51009-A09A-4689-8E6C-F8FC99E6A840}"/>
          </ac:spMkLst>
        </pc:spChg>
        <pc:spChg chg="add del">
          <ac:chgData name="Sahand Khodabandehloo" userId="cb03d64890cf78b3" providerId="LiveId" clId="{1D14F521-3E6A-4449-84FD-5A04CFCDE67E}" dt="2022-03-22T12:42:18.222" v="197" actId="26606"/>
          <ac:spMkLst>
            <pc:docMk/>
            <pc:sldMk cId="1658138794" sldId="263"/>
            <ac:spMk id="9" creationId="{482E7304-2AC2-4A5C-924D-A6AC3FFC5EAC}"/>
          </ac:spMkLst>
        </pc:spChg>
        <pc:spChg chg="add del">
          <ac:chgData name="Sahand Khodabandehloo" userId="cb03d64890cf78b3" providerId="LiveId" clId="{1D14F521-3E6A-4449-84FD-5A04CFCDE67E}" dt="2022-03-22T12:42:32.869" v="201" actId="26606"/>
          <ac:spMkLst>
            <pc:docMk/>
            <pc:sldMk cId="1658138794" sldId="263"/>
            <ac:spMk id="12" creationId="{A3C183B1-1D4B-4E3D-A02E-A426E3BFA016}"/>
          </ac:spMkLst>
        </pc:spChg>
        <pc:spChg chg="add del">
          <ac:chgData name="Sahand Khodabandehloo" userId="cb03d64890cf78b3" providerId="LiveId" clId="{1D14F521-3E6A-4449-84FD-5A04CFCDE67E}" dt="2022-03-22T12:42:18.222" v="197" actId="26606"/>
          <ac:spMkLst>
            <pc:docMk/>
            <pc:sldMk cId="1658138794" sldId="263"/>
            <ac:spMk id="13" creationId="{A3C183B1-1D4B-4E3D-A02E-A426E3BFA016}"/>
          </ac:spMkLst>
        </pc:spChg>
        <pc:spChg chg="add del">
          <ac:chgData name="Sahand Khodabandehloo" userId="cb03d64890cf78b3" providerId="LiveId" clId="{1D14F521-3E6A-4449-84FD-5A04CFCDE67E}" dt="2022-03-22T12:48:06.361" v="218" actId="26606"/>
          <ac:spMkLst>
            <pc:docMk/>
            <pc:sldMk cId="1658138794" sldId="263"/>
            <ac:spMk id="71" creationId="{35C3D674-3D59-4E93-80CA-0C0A9095E816}"/>
          </ac:spMkLst>
        </pc:spChg>
        <pc:spChg chg="add del">
          <ac:chgData name="Sahand Khodabandehloo" userId="cb03d64890cf78b3" providerId="LiveId" clId="{1D14F521-3E6A-4449-84FD-5A04CFCDE67E}" dt="2022-03-22T12:48:06.361" v="218" actId="26606"/>
          <ac:spMkLst>
            <pc:docMk/>
            <pc:sldMk cId="1658138794" sldId="263"/>
            <ac:spMk id="75" creationId="{EF2A81E1-BCBE-426B-8C09-33274E69409D}"/>
          </ac:spMkLst>
        </pc:spChg>
        <pc:spChg chg="add del">
          <ac:chgData name="Sahand Khodabandehloo" userId="cb03d64890cf78b3" providerId="LiveId" clId="{1D14F521-3E6A-4449-84FD-5A04CFCDE67E}" dt="2022-03-22T12:48:21.814" v="222" actId="26606"/>
          <ac:spMkLst>
            <pc:docMk/>
            <pc:sldMk cId="1658138794" sldId="263"/>
            <ac:spMk id="1028" creationId="{35C3D674-3D59-4E93-80CA-0C0A9095E816}"/>
          </ac:spMkLst>
        </pc:spChg>
        <pc:spChg chg="add del">
          <ac:chgData name="Sahand Khodabandehloo" userId="cb03d64890cf78b3" providerId="LiveId" clId="{1D14F521-3E6A-4449-84FD-5A04CFCDE67E}" dt="2022-03-22T12:48:21.814" v="222" actId="26606"/>
          <ac:spMkLst>
            <pc:docMk/>
            <pc:sldMk cId="1658138794" sldId="263"/>
            <ac:spMk id="1030" creationId="{EF2A81E1-BCBE-426B-8C09-33274E69409D}"/>
          </ac:spMkLst>
        </pc:spChg>
        <pc:graphicFrameChg chg="add del">
          <ac:chgData name="Sahand Khodabandehloo" userId="cb03d64890cf78b3" providerId="LiveId" clId="{1D14F521-3E6A-4449-84FD-5A04CFCDE67E}" dt="2022-03-22T12:42:18.222" v="197" actId="26606"/>
          <ac:graphicFrameMkLst>
            <pc:docMk/>
            <pc:sldMk cId="1658138794" sldId="263"/>
            <ac:graphicFrameMk id="5" creationId="{1A9C20B2-44EC-2A56-1949-5AE82A810F2F}"/>
          </ac:graphicFrameMkLst>
        </pc:graphicFrameChg>
        <pc:graphicFrameChg chg="add del">
          <ac:chgData name="Sahand Khodabandehloo" userId="cb03d64890cf78b3" providerId="LiveId" clId="{1D14F521-3E6A-4449-84FD-5A04CFCDE67E}" dt="2022-03-22T12:42:32.869" v="201" actId="26606"/>
          <ac:graphicFrameMkLst>
            <pc:docMk/>
            <pc:sldMk cId="1658138794" sldId="263"/>
            <ac:graphicFrameMk id="14" creationId="{1A9C20B2-44EC-2A56-1949-5AE82A810F2F}"/>
          </ac:graphicFrameMkLst>
        </pc:graphicFrameChg>
        <pc:graphicFrameChg chg="add del">
          <ac:chgData name="Sahand Khodabandehloo" userId="cb03d64890cf78b3" providerId="LiveId" clId="{1D14F521-3E6A-4449-84FD-5A04CFCDE67E}" dt="2022-03-22T12:42:40.533" v="203" actId="26606"/>
          <ac:graphicFrameMkLst>
            <pc:docMk/>
            <pc:sldMk cId="1658138794" sldId="263"/>
            <ac:graphicFrameMk id="15" creationId="{BEA4609B-AD8C-21B1-9D6C-5021F16155AD}"/>
          </ac:graphicFrameMkLst>
        </pc:graphicFrameChg>
        <pc:picChg chg="add del">
          <ac:chgData name="Sahand Khodabandehloo" userId="cb03d64890cf78b3" providerId="LiveId" clId="{1D14F521-3E6A-4449-84FD-5A04CFCDE67E}" dt="2022-03-22T12:48:06.361" v="218" actId="26606"/>
          <ac:picMkLst>
            <pc:docMk/>
            <pc:sldMk cId="1658138794" sldId="263"/>
            <ac:picMk id="77" creationId="{39D1DDD4-5BB3-45BA-B9B3-06B62299AD79}"/>
          </ac:picMkLst>
        </pc:picChg>
        <pc:picChg chg="mod">
          <ac:chgData name="Sahand Khodabandehloo" userId="cb03d64890cf78b3" providerId="LiveId" clId="{1D14F521-3E6A-4449-84FD-5A04CFCDE67E}" dt="2022-03-22T12:48:37.180" v="233" actId="1076"/>
          <ac:picMkLst>
            <pc:docMk/>
            <pc:sldMk cId="1658138794" sldId="263"/>
            <ac:picMk id="1026" creationId="{8B0F76DA-436B-2D42-9C9F-5AF0AAF8AC83}"/>
          </ac:picMkLst>
        </pc:picChg>
        <pc:picChg chg="add del">
          <ac:chgData name="Sahand Khodabandehloo" userId="cb03d64890cf78b3" providerId="LiveId" clId="{1D14F521-3E6A-4449-84FD-5A04CFCDE67E}" dt="2022-03-22T12:48:21.814" v="222" actId="26606"/>
          <ac:picMkLst>
            <pc:docMk/>
            <pc:sldMk cId="1658138794" sldId="263"/>
            <ac:picMk id="1031" creationId="{39D1DDD4-5BB3-45BA-B9B3-06B62299AD79}"/>
          </ac:picMkLst>
        </pc:picChg>
        <pc:cxnChg chg="add del">
          <ac:chgData name="Sahand Khodabandehloo" userId="cb03d64890cf78b3" providerId="LiveId" clId="{1D14F521-3E6A-4449-84FD-5A04CFCDE67E}" dt="2022-03-22T12:42:32.869" v="201" actId="26606"/>
          <ac:cxnSpMkLst>
            <pc:docMk/>
            <pc:sldMk cId="1658138794" sldId="263"/>
            <ac:cxnSpMk id="7" creationId="{D259FEF2-F6A5-442F-BA10-4E39EECD0ABE}"/>
          </ac:cxnSpMkLst>
        </pc:cxnChg>
        <pc:cxnChg chg="add del">
          <ac:chgData name="Sahand Khodabandehloo" userId="cb03d64890cf78b3" providerId="LiveId" clId="{1D14F521-3E6A-4449-84FD-5A04CFCDE67E}" dt="2022-03-22T12:42:23.260" v="199" actId="26606"/>
          <ac:cxnSpMkLst>
            <pc:docMk/>
            <pc:sldMk cId="1658138794" sldId="263"/>
            <ac:cxnSpMk id="10" creationId="{9EC65442-F244-409C-BF44-C5D6472E810A}"/>
          </ac:cxnSpMkLst>
        </pc:cxnChg>
        <pc:cxnChg chg="add del">
          <ac:chgData name="Sahand Khodabandehloo" userId="cb03d64890cf78b3" providerId="LiveId" clId="{1D14F521-3E6A-4449-84FD-5A04CFCDE67E}" dt="2022-03-22T12:42:18.222" v="197" actId="26606"/>
          <ac:cxnSpMkLst>
            <pc:docMk/>
            <pc:sldMk cId="1658138794" sldId="263"/>
            <ac:cxnSpMk id="11" creationId="{D259FEF2-F6A5-442F-BA10-4E39EECD0ABE}"/>
          </ac:cxnSpMkLst>
        </pc:cxnChg>
        <pc:cxnChg chg="add del">
          <ac:chgData name="Sahand Khodabandehloo" userId="cb03d64890cf78b3" providerId="LiveId" clId="{1D14F521-3E6A-4449-84FD-5A04CFCDE67E}" dt="2022-03-22T12:48:06.361" v="218" actId="26606"/>
          <ac:cxnSpMkLst>
            <pc:docMk/>
            <pc:sldMk cId="1658138794" sldId="263"/>
            <ac:cxnSpMk id="73" creationId="{C884B8F8-FDC9-498B-9960-5D7260AFCB03}"/>
          </ac:cxnSpMkLst>
        </pc:cxnChg>
        <pc:cxnChg chg="add del">
          <ac:chgData name="Sahand Khodabandehloo" userId="cb03d64890cf78b3" providerId="LiveId" clId="{1D14F521-3E6A-4449-84FD-5A04CFCDE67E}" dt="2022-03-22T12:48:06.361" v="218" actId="26606"/>
          <ac:cxnSpMkLst>
            <pc:docMk/>
            <pc:sldMk cId="1658138794" sldId="263"/>
            <ac:cxnSpMk id="79" creationId="{A24DAE64-2302-42EA-8239-F2F0775CA5AD}"/>
          </ac:cxnSpMkLst>
        </pc:cxnChg>
        <pc:cxnChg chg="add del">
          <ac:chgData name="Sahand Khodabandehloo" userId="cb03d64890cf78b3" providerId="LiveId" clId="{1D14F521-3E6A-4449-84FD-5A04CFCDE67E}" dt="2022-03-22T12:48:21.814" v="222" actId="26606"/>
          <ac:cxnSpMkLst>
            <pc:docMk/>
            <pc:sldMk cId="1658138794" sldId="263"/>
            <ac:cxnSpMk id="1029" creationId="{C884B8F8-FDC9-498B-9960-5D7260AFCB03}"/>
          </ac:cxnSpMkLst>
        </pc:cxnChg>
        <pc:cxnChg chg="add del">
          <ac:chgData name="Sahand Khodabandehloo" userId="cb03d64890cf78b3" providerId="LiveId" clId="{1D14F521-3E6A-4449-84FD-5A04CFCDE67E}" dt="2022-03-22T12:48:21.814" v="222" actId="26606"/>
          <ac:cxnSpMkLst>
            <pc:docMk/>
            <pc:sldMk cId="1658138794" sldId="263"/>
            <ac:cxnSpMk id="1032" creationId="{A24DAE64-2302-42EA-8239-F2F0775CA5AD}"/>
          </ac:cxnSpMkLst>
        </pc:cxnChg>
      </pc:sldChg>
      <pc:sldChg chg="addSp delSp modSp del mod setBg setClrOvrMap">
        <pc:chgData name="Sahand Khodabandehloo" userId="cb03d64890cf78b3" providerId="LiveId" clId="{1D14F521-3E6A-4449-84FD-5A04CFCDE67E}" dt="2022-03-23T10:58:49.694" v="2032" actId="47"/>
        <pc:sldMkLst>
          <pc:docMk/>
          <pc:sldMk cId="3671295957" sldId="264"/>
        </pc:sldMkLst>
        <pc:spChg chg="mod">
          <ac:chgData name="Sahand Khodabandehloo" userId="cb03d64890cf78b3" providerId="LiveId" clId="{1D14F521-3E6A-4449-84FD-5A04CFCDE67E}" dt="2022-03-22T12:43:34.156" v="205" actId="26606"/>
          <ac:spMkLst>
            <pc:docMk/>
            <pc:sldMk cId="3671295957" sldId="264"/>
            <ac:spMk id="2" creationId="{0FF2CA25-A2E2-4B3F-B8DC-7EE1D4B19B9C}"/>
          </ac:spMkLst>
        </pc:spChg>
        <pc:spChg chg="add del mod">
          <ac:chgData name="Sahand Khodabandehloo" userId="cb03d64890cf78b3" providerId="LiveId" clId="{1D14F521-3E6A-4449-84FD-5A04CFCDE67E}" dt="2022-03-22T12:43:39.226" v="206" actId="26606"/>
          <ac:spMkLst>
            <pc:docMk/>
            <pc:sldMk cId="3671295957" sldId="264"/>
            <ac:spMk id="3" creationId="{ED127739-6FFD-469C-9730-AD607664FAEF}"/>
          </ac:spMkLst>
        </pc:spChg>
        <pc:spChg chg="add del">
          <ac:chgData name="Sahand Khodabandehloo" userId="cb03d64890cf78b3" providerId="LiveId" clId="{1D14F521-3E6A-4449-84FD-5A04CFCDE67E}" dt="2022-03-22T12:43:34.156" v="205" actId="26606"/>
          <ac:spMkLst>
            <pc:docMk/>
            <pc:sldMk cId="3671295957" sldId="264"/>
            <ac:spMk id="6" creationId="{7BEFDA1A-2A01-4C29-A5D0-AE6F050D07DF}"/>
          </ac:spMkLst>
        </pc:spChg>
        <pc:spChg chg="add del">
          <ac:chgData name="Sahand Khodabandehloo" userId="cb03d64890cf78b3" providerId="LiveId" clId="{1D14F521-3E6A-4449-84FD-5A04CFCDE67E}" dt="2022-03-22T12:36:03.585" v="8" actId="26606"/>
          <ac:spMkLst>
            <pc:docMk/>
            <pc:sldMk cId="3671295957" sldId="264"/>
            <ac:spMk id="9" creationId="{32D32A60-013B-47A8-8833-D2424080917B}"/>
          </ac:spMkLst>
        </pc:spChg>
        <pc:spChg chg="add del">
          <ac:chgData name="Sahand Khodabandehloo" userId="cb03d64890cf78b3" providerId="LiveId" clId="{1D14F521-3E6A-4449-84FD-5A04CFCDE67E}" dt="2022-03-22T12:43:34.156" v="205" actId="26606"/>
          <ac:spMkLst>
            <pc:docMk/>
            <pc:sldMk cId="3671295957" sldId="264"/>
            <ac:spMk id="10" creationId="{279D3810-B86F-4009-84EC-DE0FEABD6FCE}"/>
          </ac:spMkLst>
        </pc:spChg>
        <pc:spChg chg="add del">
          <ac:chgData name="Sahand Khodabandehloo" userId="cb03d64890cf78b3" providerId="LiveId" clId="{1D14F521-3E6A-4449-84FD-5A04CFCDE67E}" dt="2022-03-22T12:36:03.585" v="8" actId="26606"/>
          <ac:spMkLst>
            <pc:docMk/>
            <pc:sldMk cId="3671295957" sldId="264"/>
            <ac:spMk id="11" creationId="{AE27932B-B694-4C4C-90D7-A0333A7C5876}"/>
          </ac:spMkLst>
        </pc:spChg>
        <pc:spChg chg="add del">
          <ac:chgData name="Sahand Khodabandehloo" userId="cb03d64890cf78b3" providerId="LiveId" clId="{1D14F521-3E6A-4449-84FD-5A04CFCDE67E}" dt="2022-03-22T12:36:03.585" v="8" actId="26606"/>
          <ac:spMkLst>
            <pc:docMk/>
            <pc:sldMk cId="3671295957" sldId="264"/>
            <ac:spMk id="15" creationId="{A9DA474E-6B91-4200-840F-0257B2358A75}"/>
          </ac:spMkLst>
        </pc:spChg>
        <pc:spChg chg="add del">
          <ac:chgData name="Sahand Khodabandehloo" userId="cb03d64890cf78b3" providerId="LiveId" clId="{1D14F521-3E6A-4449-84FD-5A04CFCDE67E}" dt="2022-03-22T12:36:10.710" v="10" actId="26606"/>
          <ac:spMkLst>
            <pc:docMk/>
            <pc:sldMk cId="3671295957" sldId="264"/>
            <ac:spMk id="21" creationId="{32D32A60-013B-47A8-8833-D2424080917B}"/>
          </ac:spMkLst>
        </pc:spChg>
        <pc:spChg chg="add del">
          <ac:chgData name="Sahand Khodabandehloo" userId="cb03d64890cf78b3" providerId="LiveId" clId="{1D14F521-3E6A-4449-84FD-5A04CFCDE67E}" dt="2022-03-22T12:36:10.710" v="10" actId="26606"/>
          <ac:spMkLst>
            <pc:docMk/>
            <pc:sldMk cId="3671295957" sldId="264"/>
            <ac:spMk id="22" creationId="{AE27932B-B694-4C4C-90D7-A0333A7C5876}"/>
          </ac:spMkLst>
        </pc:spChg>
        <pc:spChg chg="add del">
          <ac:chgData name="Sahand Khodabandehloo" userId="cb03d64890cf78b3" providerId="LiveId" clId="{1D14F521-3E6A-4449-84FD-5A04CFCDE67E}" dt="2022-03-22T12:36:10.710" v="10" actId="26606"/>
          <ac:spMkLst>
            <pc:docMk/>
            <pc:sldMk cId="3671295957" sldId="264"/>
            <ac:spMk id="24" creationId="{A9DA474E-6B91-4200-840F-0257B2358A75}"/>
          </ac:spMkLst>
        </pc:spChg>
        <pc:spChg chg="add del">
          <ac:chgData name="Sahand Khodabandehloo" userId="cb03d64890cf78b3" providerId="LiveId" clId="{1D14F521-3E6A-4449-84FD-5A04CFCDE67E}" dt="2022-03-22T12:36:12.750" v="12" actId="26606"/>
          <ac:spMkLst>
            <pc:docMk/>
            <pc:sldMk cId="3671295957" sldId="264"/>
            <ac:spMk id="29" creationId="{C6870151-9189-4C3A-8379-EF3D95827A0A}"/>
          </ac:spMkLst>
        </pc:spChg>
        <pc:spChg chg="add del">
          <ac:chgData name="Sahand Khodabandehloo" userId="cb03d64890cf78b3" providerId="LiveId" clId="{1D14F521-3E6A-4449-84FD-5A04CFCDE67E}" dt="2022-03-22T12:36:12.750" v="12" actId="26606"/>
          <ac:spMkLst>
            <pc:docMk/>
            <pc:sldMk cId="3671295957" sldId="264"/>
            <ac:spMk id="31" creationId="{123EA69C-102A-4DD0-9547-05DCD271D159}"/>
          </ac:spMkLst>
        </pc:spChg>
        <pc:spChg chg="add del">
          <ac:chgData name="Sahand Khodabandehloo" userId="cb03d64890cf78b3" providerId="LiveId" clId="{1D14F521-3E6A-4449-84FD-5A04CFCDE67E}" dt="2022-03-22T12:36:12.750" v="12" actId="26606"/>
          <ac:spMkLst>
            <pc:docMk/>
            <pc:sldMk cId="3671295957" sldId="264"/>
            <ac:spMk id="32" creationId="{6A862265-5CA3-4C40-8582-7534C3B03C2A}"/>
          </ac:spMkLst>
        </pc:spChg>
        <pc:spChg chg="add del">
          <ac:chgData name="Sahand Khodabandehloo" userId="cb03d64890cf78b3" providerId="LiveId" clId="{1D14F521-3E6A-4449-84FD-5A04CFCDE67E}" dt="2022-03-22T12:36:12.750" v="12" actId="26606"/>
          <ac:spMkLst>
            <pc:docMk/>
            <pc:sldMk cId="3671295957" sldId="264"/>
            <ac:spMk id="33" creationId="{600EF80B-0391-4082-9AF5-F15B091B4CE9}"/>
          </ac:spMkLst>
        </pc:spChg>
        <pc:spChg chg="add del">
          <ac:chgData name="Sahand Khodabandehloo" userId="cb03d64890cf78b3" providerId="LiveId" clId="{1D14F521-3E6A-4449-84FD-5A04CFCDE67E}" dt="2022-03-22T12:36:12.750" v="12" actId="26606"/>
          <ac:spMkLst>
            <pc:docMk/>
            <pc:sldMk cId="3671295957" sldId="264"/>
            <ac:spMk id="35" creationId="{ED127739-6FFD-469C-9730-AD607664FAEF}"/>
          </ac:spMkLst>
        </pc:spChg>
        <pc:spChg chg="add del">
          <ac:chgData name="Sahand Khodabandehloo" userId="cb03d64890cf78b3" providerId="LiveId" clId="{1D14F521-3E6A-4449-84FD-5A04CFCDE67E}" dt="2022-03-22T12:36:12.750" v="12" actId="26606"/>
          <ac:spMkLst>
            <pc:docMk/>
            <pc:sldMk cId="3671295957" sldId="264"/>
            <ac:spMk id="36" creationId="{3FBF03E8-C602-4192-9C52-F84B29FDCC88}"/>
          </ac:spMkLst>
        </pc:spChg>
        <pc:graphicFrameChg chg="add del">
          <ac:chgData name="Sahand Khodabandehloo" userId="cb03d64890cf78b3" providerId="LiveId" clId="{1D14F521-3E6A-4449-84FD-5A04CFCDE67E}" dt="2022-03-22T12:36:03.585" v="8" actId="26606"/>
          <ac:graphicFrameMkLst>
            <pc:docMk/>
            <pc:sldMk cId="3671295957" sldId="264"/>
            <ac:graphicFrameMk id="5" creationId="{7E1899FE-6242-ABB4-9B1F-876DFBF5AA05}"/>
          </ac:graphicFrameMkLst>
        </pc:graphicFrameChg>
        <pc:graphicFrameChg chg="add mod">
          <ac:chgData name="Sahand Khodabandehloo" userId="cb03d64890cf78b3" providerId="LiveId" clId="{1D14F521-3E6A-4449-84FD-5A04CFCDE67E}" dt="2022-03-23T10:20:57.545" v="349" actId="20577"/>
          <ac:graphicFrameMkLst>
            <pc:docMk/>
            <pc:sldMk cId="3671295957" sldId="264"/>
            <ac:graphicFrameMk id="16" creationId="{053474BD-E48B-2E64-0C8C-324856F1369F}"/>
          </ac:graphicFrameMkLst>
        </pc:graphicFrameChg>
        <pc:graphicFrameChg chg="add del">
          <ac:chgData name="Sahand Khodabandehloo" userId="cb03d64890cf78b3" providerId="LiveId" clId="{1D14F521-3E6A-4449-84FD-5A04CFCDE67E}" dt="2022-03-22T12:36:10.710" v="10" actId="26606"/>
          <ac:graphicFrameMkLst>
            <pc:docMk/>
            <pc:sldMk cId="3671295957" sldId="264"/>
            <ac:graphicFrameMk id="27" creationId="{53DD01C3-A934-C601-1137-DDDCB8D3B1D1}"/>
          </ac:graphicFrameMkLst>
        </pc:graphicFrameChg>
        <pc:graphicFrameChg chg="add del">
          <ac:chgData name="Sahand Khodabandehloo" userId="cb03d64890cf78b3" providerId="LiveId" clId="{1D14F521-3E6A-4449-84FD-5A04CFCDE67E}" dt="2022-03-22T12:36:25.928" v="14" actId="26606"/>
          <ac:graphicFrameMkLst>
            <pc:docMk/>
            <pc:sldMk cId="3671295957" sldId="264"/>
            <ac:graphicFrameMk id="38" creationId="{663A5DEE-DAFB-73D4-D2EA-A6F736504848}"/>
          </ac:graphicFrameMkLst>
        </pc:graphicFrameChg>
        <pc:graphicFrameChg chg="add del mod">
          <ac:chgData name="Sahand Khodabandehloo" userId="cb03d64890cf78b3" providerId="LiveId" clId="{1D14F521-3E6A-4449-84FD-5A04CFCDE67E}" dt="2022-03-22T12:37:12.723" v="17" actId="26606"/>
          <ac:graphicFrameMkLst>
            <pc:docMk/>
            <pc:sldMk cId="3671295957" sldId="264"/>
            <ac:graphicFrameMk id="40" creationId="{BE3C3750-8772-EFDA-654D-179C0ADE9655}"/>
          </ac:graphicFrameMkLst>
        </pc:graphicFrameChg>
        <pc:picChg chg="add del">
          <ac:chgData name="Sahand Khodabandehloo" userId="cb03d64890cf78b3" providerId="LiveId" clId="{1D14F521-3E6A-4449-84FD-5A04CFCDE67E}" dt="2022-03-22T12:43:34.156" v="205" actId="26606"/>
          <ac:picMkLst>
            <pc:docMk/>
            <pc:sldMk cId="3671295957" sldId="264"/>
            <ac:picMk id="7" creationId="{9F149AA0-2579-B621-996B-66242F964074}"/>
          </ac:picMkLst>
        </pc:picChg>
        <pc:picChg chg="add del">
          <ac:chgData name="Sahand Khodabandehloo" userId="cb03d64890cf78b3" providerId="LiveId" clId="{1D14F521-3E6A-4449-84FD-5A04CFCDE67E}" dt="2022-03-22T12:43:34.156" v="205" actId="26606"/>
          <ac:picMkLst>
            <pc:docMk/>
            <pc:sldMk cId="3671295957" sldId="264"/>
            <ac:picMk id="12" creationId="{C33612A4-0B77-4479-B2AA-F178599550AA}"/>
          </ac:picMkLst>
        </pc:picChg>
        <pc:picChg chg="add del">
          <ac:chgData name="Sahand Khodabandehloo" userId="cb03d64890cf78b3" providerId="LiveId" clId="{1D14F521-3E6A-4449-84FD-5A04CFCDE67E}" dt="2022-03-22T12:36:03.585" v="8" actId="26606"/>
          <ac:picMkLst>
            <pc:docMk/>
            <pc:sldMk cId="3671295957" sldId="264"/>
            <ac:picMk id="17" creationId="{DF63C9AD-AE6E-4512-8171-91612E84CCFB}"/>
          </ac:picMkLst>
        </pc:picChg>
        <pc:picChg chg="add del">
          <ac:chgData name="Sahand Khodabandehloo" userId="cb03d64890cf78b3" providerId="LiveId" clId="{1D14F521-3E6A-4449-84FD-5A04CFCDE67E}" dt="2022-03-22T12:36:10.710" v="10" actId="26606"/>
          <ac:picMkLst>
            <pc:docMk/>
            <pc:sldMk cId="3671295957" sldId="264"/>
            <ac:picMk id="25" creationId="{DF63C9AD-AE6E-4512-8171-91612E84CCFB}"/>
          </ac:picMkLst>
        </pc:picChg>
        <pc:picChg chg="add del">
          <ac:chgData name="Sahand Khodabandehloo" userId="cb03d64890cf78b3" providerId="LiveId" clId="{1D14F521-3E6A-4449-84FD-5A04CFCDE67E}" dt="2022-03-22T12:36:12.750" v="12" actId="26606"/>
          <ac:picMkLst>
            <pc:docMk/>
            <pc:sldMk cId="3671295957" sldId="264"/>
            <ac:picMk id="30" creationId="{838C7E51-E44F-D476-6D92-6C7DF1EA6831}"/>
          </ac:picMkLst>
        </pc:picChg>
        <pc:cxnChg chg="add del">
          <ac:chgData name="Sahand Khodabandehloo" userId="cb03d64890cf78b3" providerId="LiveId" clId="{1D14F521-3E6A-4449-84FD-5A04CFCDE67E}" dt="2022-03-22T12:43:34.156" v="205" actId="26606"/>
          <ac:cxnSpMkLst>
            <pc:docMk/>
            <pc:sldMk cId="3671295957" sldId="264"/>
            <ac:cxnSpMk id="8" creationId="{17FD20E5-30AF-47B9-9256-2E8E904CBBC1}"/>
          </ac:cxnSpMkLst>
        </pc:cxnChg>
        <pc:cxnChg chg="add del">
          <ac:chgData name="Sahand Khodabandehloo" userId="cb03d64890cf78b3" providerId="LiveId" clId="{1D14F521-3E6A-4449-84FD-5A04CFCDE67E}" dt="2022-03-22T12:36:03.585" v="8" actId="26606"/>
          <ac:cxnSpMkLst>
            <pc:docMk/>
            <pc:sldMk cId="3671295957" sldId="264"/>
            <ac:cxnSpMk id="13" creationId="{9EBB0476-5CF0-4F44-8D68-5D42D7AEE43A}"/>
          </ac:cxnSpMkLst>
        </pc:cxnChg>
        <pc:cxnChg chg="add del">
          <ac:chgData name="Sahand Khodabandehloo" userId="cb03d64890cf78b3" providerId="LiveId" clId="{1D14F521-3E6A-4449-84FD-5A04CFCDE67E}" dt="2022-03-22T12:43:34.156" v="205" actId="26606"/>
          <ac:cxnSpMkLst>
            <pc:docMk/>
            <pc:sldMk cId="3671295957" sldId="264"/>
            <ac:cxnSpMk id="14" creationId="{078A367A-3E83-4B48-A0F7-43FBE33328F5}"/>
          </ac:cxnSpMkLst>
        </pc:cxnChg>
        <pc:cxnChg chg="add del">
          <ac:chgData name="Sahand Khodabandehloo" userId="cb03d64890cf78b3" providerId="LiveId" clId="{1D14F521-3E6A-4449-84FD-5A04CFCDE67E}" dt="2022-03-22T12:36:03.585" v="8" actId="26606"/>
          <ac:cxnSpMkLst>
            <pc:docMk/>
            <pc:sldMk cId="3671295957" sldId="264"/>
            <ac:cxnSpMk id="19" creationId="{FE1A49CE-B63D-457A-A180-1C883E1A63D2}"/>
          </ac:cxnSpMkLst>
        </pc:cxnChg>
        <pc:cxnChg chg="add del">
          <ac:chgData name="Sahand Khodabandehloo" userId="cb03d64890cf78b3" providerId="LiveId" clId="{1D14F521-3E6A-4449-84FD-5A04CFCDE67E}" dt="2022-03-22T12:36:10.710" v="10" actId="26606"/>
          <ac:cxnSpMkLst>
            <pc:docMk/>
            <pc:sldMk cId="3671295957" sldId="264"/>
            <ac:cxnSpMk id="23" creationId="{9EBB0476-5CF0-4F44-8D68-5D42D7AEE43A}"/>
          </ac:cxnSpMkLst>
        </pc:cxnChg>
        <pc:cxnChg chg="add del">
          <ac:chgData name="Sahand Khodabandehloo" userId="cb03d64890cf78b3" providerId="LiveId" clId="{1D14F521-3E6A-4449-84FD-5A04CFCDE67E}" dt="2022-03-22T12:36:10.710" v="10" actId="26606"/>
          <ac:cxnSpMkLst>
            <pc:docMk/>
            <pc:sldMk cId="3671295957" sldId="264"/>
            <ac:cxnSpMk id="26" creationId="{FE1A49CE-B63D-457A-A180-1C883E1A63D2}"/>
          </ac:cxnSpMkLst>
        </pc:cxnChg>
        <pc:cxnChg chg="add del">
          <ac:chgData name="Sahand Khodabandehloo" userId="cb03d64890cf78b3" providerId="LiveId" clId="{1D14F521-3E6A-4449-84FD-5A04CFCDE67E}" dt="2022-03-22T12:36:12.750" v="12" actId="26606"/>
          <ac:cxnSpMkLst>
            <pc:docMk/>
            <pc:sldMk cId="3671295957" sldId="264"/>
            <ac:cxnSpMk id="34" creationId="{D33AC32D-5F44-45F7-A0BD-7C11A86BED57}"/>
          </ac:cxnSpMkLst>
        </pc:cxnChg>
      </pc:sldChg>
      <pc:sldChg chg="modSp new mod">
        <pc:chgData name="Sahand Khodabandehloo" userId="cb03d64890cf78b3" providerId="LiveId" clId="{1D14F521-3E6A-4449-84FD-5A04CFCDE67E}" dt="2022-03-22T12:41:43.838" v="195" actId="20577"/>
        <pc:sldMkLst>
          <pc:docMk/>
          <pc:sldMk cId="2510196619" sldId="265"/>
        </pc:sldMkLst>
        <pc:spChg chg="mod">
          <ac:chgData name="Sahand Khodabandehloo" userId="cb03d64890cf78b3" providerId="LiveId" clId="{1D14F521-3E6A-4449-84FD-5A04CFCDE67E}" dt="2022-03-22T12:38:25.836" v="26" actId="20577"/>
          <ac:spMkLst>
            <pc:docMk/>
            <pc:sldMk cId="2510196619" sldId="265"/>
            <ac:spMk id="2" creationId="{DB4E3523-933C-4A65-8A5D-BAA4E1E54E64}"/>
          </ac:spMkLst>
        </pc:spChg>
        <pc:spChg chg="mod">
          <ac:chgData name="Sahand Khodabandehloo" userId="cb03d64890cf78b3" providerId="LiveId" clId="{1D14F521-3E6A-4449-84FD-5A04CFCDE67E}" dt="2022-03-22T12:41:43.838" v="195" actId="20577"/>
          <ac:spMkLst>
            <pc:docMk/>
            <pc:sldMk cId="2510196619" sldId="265"/>
            <ac:spMk id="3" creationId="{42C948D5-3CBF-4B3C-9847-4886EB560070}"/>
          </ac:spMkLst>
        </pc:spChg>
      </pc:sldChg>
      <pc:sldChg chg="modSp new mod">
        <pc:chgData name="Sahand Khodabandehloo" userId="cb03d64890cf78b3" providerId="LiveId" clId="{1D14F521-3E6A-4449-84FD-5A04CFCDE67E}" dt="2022-03-22T12:53:30.916" v="323" actId="20577"/>
        <pc:sldMkLst>
          <pc:docMk/>
          <pc:sldMk cId="1156421585" sldId="266"/>
        </pc:sldMkLst>
        <pc:spChg chg="mod">
          <ac:chgData name="Sahand Khodabandehloo" userId="cb03d64890cf78b3" providerId="LiveId" clId="{1D14F521-3E6A-4449-84FD-5A04CFCDE67E}" dt="2022-03-22T12:51:20.543" v="239" actId="122"/>
          <ac:spMkLst>
            <pc:docMk/>
            <pc:sldMk cId="1156421585" sldId="266"/>
            <ac:spMk id="2" creationId="{126DB677-F5EB-4A0E-AFF5-D72754B29763}"/>
          </ac:spMkLst>
        </pc:spChg>
        <pc:spChg chg="mod">
          <ac:chgData name="Sahand Khodabandehloo" userId="cb03d64890cf78b3" providerId="LiveId" clId="{1D14F521-3E6A-4449-84FD-5A04CFCDE67E}" dt="2022-03-22T12:53:30.916" v="323" actId="20577"/>
          <ac:spMkLst>
            <pc:docMk/>
            <pc:sldMk cId="1156421585" sldId="266"/>
            <ac:spMk id="3" creationId="{5BD939EF-38D3-41B5-9D8A-E602722223A8}"/>
          </ac:spMkLst>
        </pc:spChg>
      </pc:sldChg>
      <pc:sldChg chg="modSp add modNotesTx">
        <pc:chgData name="Sahand Khodabandehloo" userId="cb03d64890cf78b3" providerId="LiveId" clId="{1D14F521-3E6A-4449-84FD-5A04CFCDE67E}" dt="2022-03-23T11:02:56.553" v="2134" actId="114"/>
        <pc:sldMkLst>
          <pc:docMk/>
          <pc:sldMk cId="1193182930" sldId="267"/>
        </pc:sldMkLst>
        <pc:graphicFrameChg chg="mod">
          <ac:chgData name="Sahand Khodabandehloo" userId="cb03d64890cf78b3" providerId="LiveId" clId="{1D14F521-3E6A-4449-84FD-5A04CFCDE67E}" dt="2022-03-23T11:00:47.407" v="2091" actId="20577"/>
          <ac:graphicFrameMkLst>
            <pc:docMk/>
            <pc:sldMk cId="1193182930" sldId="267"/>
            <ac:graphicFrameMk id="16" creationId="{053474BD-E48B-2E64-0C8C-324856F1369F}"/>
          </ac:graphicFrameMkLst>
        </pc:graphicFrameChg>
      </pc:sldChg>
    </pc:docChg>
  </pc:docChgLst>
  <pc:docChgLst>
    <pc:chgData name="tor modin" userId="5de60e9d544f81f5" providerId="LiveId" clId="{C34D4DE8-29EB-344B-A283-A210AACBE0BF}"/>
    <pc:docChg chg="undo custSel addSld delSld modSld sldOrd">
      <pc:chgData name="tor modin" userId="5de60e9d544f81f5" providerId="LiveId" clId="{C34D4DE8-29EB-344B-A283-A210AACBE0BF}" dt="2022-03-22T12:48:19.350" v="254" actId="20577"/>
      <pc:docMkLst>
        <pc:docMk/>
      </pc:docMkLst>
      <pc:sldChg chg="modSp new mod">
        <pc:chgData name="tor modin" userId="5de60e9d544f81f5" providerId="LiveId" clId="{C34D4DE8-29EB-344B-A283-A210AACBE0BF}" dt="2022-03-21T13:51:03.169" v="43" actId="20577"/>
        <pc:sldMkLst>
          <pc:docMk/>
          <pc:sldMk cId="3825325445" sldId="257"/>
        </pc:sldMkLst>
        <pc:spChg chg="mod">
          <ac:chgData name="tor modin" userId="5de60e9d544f81f5" providerId="LiveId" clId="{C34D4DE8-29EB-344B-A283-A210AACBE0BF}" dt="2022-03-21T13:51:03.169" v="43" actId="20577"/>
          <ac:spMkLst>
            <pc:docMk/>
            <pc:sldMk cId="3825325445" sldId="257"/>
            <ac:spMk id="2" creationId="{E724C950-7AE3-9E45-9C69-6C81577DEEB3}"/>
          </ac:spMkLst>
        </pc:spChg>
      </pc:sldChg>
      <pc:sldChg chg="addSp delSp modSp new mod setBg">
        <pc:chgData name="tor modin" userId="5de60e9d544f81f5" providerId="LiveId" clId="{C34D4DE8-29EB-344B-A283-A210AACBE0BF}" dt="2022-03-22T12:47:56.653" v="253" actId="26606"/>
        <pc:sldMkLst>
          <pc:docMk/>
          <pc:sldMk cId="3428815386" sldId="258"/>
        </pc:sldMkLst>
        <pc:spChg chg="mod">
          <ac:chgData name="tor modin" userId="5de60e9d544f81f5" providerId="LiveId" clId="{C34D4DE8-29EB-344B-A283-A210AACBE0BF}" dt="2022-03-22T12:47:56.653" v="253" actId="26606"/>
          <ac:spMkLst>
            <pc:docMk/>
            <pc:sldMk cId="3428815386" sldId="258"/>
            <ac:spMk id="2" creationId="{4AA420E6-14E3-9C4B-973D-688A96434545}"/>
          </ac:spMkLst>
        </pc:spChg>
        <pc:spChg chg="mod">
          <ac:chgData name="tor modin" userId="5de60e9d544f81f5" providerId="LiveId" clId="{C34D4DE8-29EB-344B-A283-A210AACBE0BF}" dt="2022-03-22T12:47:56.653" v="253" actId="26606"/>
          <ac:spMkLst>
            <pc:docMk/>
            <pc:sldMk cId="3428815386" sldId="258"/>
            <ac:spMk id="3" creationId="{A9A2D967-F2D7-E946-9E46-124D570BB6FC}"/>
          </ac:spMkLst>
        </pc:spChg>
        <pc:spChg chg="add del">
          <ac:chgData name="tor modin" userId="5de60e9d544f81f5" providerId="LiveId" clId="{C34D4DE8-29EB-344B-A283-A210AACBE0BF}" dt="2022-03-22T12:47:56.609" v="252" actId="26606"/>
          <ac:spMkLst>
            <pc:docMk/>
            <pc:sldMk cId="3428815386" sldId="258"/>
            <ac:spMk id="71" creationId="{368B8211-0B9F-4516-8771-3316E00DB965}"/>
          </ac:spMkLst>
        </pc:spChg>
        <pc:spChg chg="add">
          <ac:chgData name="tor modin" userId="5de60e9d544f81f5" providerId="LiveId" clId="{C34D4DE8-29EB-344B-A283-A210AACBE0BF}" dt="2022-03-22T12:47:56.653" v="253" actId="26606"/>
          <ac:spMkLst>
            <pc:docMk/>
            <pc:sldMk cId="3428815386" sldId="258"/>
            <ac:spMk id="75" creationId="{81958111-BC13-4D45-AB27-0C2C83F9BA64}"/>
          </ac:spMkLst>
        </pc:spChg>
        <pc:spChg chg="add">
          <ac:chgData name="tor modin" userId="5de60e9d544f81f5" providerId="LiveId" clId="{C34D4DE8-29EB-344B-A283-A210AACBE0BF}" dt="2022-03-22T12:47:56.653" v="253" actId="26606"/>
          <ac:spMkLst>
            <pc:docMk/>
            <pc:sldMk cId="3428815386" sldId="258"/>
            <ac:spMk id="2052" creationId="{021A4066-B261-49FE-952E-A0FE3EE75CD2}"/>
          </ac:spMkLst>
        </pc:spChg>
        <pc:grpChg chg="add">
          <ac:chgData name="tor modin" userId="5de60e9d544f81f5" providerId="LiveId" clId="{C34D4DE8-29EB-344B-A283-A210AACBE0BF}" dt="2022-03-22T12:47:56.653" v="253" actId="26606"/>
          <ac:grpSpMkLst>
            <pc:docMk/>
            <pc:sldMk cId="3428815386" sldId="258"/>
            <ac:grpSpMk id="77" creationId="{82188758-E18A-4CE5-9D03-F4BF5D887C3F}"/>
          </ac:grpSpMkLst>
        </pc:grpChg>
        <pc:picChg chg="add">
          <ac:chgData name="tor modin" userId="5de60e9d544f81f5" providerId="LiveId" clId="{C34D4DE8-29EB-344B-A283-A210AACBE0BF}" dt="2022-03-22T12:47:56.653" v="253" actId="26606"/>
          <ac:picMkLst>
            <pc:docMk/>
            <pc:sldMk cId="3428815386" sldId="258"/>
            <ac:picMk id="81" creationId="{D42F4933-2ECF-4EE5-BCE4-F19E3CA609FE}"/>
          </ac:picMkLst>
        </pc:picChg>
        <pc:picChg chg="add mod ord">
          <ac:chgData name="tor modin" userId="5de60e9d544f81f5" providerId="LiveId" clId="{C34D4DE8-29EB-344B-A283-A210AACBE0BF}" dt="2022-03-22T12:47:56.653" v="253" actId="26606"/>
          <ac:picMkLst>
            <pc:docMk/>
            <pc:sldMk cId="3428815386" sldId="258"/>
            <ac:picMk id="2050" creationId="{FA96ABE5-D02C-8D4D-BBB9-F17FEA8D5921}"/>
          </ac:picMkLst>
        </pc:picChg>
        <pc:cxnChg chg="add del">
          <ac:chgData name="tor modin" userId="5de60e9d544f81f5" providerId="LiveId" clId="{C34D4DE8-29EB-344B-A283-A210AACBE0BF}" dt="2022-03-22T12:47:56.609" v="252" actId="26606"/>
          <ac:cxnSpMkLst>
            <pc:docMk/>
            <pc:sldMk cId="3428815386" sldId="258"/>
            <ac:cxnSpMk id="73" creationId="{B7582E73-8B46-4A0E-944E-58357C80883F}"/>
          </ac:cxnSpMkLst>
        </pc:cxnChg>
        <pc:cxnChg chg="add">
          <ac:chgData name="tor modin" userId="5de60e9d544f81f5" providerId="LiveId" clId="{C34D4DE8-29EB-344B-A283-A210AACBE0BF}" dt="2022-03-22T12:47:56.653" v="253" actId="26606"/>
          <ac:cxnSpMkLst>
            <pc:docMk/>
            <pc:sldMk cId="3428815386" sldId="258"/>
            <ac:cxnSpMk id="83" creationId="{C6FAC23C-014D-4AC5-AD1B-36F7D0E7EF32}"/>
          </ac:cxnSpMkLst>
        </pc:cxnChg>
        <pc:cxnChg chg="add">
          <ac:chgData name="tor modin" userId="5de60e9d544f81f5" providerId="LiveId" clId="{C34D4DE8-29EB-344B-A283-A210AACBE0BF}" dt="2022-03-22T12:47:56.653" v="253" actId="26606"/>
          <ac:cxnSpMkLst>
            <pc:docMk/>
            <pc:sldMk cId="3428815386" sldId="258"/>
            <ac:cxnSpMk id="2053" creationId="{381B4579-E2EA-4BD7-94FF-0A0BEE135C6B}"/>
          </ac:cxnSpMkLst>
        </pc:cxnChg>
      </pc:sldChg>
      <pc:sldChg chg="modSp new mod ord">
        <pc:chgData name="tor modin" userId="5de60e9d544f81f5" providerId="LiveId" clId="{C34D4DE8-29EB-344B-A283-A210AACBE0BF}" dt="2022-03-22T12:42:16.950" v="242" actId="20577"/>
        <pc:sldMkLst>
          <pc:docMk/>
          <pc:sldMk cId="1170291830" sldId="259"/>
        </pc:sldMkLst>
        <pc:spChg chg="mod">
          <ac:chgData name="tor modin" userId="5de60e9d544f81f5" providerId="LiveId" clId="{C34D4DE8-29EB-344B-A283-A210AACBE0BF}" dt="2022-03-22T12:42:16.950" v="242" actId="20577"/>
          <ac:spMkLst>
            <pc:docMk/>
            <pc:sldMk cId="1170291830" sldId="259"/>
            <ac:spMk id="2" creationId="{F9238AD3-9D6E-7345-BB3A-01B5D0BC835E}"/>
          </ac:spMkLst>
        </pc:spChg>
        <pc:spChg chg="mod">
          <ac:chgData name="tor modin" userId="5de60e9d544f81f5" providerId="LiveId" clId="{C34D4DE8-29EB-344B-A283-A210AACBE0BF}" dt="2022-03-22T12:35:05.291" v="145" actId="20577"/>
          <ac:spMkLst>
            <pc:docMk/>
            <pc:sldMk cId="1170291830" sldId="259"/>
            <ac:spMk id="3" creationId="{CABA1C3C-423C-F449-88AC-48F65D35F37A}"/>
          </ac:spMkLst>
        </pc:spChg>
      </pc:sldChg>
      <pc:sldChg chg="del">
        <pc:chgData name="tor modin" userId="5de60e9d544f81f5" providerId="LiveId" clId="{C34D4DE8-29EB-344B-A283-A210AACBE0BF}" dt="2022-03-22T12:33:57.798" v="85" actId="2696"/>
        <pc:sldMkLst>
          <pc:docMk/>
          <pc:sldMk cId="3926231957" sldId="260"/>
        </pc:sldMkLst>
      </pc:sldChg>
      <pc:sldChg chg="addSp modSp mod">
        <pc:chgData name="tor modin" userId="5de60e9d544f81f5" providerId="LiveId" clId="{C34D4DE8-29EB-344B-A283-A210AACBE0BF}" dt="2022-03-22T12:45:02.157" v="246" actId="14100"/>
        <pc:sldMkLst>
          <pc:docMk/>
          <pc:sldMk cId="1658138794" sldId="263"/>
        </pc:sldMkLst>
        <pc:spChg chg="mod">
          <ac:chgData name="tor modin" userId="5de60e9d544f81f5" providerId="LiveId" clId="{C34D4DE8-29EB-344B-A283-A210AACBE0BF}" dt="2022-03-22T12:44:51.710" v="243" actId="20577"/>
          <ac:spMkLst>
            <pc:docMk/>
            <pc:sldMk cId="1658138794" sldId="263"/>
            <ac:spMk id="3" creationId="{F878C39D-914F-4BE9-9ACE-31B98FE53161}"/>
          </ac:spMkLst>
        </pc:spChg>
        <pc:picChg chg="add mod">
          <ac:chgData name="tor modin" userId="5de60e9d544f81f5" providerId="LiveId" clId="{C34D4DE8-29EB-344B-A283-A210AACBE0BF}" dt="2022-03-22T12:45:02.157" v="246" actId="14100"/>
          <ac:picMkLst>
            <pc:docMk/>
            <pc:sldMk cId="1658138794" sldId="263"/>
            <ac:picMk id="1026" creationId="{8B0F76DA-436B-2D42-9C9F-5AF0AAF8AC83}"/>
          </ac:picMkLst>
        </pc:picChg>
      </pc:sldChg>
      <pc:sldChg chg="modSp mod">
        <pc:chgData name="tor modin" userId="5de60e9d544f81f5" providerId="LiveId" clId="{C34D4DE8-29EB-344B-A283-A210AACBE0BF}" dt="2022-03-22T12:48:19.350" v="254" actId="20577"/>
        <pc:sldMkLst>
          <pc:docMk/>
          <pc:sldMk cId="2510196619" sldId="265"/>
        </pc:sldMkLst>
        <pc:spChg chg="mod">
          <ac:chgData name="tor modin" userId="5de60e9d544f81f5" providerId="LiveId" clId="{C34D4DE8-29EB-344B-A283-A210AACBE0BF}" dt="2022-03-22T12:48:19.350" v="254" actId="20577"/>
          <ac:spMkLst>
            <pc:docMk/>
            <pc:sldMk cId="2510196619" sldId="265"/>
            <ac:spMk id="3" creationId="{42C948D5-3CBF-4B3C-9847-4886EB560070}"/>
          </ac:spMkLst>
        </pc:spChg>
      </pc:sldChg>
    </pc:docChg>
  </pc:docChgLst>
  <pc:docChgLst>
    <pc:chgData name="Sahand Khodabandehloo" userId="cb03d64890cf78b3" providerId="LiveId" clId="{72473DAC-6BE6-46F9-BC0C-4EFF46449FFF}"/>
    <pc:docChg chg="undo custSel mod addSld delSld modSld">
      <pc:chgData name="Sahand Khodabandehloo" userId="cb03d64890cf78b3" providerId="LiveId" clId="{72473DAC-6BE6-46F9-BC0C-4EFF46449FFF}" dt="2022-03-22T11:48:29.240" v="2041" actId="20577"/>
      <pc:docMkLst>
        <pc:docMk/>
      </pc:docMkLst>
      <pc:sldChg chg="modSp">
        <pc:chgData name="Sahand Khodabandehloo" userId="cb03d64890cf78b3" providerId="LiveId" clId="{72473DAC-6BE6-46F9-BC0C-4EFF46449FFF}" dt="2022-03-22T10:21:32.263" v="42" actId="20577"/>
        <pc:sldMkLst>
          <pc:docMk/>
          <pc:sldMk cId="1910892193" sldId="256"/>
        </pc:sldMkLst>
        <pc:spChg chg="mod">
          <ac:chgData name="Sahand Khodabandehloo" userId="cb03d64890cf78b3" providerId="LiveId" clId="{72473DAC-6BE6-46F9-BC0C-4EFF46449FFF}" dt="2022-03-22T10:21:32.263" v="42" actId="20577"/>
          <ac:spMkLst>
            <pc:docMk/>
            <pc:sldMk cId="1910892193" sldId="256"/>
            <ac:spMk id="2" creationId="{B085772C-3128-4D3C-9AC8-27E16D7343B1}"/>
          </ac:spMkLst>
        </pc:spChg>
        <pc:spChg chg="mod">
          <ac:chgData name="Sahand Khodabandehloo" userId="cb03d64890cf78b3" providerId="LiveId" clId="{72473DAC-6BE6-46F9-BC0C-4EFF46449FFF}" dt="2022-03-09T10:51:44.892" v="41" actId="20577"/>
          <ac:spMkLst>
            <pc:docMk/>
            <pc:sldMk cId="1910892193" sldId="256"/>
            <ac:spMk id="3" creationId="{61302FB4-27B1-483F-B1E6-4A32E9730263}"/>
          </ac:spMkLst>
        </pc:spChg>
      </pc:sldChg>
      <pc:sldChg chg="addSp delSp modSp mod setBg">
        <pc:chgData name="Sahand Khodabandehloo" userId="cb03d64890cf78b3" providerId="LiveId" clId="{72473DAC-6BE6-46F9-BC0C-4EFF46449FFF}" dt="2022-03-22T11:46:40.736" v="2017" actId="26606"/>
        <pc:sldMkLst>
          <pc:docMk/>
          <pc:sldMk cId="3825325445" sldId="257"/>
        </pc:sldMkLst>
        <pc:spChg chg="mod">
          <ac:chgData name="Sahand Khodabandehloo" userId="cb03d64890cf78b3" providerId="LiveId" clId="{72473DAC-6BE6-46F9-BC0C-4EFF46449FFF}" dt="2022-03-22T11:46:40.736" v="2017" actId="26606"/>
          <ac:spMkLst>
            <pc:docMk/>
            <pc:sldMk cId="3825325445" sldId="257"/>
            <ac:spMk id="2" creationId="{E724C950-7AE3-9E45-9C69-6C81577DEEB3}"/>
          </ac:spMkLst>
        </pc:spChg>
        <pc:spChg chg="add del">
          <ac:chgData name="Sahand Khodabandehloo" userId="cb03d64890cf78b3" providerId="LiveId" clId="{72473DAC-6BE6-46F9-BC0C-4EFF46449FFF}" dt="2022-03-22T11:46:40.736" v="2017" actId="26606"/>
          <ac:spMkLst>
            <pc:docMk/>
            <pc:sldMk cId="3825325445" sldId="257"/>
            <ac:spMk id="3" creationId="{DD4C62DF-3D6B-4C4A-9CC6-FA449E83EAEC}"/>
          </ac:spMkLst>
        </pc:spChg>
        <pc:spChg chg="add del">
          <ac:chgData name="Sahand Khodabandehloo" userId="cb03d64890cf78b3" providerId="LiveId" clId="{72473DAC-6BE6-46F9-BC0C-4EFF46449FFF}" dt="2022-03-22T11:46:40.736" v="2017" actId="26606"/>
          <ac:spMkLst>
            <pc:docMk/>
            <pc:sldMk cId="3825325445" sldId="257"/>
            <ac:spMk id="6" creationId="{C63C853E-3842-4594-86A9-051FFAF4D343}"/>
          </ac:spMkLst>
        </pc:spChg>
        <pc:spChg chg="add del">
          <ac:chgData name="Sahand Khodabandehloo" userId="cb03d64890cf78b3" providerId="LiveId" clId="{72473DAC-6BE6-46F9-BC0C-4EFF46449FFF}" dt="2022-03-22T11:46:39.534" v="2015" actId="26606"/>
          <ac:spMkLst>
            <pc:docMk/>
            <pc:sldMk cId="3825325445" sldId="257"/>
            <ac:spMk id="9" creationId="{C63C853E-3842-4594-86A9-051FFAF4D343}"/>
          </ac:spMkLst>
        </pc:spChg>
        <pc:spChg chg="add del">
          <ac:chgData name="Sahand Khodabandehloo" userId="cb03d64890cf78b3" providerId="LiveId" clId="{72473DAC-6BE6-46F9-BC0C-4EFF46449FFF}" dt="2022-03-22T11:46:40.736" v="2017" actId="26606"/>
          <ac:spMkLst>
            <pc:docMk/>
            <pc:sldMk cId="3825325445" sldId="257"/>
            <ac:spMk id="14" creationId="{2E67E8BF-E4B2-4098-9FB3-9E400BD86935}"/>
          </ac:spMkLst>
        </pc:spChg>
        <pc:spChg chg="add del">
          <ac:chgData name="Sahand Khodabandehloo" userId="cb03d64890cf78b3" providerId="LiveId" clId="{72473DAC-6BE6-46F9-BC0C-4EFF46449FFF}" dt="2022-03-22T11:46:39.534" v="2015" actId="26606"/>
          <ac:spMkLst>
            <pc:docMk/>
            <pc:sldMk cId="3825325445" sldId="257"/>
            <ac:spMk id="17" creationId="{2E67E8BF-E4B2-4098-9FB3-9E400BD86935}"/>
          </ac:spMkLst>
        </pc:spChg>
        <pc:picChg chg="add del">
          <ac:chgData name="Sahand Khodabandehloo" userId="cb03d64890cf78b3" providerId="LiveId" clId="{72473DAC-6BE6-46F9-BC0C-4EFF46449FFF}" dt="2022-03-22T11:46:39.534" v="2015" actId="26606"/>
          <ac:picMkLst>
            <pc:docMk/>
            <pc:sldMk cId="3825325445" sldId="257"/>
            <ac:picMk id="5" creationId="{3BE184CB-976C-35E2-F3D7-9305A78FD7AE}"/>
          </ac:picMkLst>
        </pc:picChg>
        <pc:picChg chg="add del">
          <ac:chgData name="Sahand Khodabandehloo" userId="cb03d64890cf78b3" providerId="LiveId" clId="{72473DAC-6BE6-46F9-BC0C-4EFF46449FFF}" dt="2022-03-22T11:46:40.736" v="2017" actId="26606"/>
          <ac:picMkLst>
            <pc:docMk/>
            <pc:sldMk cId="3825325445" sldId="257"/>
            <ac:picMk id="7" creationId="{B591CDC5-6B61-4116-B3B5-0FF42B6E606D}"/>
          </ac:picMkLst>
        </pc:picChg>
        <pc:picChg chg="add del">
          <ac:chgData name="Sahand Khodabandehloo" userId="cb03d64890cf78b3" providerId="LiveId" clId="{72473DAC-6BE6-46F9-BC0C-4EFF46449FFF}" dt="2022-03-22T11:46:39.534" v="2015" actId="26606"/>
          <ac:picMkLst>
            <pc:docMk/>
            <pc:sldMk cId="3825325445" sldId="257"/>
            <ac:picMk id="11" creationId="{B591CDC5-6B61-4116-B3B5-0FF42B6E606D}"/>
          </ac:picMkLst>
        </pc:picChg>
        <pc:picChg chg="add del">
          <ac:chgData name="Sahand Khodabandehloo" userId="cb03d64890cf78b3" providerId="LiveId" clId="{72473DAC-6BE6-46F9-BC0C-4EFF46449FFF}" dt="2022-03-22T11:46:40.736" v="2017" actId="26606"/>
          <ac:picMkLst>
            <pc:docMk/>
            <pc:sldMk cId="3825325445" sldId="257"/>
            <ac:picMk id="12" creationId="{2163162A-4E3C-CCA8-222E-C6C78D76A9C7}"/>
          </ac:picMkLst>
        </pc:picChg>
        <pc:cxnChg chg="add del">
          <ac:chgData name="Sahand Khodabandehloo" userId="cb03d64890cf78b3" providerId="LiveId" clId="{72473DAC-6BE6-46F9-BC0C-4EFF46449FFF}" dt="2022-03-22T11:46:40.736" v="2017" actId="26606"/>
          <ac:cxnSpMkLst>
            <pc:docMk/>
            <pc:sldMk cId="3825325445" sldId="257"/>
            <ac:cxnSpMk id="8" creationId="{25B08984-5BEB-422F-A364-2B41E6A516EB}"/>
          </ac:cxnSpMkLst>
        </pc:cxnChg>
        <pc:cxnChg chg="add del">
          <ac:chgData name="Sahand Khodabandehloo" userId="cb03d64890cf78b3" providerId="LiveId" clId="{72473DAC-6BE6-46F9-BC0C-4EFF46449FFF}" dt="2022-03-22T11:46:40.736" v="2017" actId="26606"/>
          <ac:cxnSpMkLst>
            <pc:docMk/>
            <pc:sldMk cId="3825325445" sldId="257"/>
            <ac:cxnSpMk id="10" creationId="{A8F413B1-54E0-4B16-92AB-1CC5C7D645BC}"/>
          </ac:cxnSpMkLst>
        </pc:cxnChg>
        <pc:cxnChg chg="add del">
          <ac:chgData name="Sahand Khodabandehloo" userId="cb03d64890cf78b3" providerId="LiveId" clId="{72473DAC-6BE6-46F9-BC0C-4EFF46449FFF}" dt="2022-03-22T11:46:39.534" v="2015" actId="26606"/>
          <ac:cxnSpMkLst>
            <pc:docMk/>
            <pc:sldMk cId="3825325445" sldId="257"/>
            <ac:cxnSpMk id="13" creationId="{25B08984-5BEB-422F-A364-2B41E6A516EB}"/>
          </ac:cxnSpMkLst>
        </pc:cxnChg>
        <pc:cxnChg chg="add del">
          <ac:chgData name="Sahand Khodabandehloo" userId="cb03d64890cf78b3" providerId="LiveId" clId="{72473DAC-6BE6-46F9-BC0C-4EFF46449FFF}" dt="2022-03-22T11:46:39.534" v="2015" actId="26606"/>
          <ac:cxnSpMkLst>
            <pc:docMk/>
            <pc:sldMk cId="3825325445" sldId="257"/>
            <ac:cxnSpMk id="15" creationId="{A8F413B1-54E0-4B16-92AB-1CC5C7D645BC}"/>
          </ac:cxnSpMkLst>
        </pc:cxnChg>
        <pc:cxnChg chg="add del">
          <ac:chgData name="Sahand Khodabandehloo" userId="cb03d64890cf78b3" providerId="LiveId" clId="{72473DAC-6BE6-46F9-BC0C-4EFF46449FFF}" dt="2022-03-22T11:46:40.736" v="2017" actId="26606"/>
          <ac:cxnSpMkLst>
            <pc:docMk/>
            <pc:sldMk cId="3825325445" sldId="257"/>
            <ac:cxnSpMk id="16" creationId="{3781A10F-5DF6-4C9B-AE0B-5249E4399D26}"/>
          </ac:cxnSpMkLst>
        </pc:cxnChg>
        <pc:cxnChg chg="add del">
          <ac:chgData name="Sahand Khodabandehloo" userId="cb03d64890cf78b3" providerId="LiveId" clId="{72473DAC-6BE6-46F9-BC0C-4EFF46449FFF}" dt="2022-03-22T11:46:39.534" v="2015" actId="26606"/>
          <ac:cxnSpMkLst>
            <pc:docMk/>
            <pc:sldMk cId="3825325445" sldId="257"/>
            <ac:cxnSpMk id="19" creationId="{3781A10F-5DF6-4C9B-AE0B-5249E4399D26}"/>
          </ac:cxnSpMkLst>
        </pc:cxnChg>
      </pc:sldChg>
      <pc:sldChg chg="modSp">
        <pc:chgData name="Sahand Khodabandehloo" userId="cb03d64890cf78b3" providerId="LiveId" clId="{72473DAC-6BE6-46F9-BC0C-4EFF46449FFF}" dt="2022-03-22T11:48:29.240" v="2041" actId="20577"/>
        <pc:sldMkLst>
          <pc:docMk/>
          <pc:sldMk cId="3428815386" sldId="258"/>
        </pc:sldMkLst>
        <pc:spChg chg="mod">
          <ac:chgData name="Sahand Khodabandehloo" userId="cb03d64890cf78b3" providerId="LiveId" clId="{72473DAC-6BE6-46F9-BC0C-4EFF46449FFF}" dt="2022-03-22T11:07:34.376" v="729" actId="20577"/>
          <ac:spMkLst>
            <pc:docMk/>
            <pc:sldMk cId="3428815386" sldId="258"/>
            <ac:spMk id="2" creationId="{4AA420E6-14E3-9C4B-973D-688A96434545}"/>
          </ac:spMkLst>
        </pc:spChg>
        <pc:spChg chg="mod">
          <ac:chgData name="Sahand Khodabandehloo" userId="cb03d64890cf78b3" providerId="LiveId" clId="{72473DAC-6BE6-46F9-BC0C-4EFF46449FFF}" dt="2022-03-22T11:48:29.240" v="2041" actId="20577"/>
          <ac:spMkLst>
            <pc:docMk/>
            <pc:sldMk cId="3428815386" sldId="258"/>
            <ac:spMk id="3" creationId="{A9A2D967-F2D7-E946-9E46-124D570BB6FC}"/>
          </ac:spMkLst>
        </pc:spChg>
      </pc:sldChg>
      <pc:sldChg chg="modSp add">
        <pc:chgData name="Sahand Khodabandehloo" userId="cb03d64890cf78b3" providerId="LiveId" clId="{72473DAC-6BE6-46F9-BC0C-4EFF46449FFF}" dt="2022-03-22T10:52:41.504" v="143" actId="20577"/>
        <pc:sldMkLst>
          <pc:docMk/>
          <pc:sldMk cId="3926231957" sldId="260"/>
        </pc:sldMkLst>
        <pc:spChg chg="mod">
          <ac:chgData name="Sahand Khodabandehloo" userId="cb03d64890cf78b3" providerId="LiveId" clId="{72473DAC-6BE6-46F9-BC0C-4EFF46449FFF}" dt="2022-03-22T10:52:41.504" v="143" actId="20577"/>
          <ac:spMkLst>
            <pc:docMk/>
            <pc:sldMk cId="3926231957" sldId="260"/>
            <ac:spMk id="2" creationId="{BA4768F7-BEB6-41C5-8095-8B7D2BF4E68A}"/>
          </ac:spMkLst>
        </pc:spChg>
      </pc:sldChg>
      <pc:sldChg chg="addSp delSp modSp add del mod setBg setClrOvrMap">
        <pc:chgData name="Sahand Khodabandehloo" userId="cb03d64890cf78b3" providerId="LiveId" clId="{72473DAC-6BE6-46F9-BC0C-4EFF46449FFF}" dt="2022-03-22T11:41:56.143" v="1998" actId="2696"/>
        <pc:sldMkLst>
          <pc:docMk/>
          <pc:sldMk cId="34175724" sldId="261"/>
        </pc:sldMkLst>
        <pc:spChg chg="mod">
          <ac:chgData name="Sahand Khodabandehloo" userId="cb03d64890cf78b3" providerId="LiveId" clId="{72473DAC-6BE6-46F9-BC0C-4EFF46449FFF}" dt="2022-03-22T11:26:37.983" v="1595" actId="26606"/>
          <ac:spMkLst>
            <pc:docMk/>
            <pc:sldMk cId="34175724" sldId="261"/>
            <ac:spMk id="2" creationId="{706C4BC7-76F3-410F-88CC-C8EAE76195DE}"/>
          </ac:spMkLst>
        </pc:spChg>
        <pc:spChg chg="mod">
          <ac:chgData name="Sahand Khodabandehloo" userId="cb03d64890cf78b3" providerId="LiveId" clId="{72473DAC-6BE6-46F9-BC0C-4EFF46449FFF}" dt="2022-03-22T11:41:54.442" v="1997"/>
          <ac:spMkLst>
            <pc:docMk/>
            <pc:sldMk cId="34175724" sldId="261"/>
            <ac:spMk id="3" creationId="{D06AE773-DA33-4CAB-82B5-B466A86A2E1A}"/>
          </ac:spMkLst>
        </pc:spChg>
        <pc:spChg chg="add del">
          <ac:chgData name="Sahand Khodabandehloo" userId="cb03d64890cf78b3" providerId="LiveId" clId="{72473DAC-6BE6-46F9-BC0C-4EFF46449FFF}" dt="2022-03-22T11:24:49.053" v="1550" actId="26606"/>
          <ac:spMkLst>
            <pc:docMk/>
            <pc:sldMk cId="34175724" sldId="261"/>
            <ac:spMk id="5" creationId="{0216D9FD-860F-4F5C-8D9B-CE7002071D21}"/>
          </ac:spMkLst>
        </pc:spChg>
        <pc:spChg chg="add del">
          <ac:chgData name="Sahand Khodabandehloo" userId="cb03d64890cf78b3" providerId="LiveId" clId="{72473DAC-6BE6-46F9-BC0C-4EFF46449FFF}" dt="2022-03-22T11:24:49.053" v="1550" actId="26606"/>
          <ac:spMkLst>
            <pc:docMk/>
            <pc:sldMk cId="34175724" sldId="261"/>
            <ac:spMk id="6" creationId="{8D074069-7026-466C-B495-20FB9578CFBB}"/>
          </ac:spMkLst>
        </pc:spChg>
        <pc:spChg chg="add del">
          <ac:chgData name="Sahand Khodabandehloo" userId="cb03d64890cf78b3" providerId="LiveId" clId="{72473DAC-6BE6-46F9-BC0C-4EFF46449FFF}" dt="2022-03-22T11:24:50.941" v="1552" actId="26606"/>
          <ac:spMkLst>
            <pc:docMk/>
            <pc:sldMk cId="34175724" sldId="261"/>
            <ac:spMk id="7" creationId="{29C51009-A09A-4689-8E6C-F8FC99E6A840}"/>
          </ac:spMkLst>
        </pc:spChg>
        <pc:spChg chg="add del">
          <ac:chgData name="Sahand Khodabandehloo" userId="cb03d64890cf78b3" providerId="LiveId" clId="{72473DAC-6BE6-46F9-BC0C-4EFF46449FFF}" dt="2022-03-22T11:24:47.160" v="1548" actId="26606"/>
          <ac:spMkLst>
            <pc:docMk/>
            <pc:sldMk cId="34175724" sldId="261"/>
            <ac:spMk id="8" creationId="{F63C748C-967B-4A7B-A90F-3EDD0F485AC6}"/>
          </ac:spMkLst>
        </pc:spChg>
        <pc:spChg chg="add del">
          <ac:chgData name="Sahand Khodabandehloo" userId="cb03d64890cf78b3" providerId="LiveId" clId="{72473DAC-6BE6-46F9-BC0C-4EFF46449FFF}" dt="2022-03-22T11:24:47.160" v="1548" actId="26606"/>
          <ac:spMkLst>
            <pc:docMk/>
            <pc:sldMk cId="34175724" sldId="261"/>
            <ac:spMk id="10" creationId="{C0143637-4934-44E4-B909-BAF1E7B27972}"/>
          </ac:spMkLst>
        </pc:spChg>
        <pc:spChg chg="add del">
          <ac:chgData name="Sahand Khodabandehloo" userId="cb03d64890cf78b3" providerId="LiveId" clId="{72473DAC-6BE6-46F9-BC0C-4EFF46449FFF}" dt="2022-03-22T11:25:47.754" v="1568" actId="26606"/>
          <ac:spMkLst>
            <pc:docMk/>
            <pc:sldMk cId="34175724" sldId="261"/>
            <ac:spMk id="11" creationId="{F63C748C-967B-4A7B-A90F-3EDD0F485AC6}"/>
          </ac:spMkLst>
        </pc:spChg>
        <pc:spChg chg="add del">
          <ac:chgData name="Sahand Khodabandehloo" userId="cb03d64890cf78b3" providerId="LiveId" clId="{72473DAC-6BE6-46F9-BC0C-4EFF46449FFF}" dt="2022-03-22T11:24:49.053" v="1550" actId="26606"/>
          <ac:spMkLst>
            <pc:docMk/>
            <pc:sldMk cId="34175724" sldId="261"/>
            <ac:spMk id="12" creationId="{C1685D80-4D5A-471F-9215-651424F47500}"/>
          </ac:spMkLst>
        </pc:spChg>
        <pc:spChg chg="add del">
          <ac:chgData name="Sahand Khodabandehloo" userId="cb03d64890cf78b3" providerId="LiveId" clId="{72473DAC-6BE6-46F9-BC0C-4EFF46449FFF}" dt="2022-03-22T11:24:57.669" v="1554" actId="26606"/>
          <ac:spMkLst>
            <pc:docMk/>
            <pc:sldMk cId="34175724" sldId="261"/>
            <ac:spMk id="13" creationId="{928AC827-DE41-4D3E-A58A-7459D979E65B}"/>
          </ac:spMkLst>
        </pc:spChg>
        <pc:spChg chg="add del">
          <ac:chgData name="Sahand Khodabandehloo" userId="cb03d64890cf78b3" providerId="LiveId" clId="{72473DAC-6BE6-46F9-BC0C-4EFF46449FFF}" dt="2022-03-22T11:24:57.669" v="1554" actId="26606"/>
          <ac:spMkLst>
            <pc:docMk/>
            <pc:sldMk cId="34175724" sldId="261"/>
            <ac:spMk id="14" creationId="{4197647C-4C56-4F84-ABC7-9E6F3E67838A}"/>
          </ac:spMkLst>
        </pc:spChg>
        <pc:spChg chg="add del">
          <ac:chgData name="Sahand Khodabandehloo" userId="cb03d64890cf78b3" providerId="LiveId" clId="{72473DAC-6BE6-46F9-BC0C-4EFF46449FFF}" dt="2022-03-22T11:25:16.783" v="1558" actId="26606"/>
          <ac:spMkLst>
            <pc:docMk/>
            <pc:sldMk cId="34175724" sldId="261"/>
            <ac:spMk id="16" creationId="{C8C53F47-DF50-454F-A5A6-6B969748D972}"/>
          </ac:spMkLst>
        </pc:spChg>
        <pc:spChg chg="add del">
          <ac:chgData name="Sahand Khodabandehloo" userId="cb03d64890cf78b3" providerId="LiveId" clId="{72473DAC-6BE6-46F9-BC0C-4EFF46449FFF}" dt="2022-03-22T11:25:14.958" v="1556" actId="26606"/>
          <ac:spMkLst>
            <pc:docMk/>
            <pc:sldMk cId="34175724" sldId="261"/>
            <ac:spMk id="17" creationId="{0216D9FD-860F-4F5C-8D9B-CE7002071D21}"/>
          </ac:spMkLst>
        </pc:spChg>
        <pc:spChg chg="add del">
          <ac:chgData name="Sahand Khodabandehloo" userId="cb03d64890cf78b3" providerId="LiveId" clId="{72473DAC-6BE6-46F9-BC0C-4EFF46449FFF}" dt="2022-03-22T11:25:14.958" v="1556" actId="26606"/>
          <ac:spMkLst>
            <pc:docMk/>
            <pc:sldMk cId="34175724" sldId="261"/>
            <ac:spMk id="18" creationId="{8D074069-7026-466C-B495-20FB9578CFBB}"/>
          </ac:spMkLst>
        </pc:spChg>
        <pc:spChg chg="add del">
          <ac:chgData name="Sahand Khodabandehloo" userId="cb03d64890cf78b3" providerId="LiveId" clId="{72473DAC-6BE6-46F9-BC0C-4EFF46449FFF}" dt="2022-03-22T11:25:14.958" v="1556" actId="26606"/>
          <ac:spMkLst>
            <pc:docMk/>
            <pc:sldMk cId="34175724" sldId="261"/>
            <ac:spMk id="19" creationId="{C1685D80-4D5A-471F-9215-651424F47500}"/>
          </ac:spMkLst>
        </pc:spChg>
        <pc:spChg chg="add del">
          <ac:chgData name="Sahand Khodabandehloo" userId="cb03d64890cf78b3" providerId="LiveId" clId="{72473DAC-6BE6-46F9-BC0C-4EFF46449FFF}" dt="2022-03-22T11:25:16.783" v="1558" actId="26606"/>
          <ac:spMkLst>
            <pc:docMk/>
            <pc:sldMk cId="34175724" sldId="261"/>
            <ac:spMk id="21" creationId="{FD6EDB49-211E-499D-9A08-6C5FF3D060F7}"/>
          </ac:spMkLst>
        </pc:spChg>
        <pc:spChg chg="add del">
          <ac:chgData name="Sahand Khodabandehloo" userId="cb03d64890cf78b3" providerId="LiveId" clId="{72473DAC-6BE6-46F9-BC0C-4EFF46449FFF}" dt="2022-03-22T11:25:16.783" v="1558" actId="26606"/>
          <ac:spMkLst>
            <pc:docMk/>
            <pc:sldMk cId="34175724" sldId="261"/>
            <ac:spMk id="22" creationId="{38F9F37E-D3CF-4F3D-96C2-25307819DF2D}"/>
          </ac:spMkLst>
        </pc:spChg>
        <pc:spChg chg="add del">
          <ac:chgData name="Sahand Khodabandehloo" userId="cb03d64890cf78b3" providerId="LiveId" clId="{72473DAC-6BE6-46F9-BC0C-4EFF46449FFF}" dt="2022-03-22T11:25:16.783" v="1558" actId="26606"/>
          <ac:spMkLst>
            <pc:docMk/>
            <pc:sldMk cId="34175724" sldId="261"/>
            <ac:spMk id="23" creationId="{C5FFF17D-767C-40E7-8C89-962F1F54BCD0}"/>
          </ac:spMkLst>
        </pc:spChg>
        <pc:spChg chg="add del">
          <ac:chgData name="Sahand Khodabandehloo" userId="cb03d64890cf78b3" providerId="LiveId" clId="{72473DAC-6BE6-46F9-BC0C-4EFF46449FFF}" dt="2022-03-22T11:25:16.783" v="1558" actId="26606"/>
          <ac:spMkLst>
            <pc:docMk/>
            <pc:sldMk cId="34175724" sldId="261"/>
            <ac:spMk id="24" creationId="{E69F39E1-619D-4D9E-8823-8BD8CC3206B6}"/>
          </ac:spMkLst>
        </pc:spChg>
        <pc:spChg chg="add del">
          <ac:chgData name="Sahand Khodabandehloo" userId="cb03d64890cf78b3" providerId="LiveId" clId="{72473DAC-6BE6-46F9-BC0C-4EFF46449FFF}" dt="2022-03-22T11:25:47.754" v="1568" actId="26606"/>
          <ac:spMkLst>
            <pc:docMk/>
            <pc:sldMk cId="34175724" sldId="261"/>
            <ac:spMk id="26" creationId="{C0143637-4934-44E4-B909-BAF1E7B27972}"/>
          </ac:spMkLst>
        </pc:spChg>
        <pc:spChg chg="add del">
          <ac:chgData name="Sahand Khodabandehloo" userId="cb03d64890cf78b3" providerId="LiveId" clId="{72473DAC-6BE6-46F9-BC0C-4EFF46449FFF}" dt="2022-03-22T11:25:21.260" v="1560" actId="26606"/>
          <ac:spMkLst>
            <pc:docMk/>
            <pc:sldMk cId="34175724" sldId="261"/>
            <ac:spMk id="27" creationId="{29C51009-A09A-4689-8E6C-F8FC99E6A840}"/>
          </ac:spMkLst>
        </pc:spChg>
        <pc:spChg chg="add del">
          <ac:chgData name="Sahand Khodabandehloo" userId="cb03d64890cf78b3" providerId="LiveId" clId="{72473DAC-6BE6-46F9-BC0C-4EFF46449FFF}" dt="2022-03-22T11:25:52.750" v="1570" actId="26606"/>
          <ac:spMkLst>
            <pc:docMk/>
            <pc:sldMk cId="34175724" sldId="261"/>
            <ac:spMk id="29" creationId="{29C51009-A09A-4689-8E6C-F8FC99E6A840}"/>
          </ac:spMkLst>
        </pc:spChg>
        <pc:spChg chg="add del">
          <ac:chgData name="Sahand Khodabandehloo" userId="cb03d64890cf78b3" providerId="LiveId" clId="{72473DAC-6BE6-46F9-BC0C-4EFF46449FFF}" dt="2022-03-22T11:25:23.350" v="1562" actId="26606"/>
          <ac:spMkLst>
            <pc:docMk/>
            <pc:sldMk cId="34175724" sldId="261"/>
            <ac:spMk id="30" creationId="{08E7A6F0-5CD3-481E-B0F2-E7F99FE675B0}"/>
          </ac:spMkLst>
        </pc:spChg>
        <pc:spChg chg="add del">
          <ac:chgData name="Sahand Khodabandehloo" userId="cb03d64890cf78b3" providerId="LiveId" clId="{72473DAC-6BE6-46F9-BC0C-4EFF46449FFF}" dt="2022-03-22T11:25:23.350" v="1562" actId="26606"/>
          <ac:spMkLst>
            <pc:docMk/>
            <pc:sldMk cId="34175724" sldId="261"/>
            <ac:spMk id="31" creationId="{511290DF-4975-4FCD-8B8D-BBC86B836668}"/>
          </ac:spMkLst>
        </pc:spChg>
        <pc:spChg chg="add del">
          <ac:chgData name="Sahand Khodabandehloo" userId="cb03d64890cf78b3" providerId="LiveId" clId="{72473DAC-6BE6-46F9-BC0C-4EFF46449FFF}" dt="2022-03-22T11:25:55.902" v="1576" actId="26606"/>
          <ac:spMkLst>
            <pc:docMk/>
            <pc:sldMk cId="34175724" sldId="261"/>
            <ac:spMk id="34" creationId="{E9E5E629-7060-41F9-8B50-02B2E85F7DF0}"/>
          </ac:spMkLst>
        </pc:spChg>
        <pc:spChg chg="add del">
          <ac:chgData name="Sahand Khodabandehloo" userId="cb03d64890cf78b3" providerId="LiveId" clId="{72473DAC-6BE6-46F9-BC0C-4EFF46449FFF}" dt="2022-03-22T11:25:23.350" v="1562" actId="26606"/>
          <ac:spMkLst>
            <pc:docMk/>
            <pc:sldMk cId="34175724" sldId="261"/>
            <ac:spMk id="35" creationId="{D9FE1511-6E1B-4F0E-8FF0-958527181CC9}"/>
          </ac:spMkLst>
        </pc:spChg>
        <pc:spChg chg="add del">
          <ac:chgData name="Sahand Khodabandehloo" userId="cb03d64890cf78b3" providerId="LiveId" clId="{72473DAC-6BE6-46F9-BC0C-4EFF46449FFF}" dt="2022-03-22T11:25:53.827" v="1572" actId="26606"/>
          <ac:spMkLst>
            <pc:docMk/>
            <pc:sldMk cId="34175724" sldId="261"/>
            <ac:spMk id="37" creationId="{08E7A6F0-5CD3-481E-B0F2-E7F99FE675B0}"/>
          </ac:spMkLst>
        </pc:spChg>
        <pc:spChg chg="add del">
          <ac:chgData name="Sahand Khodabandehloo" userId="cb03d64890cf78b3" providerId="LiveId" clId="{72473DAC-6BE6-46F9-BC0C-4EFF46449FFF}" dt="2022-03-22T11:25:53.827" v="1572" actId="26606"/>
          <ac:spMkLst>
            <pc:docMk/>
            <pc:sldMk cId="34175724" sldId="261"/>
            <ac:spMk id="38" creationId="{511290DF-4975-4FCD-8B8D-BBC86B836668}"/>
          </ac:spMkLst>
        </pc:spChg>
        <pc:spChg chg="add del">
          <ac:chgData name="Sahand Khodabandehloo" userId="cb03d64890cf78b3" providerId="LiveId" clId="{72473DAC-6BE6-46F9-BC0C-4EFF46449FFF}" dt="2022-03-22T11:26:20.991" v="1590" actId="26606"/>
          <ac:spMkLst>
            <pc:docMk/>
            <pc:sldMk cId="34175724" sldId="261"/>
            <ac:spMk id="41" creationId="{FD6EDB49-211E-499D-9A08-6C5FF3D060F7}"/>
          </ac:spMkLst>
        </pc:spChg>
        <pc:spChg chg="add del">
          <ac:chgData name="Sahand Khodabandehloo" userId="cb03d64890cf78b3" providerId="LiveId" clId="{72473DAC-6BE6-46F9-BC0C-4EFF46449FFF}" dt="2022-03-22T11:25:53.827" v="1572" actId="26606"/>
          <ac:spMkLst>
            <pc:docMk/>
            <pc:sldMk cId="34175724" sldId="261"/>
            <ac:spMk id="42" creationId="{D9FE1511-6E1B-4F0E-8FF0-958527181CC9}"/>
          </ac:spMkLst>
        </pc:spChg>
        <pc:spChg chg="add del">
          <ac:chgData name="Sahand Khodabandehloo" userId="cb03d64890cf78b3" providerId="LiveId" clId="{72473DAC-6BE6-46F9-BC0C-4EFF46449FFF}" dt="2022-03-22T11:26:20.991" v="1590" actId="26606"/>
          <ac:spMkLst>
            <pc:docMk/>
            <pc:sldMk cId="34175724" sldId="261"/>
            <ac:spMk id="45" creationId="{38F9F37E-D3CF-4F3D-96C2-25307819DF2D}"/>
          </ac:spMkLst>
        </pc:spChg>
        <pc:spChg chg="add del">
          <ac:chgData name="Sahand Khodabandehloo" userId="cb03d64890cf78b3" providerId="LiveId" clId="{72473DAC-6BE6-46F9-BC0C-4EFF46449FFF}" dt="2022-03-22T11:25:55.902" v="1576" actId="26606"/>
          <ac:spMkLst>
            <pc:docMk/>
            <pc:sldMk cId="34175724" sldId="261"/>
            <ac:spMk id="46" creationId="{D1598E19-BACC-4AD6-8E51-F08B186A0179}"/>
          </ac:spMkLst>
        </pc:spChg>
        <pc:spChg chg="add del">
          <ac:chgData name="Sahand Khodabandehloo" userId="cb03d64890cf78b3" providerId="LiveId" clId="{72473DAC-6BE6-46F9-BC0C-4EFF46449FFF}" dt="2022-03-22T11:26:20.991" v="1590" actId="26606"/>
          <ac:spMkLst>
            <pc:docMk/>
            <pc:sldMk cId="34175724" sldId="261"/>
            <ac:spMk id="47" creationId="{C5FFF17D-767C-40E7-8C89-962F1F54BCD0}"/>
          </ac:spMkLst>
        </pc:spChg>
        <pc:spChg chg="add del">
          <ac:chgData name="Sahand Khodabandehloo" userId="cb03d64890cf78b3" providerId="LiveId" clId="{72473DAC-6BE6-46F9-BC0C-4EFF46449FFF}" dt="2022-03-22T11:25:57.134" v="1578" actId="26606"/>
          <ac:spMkLst>
            <pc:docMk/>
            <pc:sldMk cId="34175724" sldId="261"/>
            <ac:spMk id="48" creationId="{54F891EB-ED45-44C3-95D6-FFB2EC07FA10}"/>
          </ac:spMkLst>
        </pc:spChg>
        <pc:spChg chg="add del">
          <ac:chgData name="Sahand Khodabandehloo" userId="cb03d64890cf78b3" providerId="LiveId" clId="{72473DAC-6BE6-46F9-BC0C-4EFF46449FFF}" dt="2022-03-22T11:25:57.134" v="1578" actId="26606"/>
          <ac:spMkLst>
            <pc:docMk/>
            <pc:sldMk cId="34175724" sldId="261"/>
            <ac:spMk id="49" creationId="{2EA385B8-7C85-4CE0-AE3A-00EB627B3443}"/>
          </ac:spMkLst>
        </pc:spChg>
        <pc:spChg chg="add del">
          <ac:chgData name="Sahand Khodabandehloo" userId="cb03d64890cf78b3" providerId="LiveId" clId="{72473DAC-6BE6-46F9-BC0C-4EFF46449FFF}" dt="2022-03-22T11:26:20.991" v="1590" actId="26606"/>
          <ac:spMkLst>
            <pc:docMk/>
            <pc:sldMk cId="34175724" sldId="261"/>
            <ac:spMk id="52" creationId="{E69F39E1-619D-4D9E-8823-8BD8CC3206B6}"/>
          </ac:spMkLst>
        </pc:spChg>
        <pc:spChg chg="add del">
          <ac:chgData name="Sahand Khodabandehloo" userId="cb03d64890cf78b3" providerId="LiveId" clId="{72473DAC-6BE6-46F9-BC0C-4EFF46449FFF}" dt="2022-03-22T11:26:00.285" v="1580" actId="26606"/>
          <ac:spMkLst>
            <pc:docMk/>
            <pc:sldMk cId="34175724" sldId="261"/>
            <ac:spMk id="53" creationId="{FD6EDB49-211E-499D-9A08-6C5FF3D060F7}"/>
          </ac:spMkLst>
        </pc:spChg>
        <pc:spChg chg="add del">
          <ac:chgData name="Sahand Khodabandehloo" userId="cb03d64890cf78b3" providerId="LiveId" clId="{72473DAC-6BE6-46F9-BC0C-4EFF46449FFF}" dt="2022-03-22T11:26:00.285" v="1580" actId="26606"/>
          <ac:spMkLst>
            <pc:docMk/>
            <pc:sldMk cId="34175724" sldId="261"/>
            <ac:spMk id="54" creationId="{38F9F37E-D3CF-4F3D-96C2-25307819DF2D}"/>
          </ac:spMkLst>
        </pc:spChg>
        <pc:spChg chg="add del">
          <ac:chgData name="Sahand Khodabandehloo" userId="cb03d64890cf78b3" providerId="LiveId" clId="{72473DAC-6BE6-46F9-BC0C-4EFF46449FFF}" dt="2022-03-22T11:26:00.285" v="1580" actId="26606"/>
          <ac:spMkLst>
            <pc:docMk/>
            <pc:sldMk cId="34175724" sldId="261"/>
            <ac:spMk id="55" creationId="{C5FFF17D-767C-40E7-8C89-962F1F54BCD0}"/>
          </ac:spMkLst>
        </pc:spChg>
        <pc:spChg chg="add del">
          <ac:chgData name="Sahand Khodabandehloo" userId="cb03d64890cf78b3" providerId="LiveId" clId="{72473DAC-6BE6-46F9-BC0C-4EFF46449FFF}" dt="2022-03-22T11:26:00.285" v="1580" actId="26606"/>
          <ac:spMkLst>
            <pc:docMk/>
            <pc:sldMk cId="34175724" sldId="261"/>
            <ac:spMk id="56" creationId="{E69F39E1-619D-4D9E-8823-8BD8CC3206B6}"/>
          </ac:spMkLst>
        </pc:spChg>
        <pc:spChg chg="add del">
          <ac:chgData name="Sahand Khodabandehloo" userId="cb03d64890cf78b3" providerId="LiveId" clId="{72473DAC-6BE6-46F9-BC0C-4EFF46449FFF}" dt="2022-03-22T11:26:00.285" v="1580" actId="26606"/>
          <ac:spMkLst>
            <pc:docMk/>
            <pc:sldMk cId="34175724" sldId="261"/>
            <ac:spMk id="57" creationId="{C8C53F47-DF50-454F-A5A6-6B969748D972}"/>
          </ac:spMkLst>
        </pc:spChg>
        <pc:spChg chg="add del">
          <ac:chgData name="Sahand Khodabandehloo" userId="cb03d64890cf78b3" providerId="LiveId" clId="{72473DAC-6BE6-46F9-BC0C-4EFF46449FFF}" dt="2022-03-22T11:26:20.991" v="1590" actId="26606"/>
          <ac:spMkLst>
            <pc:docMk/>
            <pc:sldMk cId="34175724" sldId="261"/>
            <ac:spMk id="59" creationId="{C8C53F47-DF50-454F-A5A6-6B969748D972}"/>
          </ac:spMkLst>
        </pc:spChg>
        <pc:spChg chg="add del">
          <ac:chgData name="Sahand Khodabandehloo" userId="cb03d64890cf78b3" providerId="LiveId" clId="{72473DAC-6BE6-46F9-BC0C-4EFF46449FFF}" dt="2022-03-22T11:26:01.533" v="1582" actId="26606"/>
          <ac:spMkLst>
            <pc:docMk/>
            <pc:sldMk cId="34175724" sldId="261"/>
            <ac:spMk id="60" creationId="{F63C748C-967B-4A7B-A90F-3EDD0F485AC6}"/>
          </ac:spMkLst>
        </pc:spChg>
        <pc:spChg chg="add del">
          <ac:chgData name="Sahand Khodabandehloo" userId="cb03d64890cf78b3" providerId="LiveId" clId="{72473DAC-6BE6-46F9-BC0C-4EFF46449FFF}" dt="2022-03-22T11:26:01.533" v="1582" actId="26606"/>
          <ac:spMkLst>
            <pc:docMk/>
            <pc:sldMk cId="34175724" sldId="261"/>
            <ac:spMk id="61" creationId="{C0143637-4934-44E4-B909-BAF1E7B27972}"/>
          </ac:spMkLst>
        </pc:spChg>
        <pc:spChg chg="add del">
          <ac:chgData name="Sahand Khodabandehloo" userId="cb03d64890cf78b3" providerId="LiveId" clId="{72473DAC-6BE6-46F9-BC0C-4EFF46449FFF}" dt="2022-03-22T11:26:15.353" v="1588" actId="26606"/>
          <ac:spMkLst>
            <pc:docMk/>
            <pc:sldMk cId="34175724" sldId="261"/>
            <ac:spMk id="63" creationId="{FD6EDB49-211E-499D-9A08-6C5FF3D060F7}"/>
          </ac:spMkLst>
        </pc:spChg>
        <pc:spChg chg="add del">
          <ac:chgData name="Sahand Khodabandehloo" userId="cb03d64890cf78b3" providerId="LiveId" clId="{72473DAC-6BE6-46F9-BC0C-4EFF46449FFF}" dt="2022-03-22T11:26:15.353" v="1588" actId="26606"/>
          <ac:spMkLst>
            <pc:docMk/>
            <pc:sldMk cId="34175724" sldId="261"/>
            <ac:spMk id="64" creationId="{38F9F37E-D3CF-4F3D-96C2-25307819DF2D}"/>
          </ac:spMkLst>
        </pc:spChg>
        <pc:spChg chg="add del">
          <ac:chgData name="Sahand Khodabandehloo" userId="cb03d64890cf78b3" providerId="LiveId" clId="{72473DAC-6BE6-46F9-BC0C-4EFF46449FFF}" dt="2022-03-22T11:26:15.353" v="1588" actId="26606"/>
          <ac:spMkLst>
            <pc:docMk/>
            <pc:sldMk cId="34175724" sldId="261"/>
            <ac:spMk id="65" creationId="{C5FFF17D-767C-40E7-8C89-962F1F54BCD0}"/>
          </ac:spMkLst>
        </pc:spChg>
        <pc:spChg chg="add del">
          <ac:chgData name="Sahand Khodabandehloo" userId="cb03d64890cf78b3" providerId="LiveId" clId="{72473DAC-6BE6-46F9-BC0C-4EFF46449FFF}" dt="2022-03-22T11:26:15.353" v="1588" actId="26606"/>
          <ac:spMkLst>
            <pc:docMk/>
            <pc:sldMk cId="34175724" sldId="261"/>
            <ac:spMk id="66" creationId="{E69F39E1-619D-4D9E-8823-8BD8CC3206B6}"/>
          </ac:spMkLst>
        </pc:spChg>
        <pc:spChg chg="add del">
          <ac:chgData name="Sahand Khodabandehloo" userId="cb03d64890cf78b3" providerId="LiveId" clId="{72473DAC-6BE6-46F9-BC0C-4EFF46449FFF}" dt="2022-03-22T11:26:15.353" v="1588" actId="26606"/>
          <ac:spMkLst>
            <pc:docMk/>
            <pc:sldMk cId="34175724" sldId="261"/>
            <ac:spMk id="67" creationId="{C8C53F47-DF50-454F-A5A6-6B969748D972}"/>
          </ac:spMkLst>
        </pc:spChg>
        <pc:spChg chg="add del">
          <ac:chgData name="Sahand Khodabandehloo" userId="cb03d64890cf78b3" providerId="LiveId" clId="{72473DAC-6BE6-46F9-BC0C-4EFF46449FFF}" dt="2022-03-22T11:26:25.983" v="1592" actId="26606"/>
          <ac:spMkLst>
            <pc:docMk/>
            <pc:sldMk cId="34175724" sldId="261"/>
            <ac:spMk id="69" creationId="{F63C748C-967B-4A7B-A90F-3EDD0F485AC6}"/>
          </ac:spMkLst>
        </pc:spChg>
        <pc:spChg chg="add del">
          <ac:chgData name="Sahand Khodabandehloo" userId="cb03d64890cf78b3" providerId="LiveId" clId="{72473DAC-6BE6-46F9-BC0C-4EFF46449FFF}" dt="2022-03-22T11:26:25.983" v="1592" actId="26606"/>
          <ac:spMkLst>
            <pc:docMk/>
            <pc:sldMk cId="34175724" sldId="261"/>
            <ac:spMk id="70" creationId="{C0143637-4934-44E4-B909-BAF1E7B27972}"/>
          </ac:spMkLst>
        </pc:spChg>
        <pc:spChg chg="add del">
          <ac:chgData name="Sahand Khodabandehloo" userId="cb03d64890cf78b3" providerId="LiveId" clId="{72473DAC-6BE6-46F9-BC0C-4EFF46449FFF}" dt="2022-03-22T11:26:37.983" v="1595" actId="26606"/>
          <ac:spMkLst>
            <pc:docMk/>
            <pc:sldMk cId="34175724" sldId="261"/>
            <ac:spMk id="71" creationId="{F63C748C-967B-4A7B-A90F-3EDD0F485AC6}"/>
          </ac:spMkLst>
        </pc:spChg>
        <pc:spChg chg="add del">
          <ac:chgData name="Sahand Khodabandehloo" userId="cb03d64890cf78b3" providerId="LiveId" clId="{72473DAC-6BE6-46F9-BC0C-4EFF46449FFF}" dt="2022-03-22T11:26:37.983" v="1595" actId="26606"/>
          <ac:spMkLst>
            <pc:docMk/>
            <pc:sldMk cId="34175724" sldId="261"/>
            <ac:spMk id="72" creationId="{C0143637-4934-44E4-B909-BAF1E7B27972}"/>
          </ac:spMkLst>
        </pc:spChg>
        <pc:spChg chg="add del">
          <ac:chgData name="Sahand Khodabandehloo" userId="cb03d64890cf78b3" providerId="LiveId" clId="{72473DAC-6BE6-46F9-BC0C-4EFF46449FFF}" dt="2022-03-22T11:26:11.536" v="1585" actId="26606"/>
          <ac:spMkLst>
            <pc:docMk/>
            <pc:sldMk cId="34175724" sldId="261"/>
            <ac:spMk id="73" creationId="{08E7A6F0-5CD3-481E-B0F2-E7F99FE675B0}"/>
          </ac:spMkLst>
        </pc:spChg>
        <pc:spChg chg="add del">
          <ac:chgData name="Sahand Khodabandehloo" userId="cb03d64890cf78b3" providerId="LiveId" clId="{72473DAC-6BE6-46F9-BC0C-4EFF46449FFF}" dt="2022-03-22T11:26:11.536" v="1585" actId="26606"/>
          <ac:spMkLst>
            <pc:docMk/>
            <pc:sldMk cId="34175724" sldId="261"/>
            <ac:spMk id="75" creationId="{511290DF-4975-4FCD-8B8D-BBC86B836668}"/>
          </ac:spMkLst>
        </pc:spChg>
        <pc:spChg chg="add del">
          <ac:chgData name="Sahand Khodabandehloo" userId="cb03d64890cf78b3" providerId="LiveId" clId="{72473DAC-6BE6-46F9-BC0C-4EFF46449FFF}" dt="2022-03-22T11:26:11.536" v="1585" actId="26606"/>
          <ac:spMkLst>
            <pc:docMk/>
            <pc:sldMk cId="34175724" sldId="261"/>
            <ac:spMk id="81" creationId="{D9FE1511-6E1B-4F0E-8FF0-958527181CC9}"/>
          </ac:spMkLst>
        </pc:spChg>
        <pc:spChg chg="add del">
          <ac:chgData name="Sahand Khodabandehloo" userId="cb03d64890cf78b3" providerId="LiveId" clId="{72473DAC-6BE6-46F9-BC0C-4EFF46449FFF}" dt="2022-03-22T11:26:14.709" v="1587" actId="26606"/>
          <ac:spMkLst>
            <pc:docMk/>
            <pc:sldMk cId="34175724" sldId="261"/>
            <ac:spMk id="87" creationId="{FD6EDB49-211E-499D-9A08-6C5FF3D060F7}"/>
          </ac:spMkLst>
        </pc:spChg>
        <pc:spChg chg="add del">
          <ac:chgData name="Sahand Khodabandehloo" userId="cb03d64890cf78b3" providerId="LiveId" clId="{72473DAC-6BE6-46F9-BC0C-4EFF46449FFF}" dt="2022-03-22T11:26:14.709" v="1587" actId="26606"/>
          <ac:spMkLst>
            <pc:docMk/>
            <pc:sldMk cId="34175724" sldId="261"/>
            <ac:spMk id="88" creationId="{38F9F37E-D3CF-4F3D-96C2-25307819DF2D}"/>
          </ac:spMkLst>
        </pc:spChg>
        <pc:spChg chg="add del">
          <ac:chgData name="Sahand Khodabandehloo" userId="cb03d64890cf78b3" providerId="LiveId" clId="{72473DAC-6BE6-46F9-BC0C-4EFF46449FFF}" dt="2022-03-22T11:26:14.709" v="1587" actId="26606"/>
          <ac:spMkLst>
            <pc:docMk/>
            <pc:sldMk cId="34175724" sldId="261"/>
            <ac:spMk id="89" creationId="{C5FFF17D-767C-40E7-8C89-962F1F54BCD0}"/>
          </ac:spMkLst>
        </pc:spChg>
        <pc:spChg chg="add del">
          <ac:chgData name="Sahand Khodabandehloo" userId="cb03d64890cf78b3" providerId="LiveId" clId="{72473DAC-6BE6-46F9-BC0C-4EFF46449FFF}" dt="2022-03-22T11:26:14.709" v="1587" actId="26606"/>
          <ac:spMkLst>
            <pc:docMk/>
            <pc:sldMk cId="34175724" sldId="261"/>
            <ac:spMk id="90" creationId="{E69F39E1-619D-4D9E-8823-8BD8CC3206B6}"/>
          </ac:spMkLst>
        </pc:spChg>
        <pc:spChg chg="add del">
          <ac:chgData name="Sahand Khodabandehloo" userId="cb03d64890cf78b3" providerId="LiveId" clId="{72473DAC-6BE6-46F9-BC0C-4EFF46449FFF}" dt="2022-03-22T11:26:14.709" v="1587" actId="26606"/>
          <ac:spMkLst>
            <pc:docMk/>
            <pc:sldMk cId="34175724" sldId="261"/>
            <ac:spMk id="91" creationId="{C8C53F47-DF50-454F-A5A6-6B969748D972}"/>
          </ac:spMkLst>
        </pc:spChg>
        <pc:grpChg chg="add del">
          <ac:chgData name="Sahand Khodabandehloo" userId="cb03d64890cf78b3" providerId="LiveId" clId="{72473DAC-6BE6-46F9-BC0C-4EFF46449FFF}" dt="2022-03-22T11:24:57.669" v="1554" actId="26606"/>
          <ac:grpSpMkLst>
            <pc:docMk/>
            <pc:sldMk cId="34175724" sldId="261"/>
            <ac:grpSpMk id="15" creationId="{1FAD7B33-B27E-4BD4-BE9C-A3698E433CF5}"/>
          </ac:grpSpMkLst>
        </pc:grpChg>
        <pc:grpChg chg="add del">
          <ac:chgData name="Sahand Khodabandehloo" userId="cb03d64890cf78b3" providerId="LiveId" clId="{72473DAC-6BE6-46F9-BC0C-4EFF46449FFF}" dt="2022-03-22T11:25:23.350" v="1562" actId="26606"/>
          <ac:grpSpMkLst>
            <pc:docMk/>
            <pc:sldMk cId="34175724" sldId="261"/>
            <ac:grpSpMk id="32" creationId="{357CA18A-A333-4DCB-842B-76827D2ECB24}"/>
          </ac:grpSpMkLst>
        </pc:grpChg>
        <pc:grpChg chg="add del">
          <ac:chgData name="Sahand Khodabandehloo" userId="cb03d64890cf78b3" providerId="LiveId" clId="{72473DAC-6BE6-46F9-BC0C-4EFF46449FFF}" dt="2022-03-22T11:25:53.827" v="1572" actId="26606"/>
          <ac:grpSpMkLst>
            <pc:docMk/>
            <pc:sldMk cId="34175724" sldId="261"/>
            <ac:grpSpMk id="39" creationId="{357CA18A-A333-4DCB-842B-76827D2ECB24}"/>
          </ac:grpSpMkLst>
        </pc:grpChg>
        <pc:grpChg chg="add del">
          <ac:chgData name="Sahand Khodabandehloo" userId="cb03d64890cf78b3" providerId="LiveId" clId="{72473DAC-6BE6-46F9-BC0C-4EFF46449FFF}" dt="2022-03-22T11:25:55.902" v="1576" actId="26606"/>
          <ac:grpSpMkLst>
            <pc:docMk/>
            <pc:sldMk cId="34175724" sldId="261"/>
            <ac:grpSpMk id="40" creationId="{F0A74D93-ED7F-4633-8594-99D9FA43DA13}"/>
          </ac:grpSpMkLst>
        </pc:grpChg>
        <pc:grpChg chg="add del">
          <ac:chgData name="Sahand Khodabandehloo" userId="cb03d64890cf78b3" providerId="LiveId" clId="{72473DAC-6BE6-46F9-BC0C-4EFF46449FFF}" dt="2022-03-22T11:26:11.536" v="1585" actId="26606"/>
          <ac:grpSpMkLst>
            <pc:docMk/>
            <pc:sldMk cId="34175724" sldId="261"/>
            <ac:grpSpMk id="77" creationId="{357CA18A-A333-4DCB-842B-76827D2ECB24}"/>
          </ac:grpSpMkLst>
        </pc:grpChg>
        <pc:picChg chg="add del">
          <ac:chgData name="Sahand Khodabandehloo" userId="cb03d64890cf78b3" providerId="LiveId" clId="{72473DAC-6BE6-46F9-BC0C-4EFF46449FFF}" dt="2022-03-22T11:25:16.783" v="1558" actId="26606"/>
          <ac:picMkLst>
            <pc:docMk/>
            <pc:sldMk cId="34175724" sldId="261"/>
            <ac:picMk id="25" creationId="{6A26901A-BC62-4A3A-A07A-65E1F3DDDEC6}"/>
          </ac:picMkLst>
        </pc:picChg>
        <pc:picChg chg="add del">
          <ac:chgData name="Sahand Khodabandehloo" userId="cb03d64890cf78b3" providerId="LiveId" clId="{72473DAC-6BE6-46F9-BC0C-4EFF46449FFF}" dt="2022-03-22T11:25:23.350" v="1562" actId="26606"/>
          <ac:picMkLst>
            <pc:docMk/>
            <pc:sldMk cId="34175724" sldId="261"/>
            <ac:picMk id="36" creationId="{025CEF6D-5E98-4B5C-A10F-7459C1EEF10E}"/>
          </ac:picMkLst>
        </pc:picChg>
        <pc:picChg chg="add del">
          <ac:chgData name="Sahand Khodabandehloo" userId="cb03d64890cf78b3" providerId="LiveId" clId="{72473DAC-6BE6-46F9-BC0C-4EFF46449FFF}" dt="2022-03-22T11:25:53.827" v="1572" actId="26606"/>
          <ac:picMkLst>
            <pc:docMk/>
            <pc:sldMk cId="34175724" sldId="261"/>
            <ac:picMk id="43" creationId="{025CEF6D-5E98-4B5C-A10F-7459C1EEF10E}"/>
          </ac:picMkLst>
        </pc:picChg>
        <pc:picChg chg="add del">
          <ac:chgData name="Sahand Khodabandehloo" userId="cb03d64890cf78b3" providerId="LiveId" clId="{72473DAC-6BE6-46F9-BC0C-4EFF46449FFF}" dt="2022-03-22T11:25:57.134" v="1578" actId="26606"/>
          <ac:picMkLst>
            <pc:docMk/>
            <pc:sldMk cId="34175724" sldId="261"/>
            <ac:picMk id="51" creationId="{DCC0100C-A457-45B1-8A8B-8740F43EC158}"/>
          </ac:picMkLst>
        </pc:picChg>
        <pc:picChg chg="add del">
          <ac:chgData name="Sahand Khodabandehloo" userId="cb03d64890cf78b3" providerId="LiveId" clId="{72473DAC-6BE6-46F9-BC0C-4EFF46449FFF}" dt="2022-03-22T11:26:00.285" v="1580" actId="26606"/>
          <ac:picMkLst>
            <pc:docMk/>
            <pc:sldMk cId="34175724" sldId="261"/>
            <ac:picMk id="58" creationId="{6A26901A-BC62-4A3A-A07A-65E1F3DDDEC6}"/>
          </ac:picMkLst>
        </pc:picChg>
        <pc:picChg chg="add del">
          <ac:chgData name="Sahand Khodabandehloo" userId="cb03d64890cf78b3" providerId="LiveId" clId="{72473DAC-6BE6-46F9-BC0C-4EFF46449FFF}" dt="2022-03-22T11:26:20.991" v="1590" actId="26606"/>
          <ac:picMkLst>
            <pc:docMk/>
            <pc:sldMk cId="34175724" sldId="261"/>
            <ac:picMk id="62" creationId="{6A26901A-BC62-4A3A-A07A-65E1F3DDDEC6}"/>
          </ac:picMkLst>
        </pc:picChg>
        <pc:picChg chg="add del">
          <ac:chgData name="Sahand Khodabandehloo" userId="cb03d64890cf78b3" providerId="LiveId" clId="{72473DAC-6BE6-46F9-BC0C-4EFF46449FFF}" dt="2022-03-22T11:26:15.353" v="1588" actId="26606"/>
          <ac:picMkLst>
            <pc:docMk/>
            <pc:sldMk cId="34175724" sldId="261"/>
            <ac:picMk id="68" creationId="{6A26901A-BC62-4A3A-A07A-65E1F3DDDEC6}"/>
          </ac:picMkLst>
        </pc:picChg>
        <pc:picChg chg="add del">
          <ac:chgData name="Sahand Khodabandehloo" userId="cb03d64890cf78b3" providerId="LiveId" clId="{72473DAC-6BE6-46F9-BC0C-4EFF46449FFF}" dt="2022-03-22T11:26:11.536" v="1585" actId="26606"/>
          <ac:picMkLst>
            <pc:docMk/>
            <pc:sldMk cId="34175724" sldId="261"/>
            <ac:picMk id="83" creationId="{025CEF6D-5E98-4B5C-A10F-7459C1EEF10E}"/>
          </ac:picMkLst>
        </pc:picChg>
        <pc:picChg chg="add del">
          <ac:chgData name="Sahand Khodabandehloo" userId="cb03d64890cf78b3" providerId="LiveId" clId="{72473DAC-6BE6-46F9-BC0C-4EFF46449FFF}" dt="2022-03-22T11:26:14.709" v="1587" actId="26606"/>
          <ac:picMkLst>
            <pc:docMk/>
            <pc:sldMk cId="34175724" sldId="261"/>
            <ac:picMk id="92" creationId="{6A26901A-BC62-4A3A-A07A-65E1F3DDDEC6}"/>
          </ac:picMkLst>
        </pc:picChg>
        <pc:cxnChg chg="add del">
          <ac:chgData name="Sahand Khodabandehloo" userId="cb03d64890cf78b3" providerId="LiveId" clId="{72473DAC-6BE6-46F9-BC0C-4EFF46449FFF}" dt="2022-03-22T11:24:50.941" v="1552" actId="26606"/>
          <ac:cxnSpMkLst>
            <pc:docMk/>
            <pc:sldMk cId="34175724" sldId="261"/>
            <ac:cxnSpMk id="9" creationId="{9EC65442-F244-409C-BF44-C5D6472E810A}"/>
          </ac:cxnSpMkLst>
        </pc:cxnChg>
        <pc:cxnChg chg="add del">
          <ac:chgData name="Sahand Khodabandehloo" userId="cb03d64890cf78b3" providerId="LiveId" clId="{72473DAC-6BE6-46F9-BC0C-4EFF46449FFF}" dt="2022-03-22T11:25:23.350" v="1562" actId="26606"/>
          <ac:cxnSpMkLst>
            <pc:docMk/>
            <pc:sldMk cId="34175724" sldId="261"/>
            <ac:cxnSpMk id="20" creationId="{05C73161-1E4E-4E6A-91B2-E885CF8FFBA6}"/>
          </ac:cxnSpMkLst>
        </pc:cxnChg>
        <pc:cxnChg chg="add del">
          <ac:chgData name="Sahand Khodabandehloo" userId="cb03d64890cf78b3" providerId="LiveId" clId="{72473DAC-6BE6-46F9-BC0C-4EFF46449FFF}" dt="2022-03-22T11:25:21.260" v="1560" actId="26606"/>
          <ac:cxnSpMkLst>
            <pc:docMk/>
            <pc:sldMk cId="34175724" sldId="261"/>
            <ac:cxnSpMk id="28" creationId="{9EC65442-F244-409C-BF44-C5D6472E810A}"/>
          </ac:cxnSpMkLst>
        </pc:cxnChg>
        <pc:cxnChg chg="add del">
          <ac:chgData name="Sahand Khodabandehloo" userId="cb03d64890cf78b3" providerId="LiveId" clId="{72473DAC-6BE6-46F9-BC0C-4EFF46449FFF}" dt="2022-03-22T11:25:52.750" v="1570" actId="26606"/>
          <ac:cxnSpMkLst>
            <pc:docMk/>
            <pc:sldMk cId="34175724" sldId="261"/>
            <ac:cxnSpMk id="33" creationId="{9EC65442-F244-409C-BF44-C5D6472E810A}"/>
          </ac:cxnSpMkLst>
        </pc:cxnChg>
        <pc:cxnChg chg="add del">
          <ac:chgData name="Sahand Khodabandehloo" userId="cb03d64890cf78b3" providerId="LiveId" clId="{72473DAC-6BE6-46F9-BC0C-4EFF46449FFF}" dt="2022-03-22T11:25:53.827" v="1572" actId="26606"/>
          <ac:cxnSpMkLst>
            <pc:docMk/>
            <pc:sldMk cId="34175724" sldId="261"/>
            <ac:cxnSpMk id="44" creationId="{05C73161-1E4E-4E6A-91B2-E885CF8FFBA6}"/>
          </ac:cxnSpMkLst>
        </pc:cxnChg>
        <pc:cxnChg chg="add del">
          <ac:chgData name="Sahand Khodabandehloo" userId="cb03d64890cf78b3" providerId="LiveId" clId="{72473DAC-6BE6-46F9-BC0C-4EFF46449FFF}" dt="2022-03-22T11:25:57.134" v="1578" actId="26606"/>
          <ac:cxnSpMkLst>
            <pc:docMk/>
            <pc:sldMk cId="34175724" sldId="261"/>
            <ac:cxnSpMk id="50" creationId="{19AF263B-E208-40DF-A182-5193478DCFA4}"/>
          </ac:cxnSpMkLst>
        </pc:cxnChg>
        <pc:cxnChg chg="add del">
          <ac:chgData name="Sahand Khodabandehloo" userId="cb03d64890cf78b3" providerId="LiveId" clId="{72473DAC-6BE6-46F9-BC0C-4EFF46449FFF}" dt="2022-03-22T11:26:11.536" v="1585" actId="26606"/>
          <ac:cxnSpMkLst>
            <pc:docMk/>
            <pc:sldMk cId="34175724" sldId="261"/>
            <ac:cxnSpMk id="85" creationId="{05C73161-1E4E-4E6A-91B2-E885CF8FFBA6}"/>
          </ac:cxnSpMkLst>
        </pc:cxnChg>
      </pc:sldChg>
      <pc:sldChg chg="addSp delSp modSp add mod setBg setClrOvrMap">
        <pc:chgData name="Sahand Khodabandehloo" userId="cb03d64890cf78b3" providerId="LiveId" clId="{72473DAC-6BE6-46F9-BC0C-4EFF46449FFF}" dt="2022-03-22T11:42:37.652" v="2013" actId="12"/>
        <pc:sldMkLst>
          <pc:docMk/>
          <pc:sldMk cId="3450688450" sldId="262"/>
        </pc:sldMkLst>
        <pc:spChg chg="mod">
          <ac:chgData name="Sahand Khodabandehloo" userId="cb03d64890cf78b3" providerId="LiveId" clId="{72473DAC-6BE6-46F9-BC0C-4EFF46449FFF}" dt="2022-03-22T11:00:31.960" v="544" actId="26606"/>
          <ac:spMkLst>
            <pc:docMk/>
            <pc:sldMk cId="3450688450" sldId="262"/>
            <ac:spMk id="2" creationId="{01CED584-6F04-41B5-B37A-D0585A00D5D3}"/>
          </ac:spMkLst>
        </pc:spChg>
        <pc:spChg chg="add del mod ord">
          <ac:chgData name="Sahand Khodabandehloo" userId="cb03d64890cf78b3" providerId="LiveId" clId="{72473DAC-6BE6-46F9-BC0C-4EFF46449FFF}" dt="2022-03-22T11:42:37.652" v="2013" actId="12"/>
          <ac:spMkLst>
            <pc:docMk/>
            <pc:sldMk cId="3450688450" sldId="262"/>
            <ac:spMk id="3" creationId="{5B31E413-A659-4EF9-B6EA-8F4CE1157D1A}"/>
          </ac:spMkLst>
        </pc:spChg>
        <pc:spChg chg="add mod">
          <ac:chgData name="Sahand Khodabandehloo" userId="cb03d64890cf78b3" providerId="LiveId" clId="{72473DAC-6BE6-46F9-BC0C-4EFF46449FFF}" dt="2022-03-22T11:02:03.560" v="655" actId="20577"/>
          <ac:spMkLst>
            <pc:docMk/>
            <pc:sldMk cId="3450688450" sldId="262"/>
            <ac:spMk id="7" creationId="{ACC19AE8-0B73-4D57-985C-953491B26A43}"/>
          </ac:spMkLst>
        </pc:spChg>
        <pc:spChg chg="add del">
          <ac:chgData name="Sahand Khodabandehloo" userId="cb03d64890cf78b3" providerId="LiveId" clId="{72473DAC-6BE6-46F9-BC0C-4EFF46449FFF}" dt="2022-03-22T10:56:55.801" v="445" actId="26606"/>
          <ac:spMkLst>
            <pc:docMk/>
            <pc:sldMk cId="3450688450" sldId="262"/>
            <ac:spMk id="9" creationId="{021A4066-B261-49FE-952E-A0FE3EE75CD2}"/>
          </ac:spMkLst>
        </pc:spChg>
        <pc:spChg chg="add del">
          <ac:chgData name="Sahand Khodabandehloo" userId="cb03d64890cf78b3" providerId="LiveId" clId="{72473DAC-6BE6-46F9-BC0C-4EFF46449FFF}" dt="2022-03-22T10:56:55.801" v="445" actId="26606"/>
          <ac:spMkLst>
            <pc:docMk/>
            <pc:sldMk cId="3450688450" sldId="262"/>
            <ac:spMk id="13" creationId="{81958111-BC13-4D45-AB27-0C2C83F9BA64}"/>
          </ac:spMkLst>
        </pc:spChg>
        <pc:spChg chg="add del">
          <ac:chgData name="Sahand Khodabandehloo" userId="cb03d64890cf78b3" providerId="LiveId" clId="{72473DAC-6BE6-46F9-BC0C-4EFF46449FFF}" dt="2022-03-22T10:57:12.101" v="457" actId="26606"/>
          <ac:spMkLst>
            <pc:docMk/>
            <pc:sldMk cId="3450688450" sldId="262"/>
            <ac:spMk id="26" creationId="{021A4066-B261-49FE-952E-A0FE3EE75CD2}"/>
          </ac:spMkLst>
        </pc:spChg>
        <pc:spChg chg="add del">
          <ac:chgData name="Sahand Khodabandehloo" userId="cb03d64890cf78b3" providerId="LiveId" clId="{72473DAC-6BE6-46F9-BC0C-4EFF46449FFF}" dt="2022-03-22T10:57:12.101" v="457" actId="26606"/>
          <ac:spMkLst>
            <pc:docMk/>
            <pc:sldMk cId="3450688450" sldId="262"/>
            <ac:spMk id="28" creationId="{81958111-BC13-4D45-AB27-0C2C83F9BA64}"/>
          </ac:spMkLst>
        </pc:spChg>
        <pc:spChg chg="add del">
          <ac:chgData name="Sahand Khodabandehloo" userId="cb03d64890cf78b3" providerId="LiveId" clId="{72473DAC-6BE6-46F9-BC0C-4EFF46449FFF}" dt="2022-03-22T10:57:11.028" v="454" actId="26606"/>
          <ac:spMkLst>
            <pc:docMk/>
            <pc:sldMk cId="3450688450" sldId="262"/>
            <ac:spMk id="36" creationId="{3193BA5C-B8F3-4972-BA54-014C48FAFA42}"/>
          </ac:spMkLst>
        </pc:spChg>
        <pc:spChg chg="add del">
          <ac:chgData name="Sahand Khodabandehloo" userId="cb03d64890cf78b3" providerId="LiveId" clId="{72473DAC-6BE6-46F9-BC0C-4EFF46449FFF}" dt="2022-03-22T10:57:11.028" v="454" actId="26606"/>
          <ac:spMkLst>
            <pc:docMk/>
            <pc:sldMk cId="3450688450" sldId="262"/>
            <ac:spMk id="40" creationId="{05B93327-222A-4DAC-9163-371BF44CDB0C}"/>
          </ac:spMkLst>
        </pc:spChg>
        <pc:spChg chg="add del">
          <ac:chgData name="Sahand Khodabandehloo" userId="cb03d64890cf78b3" providerId="LiveId" clId="{72473DAC-6BE6-46F9-BC0C-4EFF46449FFF}" dt="2022-03-22T10:57:11.028" v="454" actId="26606"/>
          <ac:spMkLst>
            <pc:docMk/>
            <pc:sldMk cId="3450688450" sldId="262"/>
            <ac:spMk id="46" creationId="{56388820-A63D-463C-9DBC-060A5ABE33B6}"/>
          </ac:spMkLst>
        </pc:spChg>
        <pc:spChg chg="add del">
          <ac:chgData name="Sahand Khodabandehloo" userId="cb03d64890cf78b3" providerId="LiveId" clId="{72473DAC-6BE6-46F9-BC0C-4EFF46449FFF}" dt="2022-03-22T10:57:12.070" v="456" actId="26606"/>
          <ac:spMkLst>
            <pc:docMk/>
            <pc:sldMk cId="3450688450" sldId="262"/>
            <ac:spMk id="52" creationId="{5BB14454-D00C-4958-BB39-F5F9F3ACD499}"/>
          </ac:spMkLst>
        </pc:spChg>
        <pc:spChg chg="add del">
          <ac:chgData name="Sahand Khodabandehloo" userId="cb03d64890cf78b3" providerId="LiveId" clId="{72473DAC-6BE6-46F9-BC0C-4EFF46449FFF}" dt="2022-03-22T10:57:12.070" v="456" actId="26606"/>
          <ac:spMkLst>
            <pc:docMk/>
            <pc:sldMk cId="3450688450" sldId="262"/>
            <ac:spMk id="54" creationId="{A1084370-0E70-4003-9787-3490FCC20E13}"/>
          </ac:spMkLst>
        </pc:spChg>
        <pc:spChg chg="add del">
          <ac:chgData name="Sahand Khodabandehloo" userId="cb03d64890cf78b3" providerId="LiveId" clId="{72473DAC-6BE6-46F9-BC0C-4EFF46449FFF}" dt="2022-03-22T10:57:40.447" v="477" actId="26606"/>
          <ac:spMkLst>
            <pc:docMk/>
            <pc:sldMk cId="3450688450" sldId="262"/>
            <ac:spMk id="61" creationId="{3193BA5C-B8F3-4972-BA54-014C48FAFA42}"/>
          </ac:spMkLst>
        </pc:spChg>
        <pc:spChg chg="add del">
          <ac:chgData name="Sahand Khodabandehloo" userId="cb03d64890cf78b3" providerId="LiveId" clId="{72473DAC-6BE6-46F9-BC0C-4EFF46449FFF}" dt="2022-03-22T10:57:40.447" v="477" actId="26606"/>
          <ac:spMkLst>
            <pc:docMk/>
            <pc:sldMk cId="3450688450" sldId="262"/>
            <ac:spMk id="63" creationId="{05B93327-222A-4DAC-9163-371BF44CDB0C}"/>
          </ac:spMkLst>
        </pc:spChg>
        <pc:spChg chg="add del">
          <ac:chgData name="Sahand Khodabandehloo" userId="cb03d64890cf78b3" providerId="LiveId" clId="{72473DAC-6BE6-46F9-BC0C-4EFF46449FFF}" dt="2022-03-22T10:57:40.447" v="477" actId="26606"/>
          <ac:spMkLst>
            <pc:docMk/>
            <pc:sldMk cId="3450688450" sldId="262"/>
            <ac:spMk id="67" creationId="{56388820-A63D-463C-9DBC-060A5ABE33B6}"/>
          </ac:spMkLst>
        </pc:spChg>
        <pc:spChg chg="add del">
          <ac:chgData name="Sahand Khodabandehloo" userId="cb03d64890cf78b3" providerId="LiveId" clId="{72473DAC-6BE6-46F9-BC0C-4EFF46449FFF}" dt="2022-03-22T10:55:36.438" v="355" actId="26606"/>
          <ac:spMkLst>
            <pc:docMk/>
            <pc:sldMk cId="3450688450" sldId="262"/>
            <ac:spMk id="71" creationId="{0CABCAE3-64FC-4149-819F-2C1812824154}"/>
          </ac:spMkLst>
        </pc:spChg>
        <pc:spChg chg="add del">
          <ac:chgData name="Sahand Khodabandehloo" userId="cb03d64890cf78b3" providerId="LiveId" clId="{72473DAC-6BE6-46F9-BC0C-4EFF46449FFF}" dt="2022-03-22T10:58:07.581" v="496" actId="26606"/>
          <ac:spMkLst>
            <pc:docMk/>
            <pc:sldMk cId="3450688450" sldId="262"/>
            <ac:spMk id="74" creationId="{021A4066-B261-49FE-952E-A0FE3EE75CD2}"/>
          </ac:spMkLst>
        </pc:spChg>
        <pc:spChg chg="add del">
          <ac:chgData name="Sahand Khodabandehloo" userId="cb03d64890cf78b3" providerId="LiveId" clId="{72473DAC-6BE6-46F9-BC0C-4EFF46449FFF}" dt="2022-03-22T10:58:07.581" v="496" actId="26606"/>
          <ac:spMkLst>
            <pc:docMk/>
            <pc:sldMk cId="3450688450" sldId="262"/>
            <ac:spMk id="78" creationId="{81958111-BC13-4D45-AB27-0C2C83F9BA64}"/>
          </ac:spMkLst>
        </pc:spChg>
        <pc:spChg chg="add del">
          <ac:chgData name="Sahand Khodabandehloo" userId="cb03d64890cf78b3" providerId="LiveId" clId="{72473DAC-6BE6-46F9-BC0C-4EFF46449FFF}" dt="2022-03-22T10:55:36.438" v="355" actId="26606"/>
          <ac:spMkLst>
            <pc:docMk/>
            <pc:sldMk cId="3450688450" sldId="262"/>
            <ac:spMk id="79" creationId="{2FA7AD0A-1871-4DF8-9235-F49D0513B9C1}"/>
          </ac:spMkLst>
        </pc:spChg>
        <pc:spChg chg="add del">
          <ac:chgData name="Sahand Khodabandehloo" userId="cb03d64890cf78b3" providerId="LiveId" clId="{72473DAC-6BE6-46F9-BC0C-4EFF46449FFF}" dt="2022-03-22T10:55:36.438" v="355" actId="26606"/>
          <ac:spMkLst>
            <pc:docMk/>
            <pc:sldMk cId="3450688450" sldId="262"/>
            <ac:spMk id="81" creationId="{36B04CFB-FAE5-47DD-9B3E-4E9BA7A89CC1}"/>
          </ac:spMkLst>
        </pc:spChg>
        <pc:spChg chg="add del">
          <ac:chgData name="Sahand Khodabandehloo" userId="cb03d64890cf78b3" providerId="LiveId" clId="{72473DAC-6BE6-46F9-BC0C-4EFF46449FFF}" dt="2022-03-22T10:58:00.183" v="489" actId="26606"/>
          <ac:spMkLst>
            <pc:docMk/>
            <pc:sldMk cId="3450688450" sldId="262"/>
            <ac:spMk id="88" creationId="{C6870151-9189-4C3A-8379-EF3D95827A0A}"/>
          </ac:spMkLst>
        </pc:spChg>
        <pc:spChg chg="add del">
          <ac:chgData name="Sahand Khodabandehloo" userId="cb03d64890cf78b3" providerId="LiveId" clId="{72473DAC-6BE6-46F9-BC0C-4EFF46449FFF}" dt="2022-03-22T10:55:36.438" v="355" actId="26606"/>
          <ac:spMkLst>
            <pc:docMk/>
            <pc:sldMk cId="3450688450" sldId="262"/>
            <ac:spMk id="89" creationId="{622F7FD7-8884-4FD5-95AB-0B5C6033ADF7}"/>
          </ac:spMkLst>
        </pc:spChg>
        <pc:spChg chg="add del">
          <ac:chgData name="Sahand Khodabandehloo" userId="cb03d64890cf78b3" providerId="LiveId" clId="{72473DAC-6BE6-46F9-BC0C-4EFF46449FFF}" dt="2022-03-22T10:58:00.183" v="489" actId="26606"/>
          <ac:spMkLst>
            <pc:docMk/>
            <pc:sldMk cId="3450688450" sldId="262"/>
            <ac:spMk id="90" creationId="{123EA69C-102A-4DD0-9547-05DCD271D159}"/>
          </ac:spMkLst>
        </pc:spChg>
        <pc:spChg chg="add del">
          <ac:chgData name="Sahand Khodabandehloo" userId="cb03d64890cf78b3" providerId="LiveId" clId="{72473DAC-6BE6-46F9-BC0C-4EFF46449FFF}" dt="2022-03-22T10:58:00.183" v="489" actId="26606"/>
          <ac:spMkLst>
            <pc:docMk/>
            <pc:sldMk cId="3450688450" sldId="262"/>
            <ac:spMk id="95" creationId="{6A862265-5CA3-4C40-8582-7534C3B03C2A}"/>
          </ac:spMkLst>
        </pc:spChg>
        <pc:spChg chg="add del">
          <ac:chgData name="Sahand Khodabandehloo" userId="cb03d64890cf78b3" providerId="LiveId" clId="{72473DAC-6BE6-46F9-BC0C-4EFF46449FFF}" dt="2022-03-22T10:58:00.183" v="489" actId="26606"/>
          <ac:spMkLst>
            <pc:docMk/>
            <pc:sldMk cId="3450688450" sldId="262"/>
            <ac:spMk id="97" creationId="{600EF80B-0391-4082-9AF5-F15B091B4CE9}"/>
          </ac:spMkLst>
        </pc:spChg>
        <pc:spChg chg="add del">
          <ac:chgData name="Sahand Khodabandehloo" userId="cb03d64890cf78b3" providerId="LiveId" clId="{72473DAC-6BE6-46F9-BC0C-4EFF46449FFF}" dt="2022-03-22T10:58:00.183" v="489" actId="26606"/>
          <ac:spMkLst>
            <pc:docMk/>
            <pc:sldMk cId="3450688450" sldId="262"/>
            <ac:spMk id="101" creationId="{3FBF03E8-C602-4192-9C52-F84B29FDCC88}"/>
          </ac:spMkLst>
        </pc:spChg>
        <pc:spChg chg="add del">
          <ac:chgData name="Sahand Khodabandehloo" userId="cb03d64890cf78b3" providerId="LiveId" clId="{72473DAC-6BE6-46F9-BC0C-4EFF46449FFF}" dt="2022-03-22T10:58:02.578" v="491" actId="26606"/>
          <ac:spMkLst>
            <pc:docMk/>
            <pc:sldMk cId="3450688450" sldId="262"/>
            <ac:spMk id="103" creationId="{1C2A4B30-77D7-4FFB-8B53-A88BD68CABD2}"/>
          </ac:spMkLst>
        </pc:spChg>
        <pc:spChg chg="add del">
          <ac:chgData name="Sahand Khodabandehloo" userId="cb03d64890cf78b3" providerId="LiveId" clId="{72473DAC-6BE6-46F9-BC0C-4EFF46449FFF}" dt="2022-03-22T10:58:02.578" v="491" actId="26606"/>
          <ac:spMkLst>
            <pc:docMk/>
            <pc:sldMk cId="3450688450" sldId="262"/>
            <ac:spMk id="105" creationId="{01E4D783-AD45-49E7-B6C7-BBACB8290688}"/>
          </ac:spMkLst>
        </pc:spChg>
        <pc:spChg chg="add del">
          <ac:chgData name="Sahand Khodabandehloo" userId="cb03d64890cf78b3" providerId="LiveId" clId="{72473DAC-6BE6-46F9-BC0C-4EFF46449FFF}" dt="2022-03-22T10:58:06.323" v="493" actId="26606"/>
          <ac:spMkLst>
            <pc:docMk/>
            <pc:sldMk cId="3450688450" sldId="262"/>
            <ac:spMk id="107" creationId="{C6870151-9189-4C3A-8379-EF3D95827A0A}"/>
          </ac:spMkLst>
        </pc:spChg>
        <pc:spChg chg="add del">
          <ac:chgData name="Sahand Khodabandehloo" userId="cb03d64890cf78b3" providerId="LiveId" clId="{72473DAC-6BE6-46F9-BC0C-4EFF46449FFF}" dt="2022-03-22T10:58:06.323" v="493" actId="26606"/>
          <ac:spMkLst>
            <pc:docMk/>
            <pc:sldMk cId="3450688450" sldId="262"/>
            <ac:spMk id="108" creationId="{123EA69C-102A-4DD0-9547-05DCD271D159}"/>
          </ac:spMkLst>
        </pc:spChg>
        <pc:spChg chg="add del">
          <ac:chgData name="Sahand Khodabandehloo" userId="cb03d64890cf78b3" providerId="LiveId" clId="{72473DAC-6BE6-46F9-BC0C-4EFF46449FFF}" dt="2022-03-22T10:58:06.323" v="493" actId="26606"/>
          <ac:spMkLst>
            <pc:docMk/>
            <pc:sldMk cId="3450688450" sldId="262"/>
            <ac:spMk id="109" creationId="{6A862265-5CA3-4C40-8582-7534C3B03C2A}"/>
          </ac:spMkLst>
        </pc:spChg>
        <pc:spChg chg="add del">
          <ac:chgData name="Sahand Khodabandehloo" userId="cb03d64890cf78b3" providerId="LiveId" clId="{72473DAC-6BE6-46F9-BC0C-4EFF46449FFF}" dt="2022-03-22T10:58:06.323" v="493" actId="26606"/>
          <ac:spMkLst>
            <pc:docMk/>
            <pc:sldMk cId="3450688450" sldId="262"/>
            <ac:spMk id="110" creationId="{600EF80B-0391-4082-9AF5-F15B091B4CE9}"/>
          </ac:spMkLst>
        </pc:spChg>
        <pc:spChg chg="add del">
          <ac:chgData name="Sahand Khodabandehloo" userId="cb03d64890cf78b3" providerId="LiveId" clId="{72473DAC-6BE6-46F9-BC0C-4EFF46449FFF}" dt="2022-03-22T10:58:06.323" v="493" actId="26606"/>
          <ac:spMkLst>
            <pc:docMk/>
            <pc:sldMk cId="3450688450" sldId="262"/>
            <ac:spMk id="112" creationId="{3FBF03E8-C602-4192-9C52-F84B29FDCC88}"/>
          </ac:spMkLst>
        </pc:spChg>
        <pc:spChg chg="add del">
          <ac:chgData name="Sahand Khodabandehloo" userId="cb03d64890cf78b3" providerId="LiveId" clId="{72473DAC-6BE6-46F9-BC0C-4EFF46449FFF}" dt="2022-03-22T10:58:07.558" v="495" actId="26606"/>
          <ac:spMkLst>
            <pc:docMk/>
            <pc:sldMk cId="3450688450" sldId="262"/>
            <ac:spMk id="114" creationId="{35C3D674-3D59-4E93-80CA-0C0A9095E816}"/>
          </ac:spMkLst>
        </pc:spChg>
        <pc:spChg chg="add del">
          <ac:chgData name="Sahand Khodabandehloo" userId="cb03d64890cf78b3" providerId="LiveId" clId="{72473DAC-6BE6-46F9-BC0C-4EFF46449FFF}" dt="2022-03-22T10:58:07.558" v="495" actId="26606"/>
          <ac:spMkLst>
            <pc:docMk/>
            <pc:sldMk cId="3450688450" sldId="262"/>
            <ac:spMk id="116" creationId="{EF2A81E1-BCBE-426B-8C09-33274E69409D}"/>
          </ac:spMkLst>
        </pc:spChg>
        <pc:spChg chg="add del">
          <ac:chgData name="Sahand Khodabandehloo" userId="cb03d64890cf78b3" providerId="LiveId" clId="{72473DAC-6BE6-46F9-BC0C-4EFF46449FFF}" dt="2022-03-22T10:59:47.368" v="538" actId="26606"/>
          <ac:spMkLst>
            <pc:docMk/>
            <pc:sldMk cId="3450688450" sldId="262"/>
            <ac:spMk id="120" creationId="{021A4066-B261-49FE-952E-A0FE3EE75CD2}"/>
          </ac:spMkLst>
        </pc:spChg>
        <pc:spChg chg="add del">
          <ac:chgData name="Sahand Khodabandehloo" userId="cb03d64890cf78b3" providerId="LiveId" clId="{72473DAC-6BE6-46F9-BC0C-4EFF46449FFF}" dt="2022-03-22T10:59:47.368" v="538" actId="26606"/>
          <ac:spMkLst>
            <pc:docMk/>
            <pc:sldMk cId="3450688450" sldId="262"/>
            <ac:spMk id="122" creationId="{81958111-BC13-4D45-AB27-0C2C83F9BA64}"/>
          </ac:spMkLst>
        </pc:spChg>
        <pc:spChg chg="add del">
          <ac:chgData name="Sahand Khodabandehloo" userId="cb03d64890cf78b3" providerId="LiveId" clId="{72473DAC-6BE6-46F9-BC0C-4EFF46449FFF}" dt="2022-03-22T10:59:33.144" v="527" actId="26606"/>
          <ac:spMkLst>
            <pc:docMk/>
            <pc:sldMk cId="3450688450" sldId="262"/>
            <ac:spMk id="131" creationId="{3193BA5C-B8F3-4972-BA54-014C48FAFA42}"/>
          </ac:spMkLst>
        </pc:spChg>
        <pc:spChg chg="add del">
          <ac:chgData name="Sahand Khodabandehloo" userId="cb03d64890cf78b3" providerId="LiveId" clId="{72473DAC-6BE6-46F9-BC0C-4EFF46449FFF}" dt="2022-03-22T10:59:33.144" v="527" actId="26606"/>
          <ac:spMkLst>
            <pc:docMk/>
            <pc:sldMk cId="3450688450" sldId="262"/>
            <ac:spMk id="135" creationId="{05B93327-222A-4DAC-9163-371BF44CDB0C}"/>
          </ac:spMkLst>
        </pc:spChg>
        <pc:spChg chg="add del">
          <ac:chgData name="Sahand Khodabandehloo" userId="cb03d64890cf78b3" providerId="LiveId" clId="{72473DAC-6BE6-46F9-BC0C-4EFF46449FFF}" dt="2022-03-22T10:59:33.144" v="527" actId="26606"/>
          <ac:spMkLst>
            <pc:docMk/>
            <pc:sldMk cId="3450688450" sldId="262"/>
            <ac:spMk id="141" creationId="{56388820-A63D-463C-9DBC-060A5ABE33B6}"/>
          </ac:spMkLst>
        </pc:spChg>
        <pc:spChg chg="add del">
          <ac:chgData name="Sahand Khodabandehloo" userId="cb03d64890cf78b3" providerId="LiveId" clId="{72473DAC-6BE6-46F9-BC0C-4EFF46449FFF}" dt="2022-03-22T10:59:34.004" v="529" actId="26606"/>
          <ac:spMkLst>
            <pc:docMk/>
            <pc:sldMk cId="3450688450" sldId="262"/>
            <ac:spMk id="147" creationId="{1C2A4B30-77D7-4FFB-8B53-A88BD68CABD2}"/>
          </ac:spMkLst>
        </pc:spChg>
        <pc:spChg chg="add del">
          <ac:chgData name="Sahand Khodabandehloo" userId="cb03d64890cf78b3" providerId="LiveId" clId="{72473DAC-6BE6-46F9-BC0C-4EFF46449FFF}" dt="2022-03-22T10:59:34.004" v="529" actId="26606"/>
          <ac:spMkLst>
            <pc:docMk/>
            <pc:sldMk cId="3450688450" sldId="262"/>
            <ac:spMk id="149" creationId="{01E4D783-AD45-49E7-B6C7-BBACB8290688}"/>
          </ac:spMkLst>
        </pc:spChg>
        <pc:spChg chg="add del">
          <ac:chgData name="Sahand Khodabandehloo" userId="cb03d64890cf78b3" providerId="LiveId" clId="{72473DAC-6BE6-46F9-BC0C-4EFF46449FFF}" dt="2022-03-22T10:59:43.338" v="531" actId="26606"/>
          <ac:spMkLst>
            <pc:docMk/>
            <pc:sldMk cId="3450688450" sldId="262"/>
            <ac:spMk id="151" creationId="{3193BA5C-B8F3-4972-BA54-014C48FAFA42}"/>
          </ac:spMkLst>
        </pc:spChg>
        <pc:spChg chg="add del">
          <ac:chgData name="Sahand Khodabandehloo" userId="cb03d64890cf78b3" providerId="LiveId" clId="{72473DAC-6BE6-46F9-BC0C-4EFF46449FFF}" dt="2022-03-22T10:59:43.338" v="531" actId="26606"/>
          <ac:spMkLst>
            <pc:docMk/>
            <pc:sldMk cId="3450688450" sldId="262"/>
            <ac:spMk id="153" creationId="{05B93327-222A-4DAC-9163-371BF44CDB0C}"/>
          </ac:spMkLst>
        </pc:spChg>
        <pc:spChg chg="add del">
          <ac:chgData name="Sahand Khodabandehloo" userId="cb03d64890cf78b3" providerId="LiveId" clId="{72473DAC-6BE6-46F9-BC0C-4EFF46449FFF}" dt="2022-03-22T10:59:43.338" v="531" actId="26606"/>
          <ac:spMkLst>
            <pc:docMk/>
            <pc:sldMk cId="3450688450" sldId="262"/>
            <ac:spMk id="157" creationId="{56388820-A63D-463C-9DBC-060A5ABE33B6}"/>
          </ac:spMkLst>
        </pc:spChg>
        <pc:spChg chg="add del">
          <ac:chgData name="Sahand Khodabandehloo" userId="cb03d64890cf78b3" providerId="LiveId" clId="{72473DAC-6BE6-46F9-BC0C-4EFF46449FFF}" dt="2022-03-22T10:59:44.543" v="533" actId="26606"/>
          <ac:spMkLst>
            <pc:docMk/>
            <pc:sldMk cId="3450688450" sldId="262"/>
            <ac:spMk id="161" creationId="{021A4066-B261-49FE-952E-A0FE3EE75CD2}"/>
          </ac:spMkLst>
        </pc:spChg>
        <pc:spChg chg="add del">
          <ac:chgData name="Sahand Khodabandehloo" userId="cb03d64890cf78b3" providerId="LiveId" clId="{72473DAC-6BE6-46F9-BC0C-4EFF46449FFF}" dt="2022-03-22T10:59:44.543" v="533" actId="26606"/>
          <ac:spMkLst>
            <pc:docMk/>
            <pc:sldMk cId="3450688450" sldId="262"/>
            <ac:spMk id="163" creationId="{81958111-BC13-4D45-AB27-0C2C83F9BA64}"/>
          </ac:spMkLst>
        </pc:spChg>
        <pc:spChg chg="add del">
          <ac:chgData name="Sahand Khodabandehloo" userId="cb03d64890cf78b3" providerId="LiveId" clId="{72473DAC-6BE6-46F9-BC0C-4EFF46449FFF}" dt="2022-03-22T10:59:45.652" v="535" actId="26606"/>
          <ac:spMkLst>
            <pc:docMk/>
            <pc:sldMk cId="3450688450" sldId="262"/>
            <ac:spMk id="168" creationId="{3193BA5C-B8F3-4972-BA54-014C48FAFA42}"/>
          </ac:spMkLst>
        </pc:spChg>
        <pc:spChg chg="add del">
          <ac:chgData name="Sahand Khodabandehloo" userId="cb03d64890cf78b3" providerId="LiveId" clId="{72473DAC-6BE6-46F9-BC0C-4EFF46449FFF}" dt="2022-03-22T10:59:45.652" v="535" actId="26606"/>
          <ac:spMkLst>
            <pc:docMk/>
            <pc:sldMk cId="3450688450" sldId="262"/>
            <ac:spMk id="170" creationId="{05B93327-222A-4DAC-9163-371BF44CDB0C}"/>
          </ac:spMkLst>
        </pc:spChg>
        <pc:spChg chg="add del">
          <ac:chgData name="Sahand Khodabandehloo" userId="cb03d64890cf78b3" providerId="LiveId" clId="{72473DAC-6BE6-46F9-BC0C-4EFF46449FFF}" dt="2022-03-22T10:59:45.652" v="535" actId="26606"/>
          <ac:spMkLst>
            <pc:docMk/>
            <pc:sldMk cId="3450688450" sldId="262"/>
            <ac:spMk id="174" creationId="{56388820-A63D-463C-9DBC-060A5ABE33B6}"/>
          </ac:spMkLst>
        </pc:spChg>
        <pc:spChg chg="add del">
          <ac:chgData name="Sahand Khodabandehloo" userId="cb03d64890cf78b3" providerId="LiveId" clId="{72473DAC-6BE6-46F9-BC0C-4EFF46449FFF}" dt="2022-03-22T10:59:47.337" v="537" actId="26606"/>
          <ac:spMkLst>
            <pc:docMk/>
            <pc:sldMk cId="3450688450" sldId="262"/>
            <ac:spMk id="178" creationId="{021A4066-B261-49FE-952E-A0FE3EE75CD2}"/>
          </ac:spMkLst>
        </pc:spChg>
        <pc:spChg chg="add del">
          <ac:chgData name="Sahand Khodabandehloo" userId="cb03d64890cf78b3" providerId="LiveId" clId="{72473DAC-6BE6-46F9-BC0C-4EFF46449FFF}" dt="2022-03-22T10:59:47.337" v="537" actId="26606"/>
          <ac:spMkLst>
            <pc:docMk/>
            <pc:sldMk cId="3450688450" sldId="262"/>
            <ac:spMk id="180" creationId="{81958111-BC13-4D45-AB27-0C2C83F9BA64}"/>
          </ac:spMkLst>
        </pc:spChg>
        <pc:spChg chg="add del">
          <ac:chgData name="Sahand Khodabandehloo" userId="cb03d64890cf78b3" providerId="LiveId" clId="{72473DAC-6BE6-46F9-BC0C-4EFF46449FFF}" dt="2022-03-22T11:00:31.960" v="544" actId="26606"/>
          <ac:spMkLst>
            <pc:docMk/>
            <pc:sldMk cId="3450688450" sldId="262"/>
            <ac:spMk id="185" creationId="{3193BA5C-B8F3-4972-BA54-014C48FAFA42}"/>
          </ac:spMkLst>
        </pc:spChg>
        <pc:spChg chg="add del">
          <ac:chgData name="Sahand Khodabandehloo" userId="cb03d64890cf78b3" providerId="LiveId" clId="{72473DAC-6BE6-46F9-BC0C-4EFF46449FFF}" dt="2022-03-22T11:00:31.960" v="544" actId="26606"/>
          <ac:spMkLst>
            <pc:docMk/>
            <pc:sldMk cId="3450688450" sldId="262"/>
            <ac:spMk id="187" creationId="{05B93327-222A-4DAC-9163-371BF44CDB0C}"/>
          </ac:spMkLst>
        </pc:spChg>
        <pc:spChg chg="add del">
          <ac:chgData name="Sahand Khodabandehloo" userId="cb03d64890cf78b3" providerId="LiveId" clId="{72473DAC-6BE6-46F9-BC0C-4EFF46449FFF}" dt="2022-03-22T11:00:31.960" v="544" actId="26606"/>
          <ac:spMkLst>
            <pc:docMk/>
            <pc:sldMk cId="3450688450" sldId="262"/>
            <ac:spMk id="191" creationId="{56388820-A63D-463C-9DBC-060A5ABE33B6}"/>
          </ac:spMkLst>
        </pc:spChg>
        <pc:spChg chg="add del">
          <ac:chgData name="Sahand Khodabandehloo" userId="cb03d64890cf78b3" providerId="LiveId" clId="{72473DAC-6BE6-46F9-BC0C-4EFF46449FFF}" dt="2022-03-22T11:00:31.928" v="543" actId="26606"/>
          <ac:spMkLst>
            <pc:docMk/>
            <pc:sldMk cId="3450688450" sldId="262"/>
            <ac:spMk id="198" creationId="{021A4066-B261-49FE-952E-A0FE3EE75CD2}"/>
          </ac:spMkLst>
        </pc:spChg>
        <pc:spChg chg="add del">
          <ac:chgData name="Sahand Khodabandehloo" userId="cb03d64890cf78b3" providerId="LiveId" clId="{72473DAC-6BE6-46F9-BC0C-4EFF46449FFF}" dt="2022-03-22T11:00:31.928" v="543" actId="26606"/>
          <ac:spMkLst>
            <pc:docMk/>
            <pc:sldMk cId="3450688450" sldId="262"/>
            <ac:spMk id="202" creationId="{81958111-BC13-4D45-AB27-0C2C83F9BA64}"/>
          </ac:spMkLst>
        </pc:spChg>
        <pc:spChg chg="add">
          <ac:chgData name="Sahand Khodabandehloo" userId="cb03d64890cf78b3" providerId="LiveId" clId="{72473DAC-6BE6-46F9-BC0C-4EFF46449FFF}" dt="2022-03-22T11:00:31.960" v="544" actId="26606"/>
          <ac:spMkLst>
            <pc:docMk/>
            <pc:sldMk cId="3450688450" sldId="262"/>
            <ac:spMk id="212" creationId="{35C3D674-3D59-4E93-80CA-0C0A9095E816}"/>
          </ac:spMkLst>
        </pc:spChg>
        <pc:spChg chg="add">
          <ac:chgData name="Sahand Khodabandehloo" userId="cb03d64890cf78b3" providerId="LiveId" clId="{72473DAC-6BE6-46F9-BC0C-4EFF46449FFF}" dt="2022-03-22T11:00:31.960" v="544" actId="26606"/>
          <ac:spMkLst>
            <pc:docMk/>
            <pc:sldMk cId="3450688450" sldId="262"/>
            <ac:spMk id="214" creationId="{EF2A81E1-BCBE-426B-8C09-33274E69409D}"/>
          </ac:spMkLst>
        </pc:spChg>
        <pc:spChg chg="add del">
          <ac:chgData name="Sahand Khodabandehloo" userId="cb03d64890cf78b3" providerId="LiveId" clId="{72473DAC-6BE6-46F9-BC0C-4EFF46449FFF}" dt="2022-03-22T10:55:54.112" v="368" actId="26606"/>
          <ac:spMkLst>
            <pc:docMk/>
            <pc:sldMk cId="3450688450" sldId="262"/>
            <ac:spMk id="1030" creationId="{1CE580D1-F917-4567-AFB4-99AA9B52ADF0}"/>
          </ac:spMkLst>
        </pc:spChg>
        <pc:spChg chg="add del">
          <ac:chgData name="Sahand Khodabandehloo" userId="cb03d64890cf78b3" providerId="LiveId" clId="{72473DAC-6BE6-46F9-BC0C-4EFF46449FFF}" dt="2022-03-22T10:55:54.112" v="368" actId="26606"/>
          <ac:spMkLst>
            <pc:docMk/>
            <pc:sldMk cId="3450688450" sldId="262"/>
            <ac:spMk id="1034" creationId="{315B18DF-1A4F-456F-8E0E-8CFE4C8089C4}"/>
          </ac:spMkLst>
        </pc:spChg>
        <pc:spChg chg="add del">
          <ac:chgData name="Sahand Khodabandehloo" userId="cb03d64890cf78b3" providerId="LiveId" clId="{72473DAC-6BE6-46F9-BC0C-4EFF46449FFF}" dt="2022-03-22T10:55:54.112" v="368" actId="26606"/>
          <ac:spMkLst>
            <pc:docMk/>
            <pc:sldMk cId="3450688450" sldId="262"/>
            <ac:spMk id="1035" creationId="{E334CD9B-39EA-42AE-8A1F-0D40028F3FC4}"/>
          </ac:spMkLst>
        </pc:spChg>
        <pc:grpChg chg="add del">
          <ac:chgData name="Sahand Khodabandehloo" userId="cb03d64890cf78b3" providerId="LiveId" clId="{72473DAC-6BE6-46F9-BC0C-4EFF46449FFF}" dt="2022-03-22T10:56:55.801" v="445" actId="26606"/>
          <ac:grpSpMkLst>
            <pc:docMk/>
            <pc:sldMk cId="3450688450" sldId="262"/>
            <ac:grpSpMk id="15" creationId="{82188758-E18A-4CE5-9D03-F4BF5D887C3F}"/>
          </ac:grpSpMkLst>
        </pc:grpChg>
        <pc:grpChg chg="add del">
          <ac:chgData name="Sahand Khodabandehloo" userId="cb03d64890cf78b3" providerId="LiveId" clId="{72473DAC-6BE6-46F9-BC0C-4EFF46449FFF}" dt="2022-03-22T10:56:57.686" v="447" actId="26606"/>
          <ac:grpSpMkLst>
            <pc:docMk/>
            <pc:sldMk cId="3450688450" sldId="262"/>
            <ac:grpSpMk id="23" creationId="{93401815-9C3D-43EE-B4E4-2504090CEF01}"/>
          </ac:grpSpMkLst>
        </pc:grpChg>
        <pc:grpChg chg="add del">
          <ac:chgData name="Sahand Khodabandehloo" userId="cb03d64890cf78b3" providerId="LiveId" clId="{72473DAC-6BE6-46F9-BC0C-4EFF46449FFF}" dt="2022-03-22T10:57:12.101" v="457" actId="26606"/>
          <ac:grpSpMkLst>
            <pc:docMk/>
            <pc:sldMk cId="3450688450" sldId="262"/>
            <ac:grpSpMk id="29" creationId="{82188758-E18A-4CE5-9D03-F4BF5D887C3F}"/>
          </ac:grpSpMkLst>
        </pc:grpChg>
        <pc:grpChg chg="add del">
          <ac:chgData name="Sahand Khodabandehloo" userId="cb03d64890cf78b3" providerId="LiveId" clId="{72473DAC-6BE6-46F9-BC0C-4EFF46449FFF}" dt="2022-03-22T10:57:11.028" v="454" actId="26606"/>
          <ac:grpSpMkLst>
            <pc:docMk/>
            <pc:sldMk cId="3450688450" sldId="262"/>
            <ac:grpSpMk id="42" creationId="{14EE34E3-F117-4487-8ACF-33DA65FA11B3}"/>
          </ac:grpSpMkLst>
        </pc:grpChg>
        <pc:grpChg chg="add del">
          <ac:chgData name="Sahand Khodabandehloo" userId="cb03d64890cf78b3" providerId="LiveId" clId="{72473DAC-6BE6-46F9-BC0C-4EFF46449FFF}" dt="2022-03-22T10:57:12.070" v="456" actId="26606"/>
          <ac:grpSpMkLst>
            <pc:docMk/>
            <pc:sldMk cId="3450688450" sldId="262"/>
            <ac:grpSpMk id="55" creationId="{2B7C66D2-22E8-4E8F-829B-050BFA7C86C5}"/>
          </ac:grpSpMkLst>
        </pc:grpChg>
        <pc:grpChg chg="add del">
          <ac:chgData name="Sahand Khodabandehloo" userId="cb03d64890cf78b3" providerId="LiveId" clId="{72473DAC-6BE6-46F9-BC0C-4EFF46449FFF}" dt="2022-03-22T10:57:40.447" v="477" actId="26606"/>
          <ac:grpSpMkLst>
            <pc:docMk/>
            <pc:sldMk cId="3450688450" sldId="262"/>
            <ac:grpSpMk id="64" creationId="{14EE34E3-F117-4487-8ACF-33DA65FA11B3}"/>
          </ac:grpSpMkLst>
        </pc:grpChg>
        <pc:grpChg chg="add del">
          <ac:chgData name="Sahand Khodabandehloo" userId="cb03d64890cf78b3" providerId="LiveId" clId="{72473DAC-6BE6-46F9-BC0C-4EFF46449FFF}" dt="2022-03-22T10:58:07.581" v="496" actId="26606"/>
          <ac:grpSpMkLst>
            <pc:docMk/>
            <pc:sldMk cId="3450688450" sldId="262"/>
            <ac:grpSpMk id="80" creationId="{82188758-E18A-4CE5-9D03-F4BF5D887C3F}"/>
          </ac:grpSpMkLst>
        </pc:grpChg>
        <pc:grpChg chg="add del">
          <ac:chgData name="Sahand Khodabandehloo" userId="cb03d64890cf78b3" providerId="LiveId" clId="{72473DAC-6BE6-46F9-BC0C-4EFF46449FFF}" dt="2022-03-22T10:55:36.438" v="355" actId="26606"/>
          <ac:grpSpMkLst>
            <pc:docMk/>
            <pc:sldMk cId="3450688450" sldId="262"/>
            <ac:grpSpMk id="85" creationId="{E8ACF89C-CFC3-4D68-B3C4-2BEFB7BBE5F7}"/>
          </ac:grpSpMkLst>
        </pc:grpChg>
        <pc:grpChg chg="add del">
          <ac:chgData name="Sahand Khodabandehloo" userId="cb03d64890cf78b3" providerId="LiveId" clId="{72473DAC-6BE6-46F9-BC0C-4EFF46449FFF}" dt="2022-03-22T10:55:54.112" v="368" actId="26606"/>
          <ac:grpSpMkLst>
            <pc:docMk/>
            <pc:sldMk cId="3450688450" sldId="262"/>
            <ac:grpSpMk id="87" creationId="{24C6E9FA-459B-47A6-93ED-A57860553C3A}"/>
          </ac:grpSpMkLst>
        </pc:grpChg>
        <pc:grpChg chg="add del">
          <ac:chgData name="Sahand Khodabandehloo" userId="cb03d64890cf78b3" providerId="LiveId" clId="{72473DAC-6BE6-46F9-BC0C-4EFF46449FFF}" dt="2022-03-22T10:59:47.368" v="538" actId="26606"/>
          <ac:grpSpMkLst>
            <pc:docMk/>
            <pc:sldMk cId="3450688450" sldId="262"/>
            <ac:grpSpMk id="123" creationId="{82188758-E18A-4CE5-9D03-F4BF5D887C3F}"/>
          </ac:grpSpMkLst>
        </pc:grpChg>
        <pc:grpChg chg="add del">
          <ac:chgData name="Sahand Khodabandehloo" userId="cb03d64890cf78b3" providerId="LiveId" clId="{72473DAC-6BE6-46F9-BC0C-4EFF46449FFF}" dt="2022-03-22T10:59:33.144" v="527" actId="26606"/>
          <ac:grpSpMkLst>
            <pc:docMk/>
            <pc:sldMk cId="3450688450" sldId="262"/>
            <ac:grpSpMk id="137" creationId="{14EE34E3-F117-4487-8ACF-33DA65FA11B3}"/>
          </ac:grpSpMkLst>
        </pc:grpChg>
        <pc:grpChg chg="add del">
          <ac:chgData name="Sahand Khodabandehloo" userId="cb03d64890cf78b3" providerId="LiveId" clId="{72473DAC-6BE6-46F9-BC0C-4EFF46449FFF}" dt="2022-03-22T10:59:43.338" v="531" actId="26606"/>
          <ac:grpSpMkLst>
            <pc:docMk/>
            <pc:sldMk cId="3450688450" sldId="262"/>
            <ac:grpSpMk id="154" creationId="{14EE34E3-F117-4487-8ACF-33DA65FA11B3}"/>
          </ac:grpSpMkLst>
        </pc:grpChg>
        <pc:grpChg chg="add del">
          <ac:chgData name="Sahand Khodabandehloo" userId="cb03d64890cf78b3" providerId="LiveId" clId="{72473DAC-6BE6-46F9-BC0C-4EFF46449FFF}" dt="2022-03-22T10:59:44.543" v="533" actId="26606"/>
          <ac:grpSpMkLst>
            <pc:docMk/>
            <pc:sldMk cId="3450688450" sldId="262"/>
            <ac:grpSpMk id="164" creationId="{82188758-E18A-4CE5-9D03-F4BF5D887C3F}"/>
          </ac:grpSpMkLst>
        </pc:grpChg>
        <pc:grpChg chg="add del">
          <ac:chgData name="Sahand Khodabandehloo" userId="cb03d64890cf78b3" providerId="LiveId" clId="{72473DAC-6BE6-46F9-BC0C-4EFF46449FFF}" dt="2022-03-22T10:59:45.652" v="535" actId="26606"/>
          <ac:grpSpMkLst>
            <pc:docMk/>
            <pc:sldMk cId="3450688450" sldId="262"/>
            <ac:grpSpMk id="171" creationId="{14EE34E3-F117-4487-8ACF-33DA65FA11B3}"/>
          </ac:grpSpMkLst>
        </pc:grpChg>
        <pc:grpChg chg="add del">
          <ac:chgData name="Sahand Khodabandehloo" userId="cb03d64890cf78b3" providerId="LiveId" clId="{72473DAC-6BE6-46F9-BC0C-4EFF46449FFF}" dt="2022-03-22T10:59:47.337" v="537" actId="26606"/>
          <ac:grpSpMkLst>
            <pc:docMk/>
            <pc:sldMk cId="3450688450" sldId="262"/>
            <ac:grpSpMk id="181" creationId="{82188758-E18A-4CE5-9D03-F4BF5D887C3F}"/>
          </ac:grpSpMkLst>
        </pc:grpChg>
        <pc:grpChg chg="add del">
          <ac:chgData name="Sahand Khodabandehloo" userId="cb03d64890cf78b3" providerId="LiveId" clId="{72473DAC-6BE6-46F9-BC0C-4EFF46449FFF}" dt="2022-03-22T11:00:31.960" v="544" actId="26606"/>
          <ac:grpSpMkLst>
            <pc:docMk/>
            <pc:sldMk cId="3450688450" sldId="262"/>
            <ac:grpSpMk id="188" creationId="{14EE34E3-F117-4487-8ACF-33DA65FA11B3}"/>
          </ac:grpSpMkLst>
        </pc:grpChg>
        <pc:grpChg chg="add del">
          <ac:chgData name="Sahand Khodabandehloo" userId="cb03d64890cf78b3" providerId="LiveId" clId="{72473DAC-6BE6-46F9-BC0C-4EFF46449FFF}" dt="2022-03-22T11:00:31.928" v="543" actId="26606"/>
          <ac:grpSpMkLst>
            <pc:docMk/>
            <pc:sldMk cId="3450688450" sldId="262"/>
            <ac:grpSpMk id="204" creationId="{82188758-E18A-4CE5-9D03-F4BF5D887C3F}"/>
          </ac:grpSpMkLst>
        </pc:grpChg>
        <pc:picChg chg="add del mod ord">
          <ac:chgData name="Sahand Khodabandehloo" userId="cb03d64890cf78b3" providerId="LiveId" clId="{72473DAC-6BE6-46F9-BC0C-4EFF46449FFF}" dt="2022-03-22T11:00:17.668" v="540" actId="478"/>
          <ac:picMkLst>
            <pc:docMk/>
            <pc:sldMk cId="3450688450" sldId="262"/>
            <ac:picMk id="4" creationId="{10FF9346-BEF9-44D9-B0EB-C53F4F8B14BB}"/>
          </ac:picMkLst>
        </pc:picChg>
        <pc:picChg chg="add del">
          <ac:chgData name="Sahand Khodabandehloo" userId="cb03d64890cf78b3" providerId="LiveId" clId="{72473DAC-6BE6-46F9-BC0C-4EFF46449FFF}" dt="2022-03-22T11:00:17.668" v="540" actId="478"/>
          <ac:picMkLst>
            <pc:docMk/>
            <pc:sldMk cId="3450688450" sldId="262"/>
            <ac:picMk id="5" creationId="{E119AFAF-10DD-472D-947B-7CB41F713222}"/>
          </ac:picMkLst>
        </pc:picChg>
        <pc:picChg chg="add mod">
          <ac:chgData name="Sahand Khodabandehloo" userId="cb03d64890cf78b3" providerId="LiveId" clId="{72473DAC-6BE6-46F9-BC0C-4EFF46449FFF}" dt="2022-03-22T11:00:31.960" v="544" actId="26606"/>
          <ac:picMkLst>
            <pc:docMk/>
            <pc:sldMk cId="3450688450" sldId="262"/>
            <ac:picMk id="6" creationId="{DEFE264B-5534-4B17-8248-EA93407A5006}"/>
          </ac:picMkLst>
        </pc:picChg>
        <pc:picChg chg="add del">
          <ac:chgData name="Sahand Khodabandehloo" userId="cb03d64890cf78b3" providerId="LiveId" clId="{72473DAC-6BE6-46F9-BC0C-4EFF46449FFF}" dt="2022-03-22T10:56:55.801" v="445" actId="26606"/>
          <ac:picMkLst>
            <pc:docMk/>
            <pc:sldMk cId="3450688450" sldId="262"/>
            <ac:picMk id="19" creationId="{D42F4933-2ECF-4EE5-BCE4-F19E3CA609FE}"/>
          </ac:picMkLst>
        </pc:picChg>
        <pc:picChg chg="add del">
          <ac:chgData name="Sahand Khodabandehloo" userId="cb03d64890cf78b3" providerId="LiveId" clId="{72473DAC-6BE6-46F9-BC0C-4EFF46449FFF}" dt="2022-03-22T10:57:12.101" v="457" actId="26606"/>
          <ac:picMkLst>
            <pc:docMk/>
            <pc:sldMk cId="3450688450" sldId="262"/>
            <ac:picMk id="30" creationId="{D42F4933-2ECF-4EE5-BCE4-F19E3CA609FE}"/>
          </ac:picMkLst>
        </pc:picChg>
        <pc:picChg chg="add del">
          <ac:chgData name="Sahand Khodabandehloo" userId="cb03d64890cf78b3" providerId="LiveId" clId="{72473DAC-6BE6-46F9-BC0C-4EFF46449FFF}" dt="2022-03-22T10:57:11.028" v="454" actId="26606"/>
          <ac:picMkLst>
            <pc:docMk/>
            <pc:sldMk cId="3450688450" sldId="262"/>
            <ac:picMk id="48" creationId="{C04ED70F-D6FD-4EB1-A171-D30F885FE73E}"/>
          </ac:picMkLst>
        </pc:picChg>
        <pc:picChg chg="add del">
          <ac:chgData name="Sahand Khodabandehloo" userId="cb03d64890cf78b3" providerId="LiveId" clId="{72473DAC-6BE6-46F9-BC0C-4EFF46449FFF}" dt="2022-03-22T10:57:12.070" v="456" actId="26606"/>
          <ac:picMkLst>
            <pc:docMk/>
            <pc:sldMk cId="3450688450" sldId="262"/>
            <ac:picMk id="58" creationId="{3635D2BC-4EDA-4A3E-83BF-035608099BD5}"/>
          </ac:picMkLst>
        </pc:picChg>
        <pc:picChg chg="add del">
          <ac:chgData name="Sahand Khodabandehloo" userId="cb03d64890cf78b3" providerId="LiveId" clId="{72473DAC-6BE6-46F9-BC0C-4EFF46449FFF}" dt="2022-03-22T10:57:40.447" v="477" actId="26606"/>
          <ac:picMkLst>
            <pc:docMk/>
            <pc:sldMk cId="3450688450" sldId="262"/>
            <ac:picMk id="68" creationId="{C04ED70F-D6FD-4EB1-A171-D30F885FE73E}"/>
          </ac:picMkLst>
        </pc:picChg>
        <pc:picChg chg="add del">
          <ac:chgData name="Sahand Khodabandehloo" userId="cb03d64890cf78b3" providerId="LiveId" clId="{72473DAC-6BE6-46F9-BC0C-4EFF46449FFF}" dt="2022-03-22T10:55:36.438" v="355" actId="26606"/>
          <ac:picMkLst>
            <pc:docMk/>
            <pc:sldMk cId="3450688450" sldId="262"/>
            <ac:picMk id="73" creationId="{012FDCFE-9AD2-4D8A-8CBF-B3AA37EBF6DD}"/>
          </ac:picMkLst>
        </pc:picChg>
        <pc:picChg chg="add del">
          <ac:chgData name="Sahand Khodabandehloo" userId="cb03d64890cf78b3" providerId="LiveId" clId="{72473DAC-6BE6-46F9-BC0C-4EFF46449FFF}" dt="2022-03-22T10:58:07.581" v="496" actId="26606"/>
          <ac:picMkLst>
            <pc:docMk/>
            <pc:sldMk cId="3450688450" sldId="262"/>
            <ac:picMk id="84" creationId="{D42F4933-2ECF-4EE5-BCE4-F19E3CA609FE}"/>
          </ac:picMkLst>
        </pc:picChg>
        <pc:picChg chg="add del">
          <ac:chgData name="Sahand Khodabandehloo" userId="cb03d64890cf78b3" providerId="LiveId" clId="{72473DAC-6BE6-46F9-BC0C-4EFF46449FFF}" dt="2022-03-22T10:55:36.438" v="355" actId="26606"/>
          <ac:picMkLst>
            <pc:docMk/>
            <pc:sldMk cId="3450688450" sldId="262"/>
            <ac:picMk id="91" creationId="{16EFE474-4FE0-4E8F-8F09-5ED2C9E76A84}"/>
          </ac:picMkLst>
        </pc:picChg>
        <pc:picChg chg="add del">
          <ac:chgData name="Sahand Khodabandehloo" userId="cb03d64890cf78b3" providerId="LiveId" clId="{72473DAC-6BE6-46F9-BC0C-4EFF46449FFF}" dt="2022-03-22T10:58:07.558" v="495" actId="26606"/>
          <ac:picMkLst>
            <pc:docMk/>
            <pc:sldMk cId="3450688450" sldId="262"/>
            <ac:picMk id="117" creationId="{39D1DDD4-5BB3-45BA-B9B3-06B62299AD79}"/>
          </ac:picMkLst>
        </pc:picChg>
        <pc:picChg chg="add del">
          <ac:chgData name="Sahand Khodabandehloo" userId="cb03d64890cf78b3" providerId="LiveId" clId="{72473DAC-6BE6-46F9-BC0C-4EFF46449FFF}" dt="2022-03-22T10:59:47.368" v="538" actId="26606"/>
          <ac:picMkLst>
            <pc:docMk/>
            <pc:sldMk cId="3450688450" sldId="262"/>
            <ac:picMk id="125" creationId="{D42F4933-2ECF-4EE5-BCE4-F19E3CA609FE}"/>
          </ac:picMkLst>
        </pc:picChg>
        <pc:picChg chg="add del">
          <ac:chgData name="Sahand Khodabandehloo" userId="cb03d64890cf78b3" providerId="LiveId" clId="{72473DAC-6BE6-46F9-BC0C-4EFF46449FFF}" dt="2022-03-22T10:59:33.144" v="527" actId="26606"/>
          <ac:picMkLst>
            <pc:docMk/>
            <pc:sldMk cId="3450688450" sldId="262"/>
            <ac:picMk id="143" creationId="{C04ED70F-D6FD-4EB1-A171-D30F885FE73E}"/>
          </ac:picMkLst>
        </pc:picChg>
        <pc:picChg chg="add del">
          <ac:chgData name="Sahand Khodabandehloo" userId="cb03d64890cf78b3" providerId="LiveId" clId="{72473DAC-6BE6-46F9-BC0C-4EFF46449FFF}" dt="2022-03-22T10:59:43.338" v="531" actId="26606"/>
          <ac:picMkLst>
            <pc:docMk/>
            <pc:sldMk cId="3450688450" sldId="262"/>
            <ac:picMk id="158" creationId="{C04ED70F-D6FD-4EB1-A171-D30F885FE73E}"/>
          </ac:picMkLst>
        </pc:picChg>
        <pc:picChg chg="add del">
          <ac:chgData name="Sahand Khodabandehloo" userId="cb03d64890cf78b3" providerId="LiveId" clId="{72473DAC-6BE6-46F9-BC0C-4EFF46449FFF}" dt="2022-03-22T10:59:44.543" v="533" actId="26606"/>
          <ac:picMkLst>
            <pc:docMk/>
            <pc:sldMk cId="3450688450" sldId="262"/>
            <ac:picMk id="165" creationId="{D42F4933-2ECF-4EE5-BCE4-F19E3CA609FE}"/>
          </ac:picMkLst>
        </pc:picChg>
        <pc:picChg chg="add del">
          <ac:chgData name="Sahand Khodabandehloo" userId="cb03d64890cf78b3" providerId="LiveId" clId="{72473DAC-6BE6-46F9-BC0C-4EFF46449FFF}" dt="2022-03-22T10:59:45.652" v="535" actId="26606"/>
          <ac:picMkLst>
            <pc:docMk/>
            <pc:sldMk cId="3450688450" sldId="262"/>
            <ac:picMk id="175" creationId="{C04ED70F-D6FD-4EB1-A171-D30F885FE73E}"/>
          </ac:picMkLst>
        </pc:picChg>
        <pc:picChg chg="add del">
          <ac:chgData name="Sahand Khodabandehloo" userId="cb03d64890cf78b3" providerId="LiveId" clId="{72473DAC-6BE6-46F9-BC0C-4EFF46449FFF}" dt="2022-03-22T10:59:47.337" v="537" actId="26606"/>
          <ac:picMkLst>
            <pc:docMk/>
            <pc:sldMk cId="3450688450" sldId="262"/>
            <ac:picMk id="182" creationId="{D42F4933-2ECF-4EE5-BCE4-F19E3CA609FE}"/>
          </ac:picMkLst>
        </pc:picChg>
        <pc:picChg chg="add del">
          <ac:chgData name="Sahand Khodabandehloo" userId="cb03d64890cf78b3" providerId="LiveId" clId="{72473DAC-6BE6-46F9-BC0C-4EFF46449FFF}" dt="2022-03-22T11:00:31.960" v="544" actId="26606"/>
          <ac:picMkLst>
            <pc:docMk/>
            <pc:sldMk cId="3450688450" sldId="262"/>
            <ac:picMk id="192" creationId="{C04ED70F-D6FD-4EB1-A171-D30F885FE73E}"/>
          </ac:picMkLst>
        </pc:picChg>
        <pc:picChg chg="add del">
          <ac:chgData name="Sahand Khodabandehloo" userId="cb03d64890cf78b3" providerId="LiveId" clId="{72473DAC-6BE6-46F9-BC0C-4EFF46449FFF}" dt="2022-03-22T11:00:31.928" v="543" actId="26606"/>
          <ac:picMkLst>
            <pc:docMk/>
            <pc:sldMk cId="3450688450" sldId="262"/>
            <ac:picMk id="208" creationId="{D42F4933-2ECF-4EE5-BCE4-F19E3CA609FE}"/>
          </ac:picMkLst>
        </pc:picChg>
        <pc:picChg chg="add">
          <ac:chgData name="Sahand Khodabandehloo" userId="cb03d64890cf78b3" providerId="LiveId" clId="{72473DAC-6BE6-46F9-BC0C-4EFF46449FFF}" dt="2022-03-22T11:00:31.960" v="544" actId="26606"/>
          <ac:picMkLst>
            <pc:docMk/>
            <pc:sldMk cId="3450688450" sldId="262"/>
            <ac:picMk id="215" creationId="{39D1DDD4-5BB3-45BA-B9B3-06B62299AD79}"/>
          </ac:picMkLst>
        </pc:picChg>
        <pc:picChg chg="add del mod">
          <ac:chgData name="Sahand Khodabandehloo" userId="cb03d64890cf78b3" providerId="LiveId" clId="{72473DAC-6BE6-46F9-BC0C-4EFF46449FFF}" dt="2022-03-22T10:55:40.359" v="356"/>
          <ac:picMkLst>
            <pc:docMk/>
            <pc:sldMk cId="3450688450" sldId="262"/>
            <ac:picMk id="1026" creationId="{1A261C3A-9E99-47ED-9D0C-3D5D01535B8A}"/>
          </ac:picMkLst>
        </pc:picChg>
        <pc:picChg chg="add del mod">
          <ac:chgData name="Sahand Khodabandehloo" userId="cb03d64890cf78b3" providerId="LiveId" clId="{72473DAC-6BE6-46F9-BC0C-4EFF46449FFF}" dt="2022-03-22T10:55:54.754" v="369"/>
          <ac:picMkLst>
            <pc:docMk/>
            <pc:sldMk cId="3450688450" sldId="262"/>
            <ac:picMk id="1028" creationId="{6CDEAA51-6B76-476C-87C4-4A5072E298F8}"/>
          </ac:picMkLst>
        </pc:picChg>
        <pc:picChg chg="add del">
          <ac:chgData name="Sahand Khodabandehloo" userId="cb03d64890cf78b3" providerId="LiveId" clId="{72473DAC-6BE6-46F9-BC0C-4EFF46449FFF}" dt="2022-03-22T10:55:54.112" v="368" actId="26606"/>
          <ac:picMkLst>
            <pc:docMk/>
            <pc:sldMk cId="3450688450" sldId="262"/>
            <ac:picMk id="1031" creationId="{1F5620B8-A2D8-4568-B566-F0453A0D9167}"/>
          </ac:picMkLst>
        </pc:picChg>
        <pc:picChg chg="add del">
          <ac:chgData name="Sahand Khodabandehloo" userId="cb03d64890cf78b3" providerId="LiveId" clId="{72473DAC-6BE6-46F9-BC0C-4EFF46449FFF}" dt="2022-03-22T10:55:54.112" v="368" actId="26606"/>
          <ac:picMkLst>
            <pc:docMk/>
            <pc:sldMk cId="3450688450" sldId="262"/>
            <ac:picMk id="1038" creationId="{8E7CFEF1-65E1-4CEE-91CA-B6B73B84BC8E}"/>
          </ac:picMkLst>
        </pc:picChg>
        <pc:cxnChg chg="add del">
          <ac:chgData name="Sahand Khodabandehloo" userId="cb03d64890cf78b3" providerId="LiveId" clId="{72473DAC-6BE6-46F9-BC0C-4EFF46449FFF}" dt="2022-03-22T10:56:55.801" v="445" actId="26606"/>
          <ac:cxnSpMkLst>
            <pc:docMk/>
            <pc:sldMk cId="3450688450" sldId="262"/>
            <ac:cxnSpMk id="11" creationId="{381B4579-E2EA-4BD7-94FF-0A0BEE135C6B}"/>
          </ac:cxnSpMkLst>
        </pc:cxnChg>
        <pc:cxnChg chg="add del">
          <ac:chgData name="Sahand Khodabandehloo" userId="cb03d64890cf78b3" providerId="LiveId" clId="{72473DAC-6BE6-46F9-BC0C-4EFF46449FFF}" dt="2022-03-22T10:56:55.801" v="445" actId="26606"/>
          <ac:cxnSpMkLst>
            <pc:docMk/>
            <pc:sldMk cId="3450688450" sldId="262"/>
            <ac:cxnSpMk id="21" creationId="{C6FAC23C-014D-4AC5-AD1B-36F7D0E7EF32}"/>
          </ac:cxnSpMkLst>
        </pc:cxnChg>
        <pc:cxnChg chg="add del">
          <ac:chgData name="Sahand Khodabandehloo" userId="cb03d64890cf78b3" providerId="LiveId" clId="{72473DAC-6BE6-46F9-BC0C-4EFF46449FFF}" dt="2022-03-22T10:57:12.101" v="457" actId="26606"/>
          <ac:cxnSpMkLst>
            <pc:docMk/>
            <pc:sldMk cId="3450688450" sldId="262"/>
            <ac:cxnSpMk id="27" creationId="{381B4579-E2EA-4BD7-94FF-0A0BEE135C6B}"/>
          </ac:cxnSpMkLst>
        </pc:cxnChg>
        <pc:cxnChg chg="add del">
          <ac:chgData name="Sahand Khodabandehloo" userId="cb03d64890cf78b3" providerId="LiveId" clId="{72473DAC-6BE6-46F9-BC0C-4EFF46449FFF}" dt="2022-03-22T10:57:12.101" v="457" actId="26606"/>
          <ac:cxnSpMkLst>
            <pc:docMk/>
            <pc:sldMk cId="3450688450" sldId="262"/>
            <ac:cxnSpMk id="31" creationId="{C6FAC23C-014D-4AC5-AD1B-36F7D0E7EF32}"/>
          </ac:cxnSpMkLst>
        </pc:cxnChg>
        <pc:cxnChg chg="add del">
          <ac:chgData name="Sahand Khodabandehloo" userId="cb03d64890cf78b3" providerId="LiveId" clId="{72473DAC-6BE6-46F9-BC0C-4EFF46449FFF}" dt="2022-03-22T10:57:11.028" v="454" actId="26606"/>
          <ac:cxnSpMkLst>
            <pc:docMk/>
            <pc:sldMk cId="3450688450" sldId="262"/>
            <ac:cxnSpMk id="38" creationId="{D7162BAB-C25E-4CE9-B87C-F118DC7E7C22}"/>
          </ac:cxnSpMkLst>
        </pc:cxnChg>
        <pc:cxnChg chg="add del">
          <ac:chgData name="Sahand Khodabandehloo" userId="cb03d64890cf78b3" providerId="LiveId" clId="{72473DAC-6BE6-46F9-BC0C-4EFF46449FFF}" dt="2022-03-22T10:57:11.028" v="454" actId="26606"/>
          <ac:cxnSpMkLst>
            <pc:docMk/>
            <pc:sldMk cId="3450688450" sldId="262"/>
            <ac:cxnSpMk id="50" creationId="{DA26CAE9-74C4-4EDD-8A80-77F79EAA86F4}"/>
          </ac:cxnSpMkLst>
        </pc:cxnChg>
        <pc:cxnChg chg="add del">
          <ac:chgData name="Sahand Khodabandehloo" userId="cb03d64890cf78b3" providerId="LiveId" clId="{72473DAC-6BE6-46F9-BC0C-4EFF46449FFF}" dt="2022-03-22T10:57:12.070" v="456" actId="26606"/>
          <ac:cxnSpMkLst>
            <pc:docMk/>
            <pc:sldMk cId="3450688450" sldId="262"/>
            <ac:cxnSpMk id="53" creationId="{28A657A7-C4E5-425B-98FA-BB817FF7BFB0}"/>
          </ac:cxnSpMkLst>
        </pc:cxnChg>
        <pc:cxnChg chg="add del">
          <ac:chgData name="Sahand Khodabandehloo" userId="cb03d64890cf78b3" providerId="LiveId" clId="{72473DAC-6BE6-46F9-BC0C-4EFF46449FFF}" dt="2022-03-22T10:57:12.070" v="456" actId="26606"/>
          <ac:cxnSpMkLst>
            <pc:docMk/>
            <pc:sldMk cId="3450688450" sldId="262"/>
            <ac:cxnSpMk id="59" creationId="{A3C86EB9-7FA9-42F7-B348-A7FD17436A94}"/>
          </ac:cxnSpMkLst>
        </pc:cxnChg>
        <pc:cxnChg chg="add del">
          <ac:chgData name="Sahand Khodabandehloo" userId="cb03d64890cf78b3" providerId="LiveId" clId="{72473DAC-6BE6-46F9-BC0C-4EFF46449FFF}" dt="2022-03-22T10:57:40.447" v="477" actId="26606"/>
          <ac:cxnSpMkLst>
            <pc:docMk/>
            <pc:sldMk cId="3450688450" sldId="262"/>
            <ac:cxnSpMk id="62" creationId="{D7162BAB-C25E-4CE9-B87C-F118DC7E7C22}"/>
          </ac:cxnSpMkLst>
        </pc:cxnChg>
        <pc:cxnChg chg="add del">
          <ac:chgData name="Sahand Khodabandehloo" userId="cb03d64890cf78b3" providerId="LiveId" clId="{72473DAC-6BE6-46F9-BC0C-4EFF46449FFF}" dt="2022-03-22T10:57:40.447" v="477" actId="26606"/>
          <ac:cxnSpMkLst>
            <pc:docMk/>
            <pc:sldMk cId="3450688450" sldId="262"/>
            <ac:cxnSpMk id="69" creationId="{DA26CAE9-74C4-4EDD-8A80-77F79EAA86F4}"/>
          </ac:cxnSpMkLst>
        </pc:cxnChg>
        <pc:cxnChg chg="add del">
          <ac:chgData name="Sahand Khodabandehloo" userId="cb03d64890cf78b3" providerId="LiveId" clId="{72473DAC-6BE6-46F9-BC0C-4EFF46449FFF}" dt="2022-03-22T10:55:36.438" v="355" actId="26606"/>
          <ac:cxnSpMkLst>
            <pc:docMk/>
            <pc:sldMk cId="3450688450" sldId="262"/>
            <ac:cxnSpMk id="75" creationId="{FBD463FC-4CA8-4FF4-85A3-AF9F4B98D210}"/>
          </ac:cxnSpMkLst>
        </pc:cxnChg>
        <pc:cxnChg chg="add del">
          <ac:chgData name="Sahand Khodabandehloo" userId="cb03d64890cf78b3" providerId="LiveId" clId="{72473DAC-6BE6-46F9-BC0C-4EFF46449FFF}" dt="2022-03-22T10:58:07.581" v="496" actId="26606"/>
          <ac:cxnSpMkLst>
            <pc:docMk/>
            <pc:sldMk cId="3450688450" sldId="262"/>
            <ac:cxnSpMk id="76" creationId="{381B4579-E2EA-4BD7-94FF-0A0BEE135C6B}"/>
          </ac:cxnSpMkLst>
        </pc:cxnChg>
        <pc:cxnChg chg="add del">
          <ac:chgData name="Sahand Khodabandehloo" userId="cb03d64890cf78b3" providerId="LiveId" clId="{72473DAC-6BE6-46F9-BC0C-4EFF46449FFF}" dt="2022-03-22T10:55:36.438" v="355" actId="26606"/>
          <ac:cxnSpMkLst>
            <pc:docMk/>
            <pc:sldMk cId="3450688450" sldId="262"/>
            <ac:cxnSpMk id="77" creationId="{BECF35C3-8B44-4F4B-BD25-4C01823DB22A}"/>
          </ac:cxnSpMkLst>
        </pc:cxnChg>
        <pc:cxnChg chg="add del">
          <ac:chgData name="Sahand Khodabandehloo" userId="cb03d64890cf78b3" providerId="LiveId" clId="{72473DAC-6BE6-46F9-BC0C-4EFF46449FFF}" dt="2022-03-22T10:55:36.438" v="355" actId="26606"/>
          <ac:cxnSpMkLst>
            <pc:docMk/>
            <pc:sldMk cId="3450688450" sldId="262"/>
            <ac:cxnSpMk id="83" creationId="{EE68D41B-9286-479F-9AB7-678C8E348D71}"/>
          </ac:cxnSpMkLst>
        </pc:cxnChg>
        <pc:cxnChg chg="add del">
          <ac:chgData name="Sahand Khodabandehloo" userId="cb03d64890cf78b3" providerId="LiveId" clId="{72473DAC-6BE6-46F9-BC0C-4EFF46449FFF}" dt="2022-03-22T10:58:07.581" v="496" actId="26606"/>
          <ac:cxnSpMkLst>
            <pc:docMk/>
            <pc:sldMk cId="3450688450" sldId="262"/>
            <ac:cxnSpMk id="86" creationId="{C6FAC23C-014D-4AC5-AD1B-36F7D0E7EF32}"/>
          </ac:cxnSpMkLst>
        </pc:cxnChg>
        <pc:cxnChg chg="add del">
          <ac:chgData name="Sahand Khodabandehloo" userId="cb03d64890cf78b3" providerId="LiveId" clId="{72473DAC-6BE6-46F9-BC0C-4EFF46449FFF}" dt="2022-03-22T10:55:36.438" v="355" actId="26606"/>
          <ac:cxnSpMkLst>
            <pc:docMk/>
            <pc:sldMk cId="3450688450" sldId="262"/>
            <ac:cxnSpMk id="93" creationId="{CF8B8C81-54DC-4AF5-B682-3A2C70A6B55C}"/>
          </ac:cxnSpMkLst>
        </pc:cxnChg>
        <pc:cxnChg chg="add del">
          <ac:chgData name="Sahand Khodabandehloo" userId="cb03d64890cf78b3" providerId="LiveId" clId="{72473DAC-6BE6-46F9-BC0C-4EFF46449FFF}" dt="2022-03-22T10:58:00.183" v="489" actId="26606"/>
          <ac:cxnSpMkLst>
            <pc:docMk/>
            <pc:sldMk cId="3450688450" sldId="262"/>
            <ac:cxnSpMk id="99" creationId="{D33AC32D-5F44-45F7-A0BD-7C11A86BED57}"/>
          </ac:cxnSpMkLst>
        </pc:cxnChg>
        <pc:cxnChg chg="add del">
          <ac:chgData name="Sahand Khodabandehloo" userId="cb03d64890cf78b3" providerId="LiveId" clId="{72473DAC-6BE6-46F9-BC0C-4EFF46449FFF}" dt="2022-03-22T10:58:02.578" v="491" actId="26606"/>
          <ac:cxnSpMkLst>
            <pc:docMk/>
            <pc:sldMk cId="3450688450" sldId="262"/>
            <ac:cxnSpMk id="104" creationId="{373AAE2E-5D6B-4952-A4BB-546C49F8DE4B}"/>
          </ac:cxnSpMkLst>
        </pc:cxnChg>
        <pc:cxnChg chg="add del">
          <ac:chgData name="Sahand Khodabandehloo" userId="cb03d64890cf78b3" providerId="LiveId" clId="{72473DAC-6BE6-46F9-BC0C-4EFF46449FFF}" dt="2022-03-22T10:58:06.323" v="493" actId="26606"/>
          <ac:cxnSpMkLst>
            <pc:docMk/>
            <pc:sldMk cId="3450688450" sldId="262"/>
            <ac:cxnSpMk id="111" creationId="{D33AC32D-5F44-45F7-A0BD-7C11A86BED57}"/>
          </ac:cxnSpMkLst>
        </pc:cxnChg>
        <pc:cxnChg chg="add del">
          <ac:chgData name="Sahand Khodabandehloo" userId="cb03d64890cf78b3" providerId="LiveId" clId="{72473DAC-6BE6-46F9-BC0C-4EFF46449FFF}" dt="2022-03-22T10:58:07.558" v="495" actId="26606"/>
          <ac:cxnSpMkLst>
            <pc:docMk/>
            <pc:sldMk cId="3450688450" sldId="262"/>
            <ac:cxnSpMk id="115" creationId="{C884B8F8-FDC9-498B-9960-5D7260AFCB03}"/>
          </ac:cxnSpMkLst>
        </pc:cxnChg>
        <pc:cxnChg chg="add del">
          <ac:chgData name="Sahand Khodabandehloo" userId="cb03d64890cf78b3" providerId="LiveId" clId="{72473DAC-6BE6-46F9-BC0C-4EFF46449FFF}" dt="2022-03-22T10:58:07.558" v="495" actId="26606"/>
          <ac:cxnSpMkLst>
            <pc:docMk/>
            <pc:sldMk cId="3450688450" sldId="262"/>
            <ac:cxnSpMk id="118" creationId="{A24DAE64-2302-42EA-8239-F2F0775CA5AD}"/>
          </ac:cxnSpMkLst>
        </pc:cxnChg>
        <pc:cxnChg chg="add del">
          <ac:chgData name="Sahand Khodabandehloo" userId="cb03d64890cf78b3" providerId="LiveId" clId="{72473DAC-6BE6-46F9-BC0C-4EFF46449FFF}" dt="2022-03-22T10:59:47.368" v="538" actId="26606"/>
          <ac:cxnSpMkLst>
            <pc:docMk/>
            <pc:sldMk cId="3450688450" sldId="262"/>
            <ac:cxnSpMk id="121" creationId="{381B4579-E2EA-4BD7-94FF-0A0BEE135C6B}"/>
          </ac:cxnSpMkLst>
        </pc:cxnChg>
        <pc:cxnChg chg="add del">
          <ac:chgData name="Sahand Khodabandehloo" userId="cb03d64890cf78b3" providerId="LiveId" clId="{72473DAC-6BE6-46F9-BC0C-4EFF46449FFF}" dt="2022-03-22T10:59:47.368" v="538" actId="26606"/>
          <ac:cxnSpMkLst>
            <pc:docMk/>
            <pc:sldMk cId="3450688450" sldId="262"/>
            <ac:cxnSpMk id="126" creationId="{C6FAC23C-014D-4AC5-AD1B-36F7D0E7EF32}"/>
          </ac:cxnSpMkLst>
        </pc:cxnChg>
        <pc:cxnChg chg="add del">
          <ac:chgData name="Sahand Khodabandehloo" userId="cb03d64890cf78b3" providerId="LiveId" clId="{72473DAC-6BE6-46F9-BC0C-4EFF46449FFF}" dt="2022-03-22T10:59:33.144" v="527" actId="26606"/>
          <ac:cxnSpMkLst>
            <pc:docMk/>
            <pc:sldMk cId="3450688450" sldId="262"/>
            <ac:cxnSpMk id="133" creationId="{D7162BAB-C25E-4CE9-B87C-F118DC7E7C22}"/>
          </ac:cxnSpMkLst>
        </pc:cxnChg>
        <pc:cxnChg chg="add del">
          <ac:chgData name="Sahand Khodabandehloo" userId="cb03d64890cf78b3" providerId="LiveId" clId="{72473DAC-6BE6-46F9-BC0C-4EFF46449FFF}" dt="2022-03-22T10:59:33.144" v="527" actId="26606"/>
          <ac:cxnSpMkLst>
            <pc:docMk/>
            <pc:sldMk cId="3450688450" sldId="262"/>
            <ac:cxnSpMk id="145" creationId="{DA26CAE9-74C4-4EDD-8A80-77F79EAA86F4}"/>
          </ac:cxnSpMkLst>
        </pc:cxnChg>
        <pc:cxnChg chg="add del">
          <ac:chgData name="Sahand Khodabandehloo" userId="cb03d64890cf78b3" providerId="LiveId" clId="{72473DAC-6BE6-46F9-BC0C-4EFF46449FFF}" dt="2022-03-22T10:59:34.004" v="529" actId="26606"/>
          <ac:cxnSpMkLst>
            <pc:docMk/>
            <pc:sldMk cId="3450688450" sldId="262"/>
            <ac:cxnSpMk id="148" creationId="{373AAE2E-5D6B-4952-A4BB-546C49F8DE4B}"/>
          </ac:cxnSpMkLst>
        </pc:cxnChg>
        <pc:cxnChg chg="add del">
          <ac:chgData name="Sahand Khodabandehloo" userId="cb03d64890cf78b3" providerId="LiveId" clId="{72473DAC-6BE6-46F9-BC0C-4EFF46449FFF}" dt="2022-03-22T10:59:43.338" v="531" actId="26606"/>
          <ac:cxnSpMkLst>
            <pc:docMk/>
            <pc:sldMk cId="3450688450" sldId="262"/>
            <ac:cxnSpMk id="152" creationId="{D7162BAB-C25E-4CE9-B87C-F118DC7E7C22}"/>
          </ac:cxnSpMkLst>
        </pc:cxnChg>
        <pc:cxnChg chg="add del">
          <ac:chgData name="Sahand Khodabandehloo" userId="cb03d64890cf78b3" providerId="LiveId" clId="{72473DAC-6BE6-46F9-BC0C-4EFF46449FFF}" dt="2022-03-22T10:59:43.338" v="531" actId="26606"/>
          <ac:cxnSpMkLst>
            <pc:docMk/>
            <pc:sldMk cId="3450688450" sldId="262"/>
            <ac:cxnSpMk id="159" creationId="{DA26CAE9-74C4-4EDD-8A80-77F79EAA86F4}"/>
          </ac:cxnSpMkLst>
        </pc:cxnChg>
        <pc:cxnChg chg="add del">
          <ac:chgData name="Sahand Khodabandehloo" userId="cb03d64890cf78b3" providerId="LiveId" clId="{72473DAC-6BE6-46F9-BC0C-4EFF46449FFF}" dt="2022-03-22T10:59:44.543" v="533" actId="26606"/>
          <ac:cxnSpMkLst>
            <pc:docMk/>
            <pc:sldMk cId="3450688450" sldId="262"/>
            <ac:cxnSpMk id="162" creationId="{381B4579-E2EA-4BD7-94FF-0A0BEE135C6B}"/>
          </ac:cxnSpMkLst>
        </pc:cxnChg>
        <pc:cxnChg chg="add del">
          <ac:chgData name="Sahand Khodabandehloo" userId="cb03d64890cf78b3" providerId="LiveId" clId="{72473DAC-6BE6-46F9-BC0C-4EFF46449FFF}" dt="2022-03-22T10:59:44.543" v="533" actId="26606"/>
          <ac:cxnSpMkLst>
            <pc:docMk/>
            <pc:sldMk cId="3450688450" sldId="262"/>
            <ac:cxnSpMk id="166" creationId="{C6FAC23C-014D-4AC5-AD1B-36F7D0E7EF32}"/>
          </ac:cxnSpMkLst>
        </pc:cxnChg>
        <pc:cxnChg chg="add del">
          <ac:chgData name="Sahand Khodabandehloo" userId="cb03d64890cf78b3" providerId="LiveId" clId="{72473DAC-6BE6-46F9-BC0C-4EFF46449FFF}" dt="2022-03-22T10:59:45.652" v="535" actId="26606"/>
          <ac:cxnSpMkLst>
            <pc:docMk/>
            <pc:sldMk cId="3450688450" sldId="262"/>
            <ac:cxnSpMk id="169" creationId="{D7162BAB-C25E-4CE9-B87C-F118DC7E7C22}"/>
          </ac:cxnSpMkLst>
        </pc:cxnChg>
        <pc:cxnChg chg="add del">
          <ac:chgData name="Sahand Khodabandehloo" userId="cb03d64890cf78b3" providerId="LiveId" clId="{72473DAC-6BE6-46F9-BC0C-4EFF46449FFF}" dt="2022-03-22T10:59:45.652" v="535" actId="26606"/>
          <ac:cxnSpMkLst>
            <pc:docMk/>
            <pc:sldMk cId="3450688450" sldId="262"/>
            <ac:cxnSpMk id="176" creationId="{DA26CAE9-74C4-4EDD-8A80-77F79EAA86F4}"/>
          </ac:cxnSpMkLst>
        </pc:cxnChg>
        <pc:cxnChg chg="add del">
          <ac:chgData name="Sahand Khodabandehloo" userId="cb03d64890cf78b3" providerId="LiveId" clId="{72473DAC-6BE6-46F9-BC0C-4EFF46449FFF}" dt="2022-03-22T10:59:47.337" v="537" actId="26606"/>
          <ac:cxnSpMkLst>
            <pc:docMk/>
            <pc:sldMk cId="3450688450" sldId="262"/>
            <ac:cxnSpMk id="179" creationId="{381B4579-E2EA-4BD7-94FF-0A0BEE135C6B}"/>
          </ac:cxnSpMkLst>
        </pc:cxnChg>
        <pc:cxnChg chg="add del">
          <ac:chgData name="Sahand Khodabandehloo" userId="cb03d64890cf78b3" providerId="LiveId" clId="{72473DAC-6BE6-46F9-BC0C-4EFF46449FFF}" dt="2022-03-22T10:59:47.337" v="537" actId="26606"/>
          <ac:cxnSpMkLst>
            <pc:docMk/>
            <pc:sldMk cId="3450688450" sldId="262"/>
            <ac:cxnSpMk id="183" creationId="{C6FAC23C-014D-4AC5-AD1B-36F7D0E7EF32}"/>
          </ac:cxnSpMkLst>
        </pc:cxnChg>
        <pc:cxnChg chg="add del">
          <ac:chgData name="Sahand Khodabandehloo" userId="cb03d64890cf78b3" providerId="LiveId" clId="{72473DAC-6BE6-46F9-BC0C-4EFF46449FFF}" dt="2022-03-22T11:00:31.960" v="544" actId="26606"/>
          <ac:cxnSpMkLst>
            <pc:docMk/>
            <pc:sldMk cId="3450688450" sldId="262"/>
            <ac:cxnSpMk id="186" creationId="{D7162BAB-C25E-4CE9-B87C-F118DC7E7C22}"/>
          </ac:cxnSpMkLst>
        </pc:cxnChg>
        <pc:cxnChg chg="add del">
          <ac:chgData name="Sahand Khodabandehloo" userId="cb03d64890cf78b3" providerId="LiveId" clId="{72473DAC-6BE6-46F9-BC0C-4EFF46449FFF}" dt="2022-03-22T11:00:31.960" v="544" actId="26606"/>
          <ac:cxnSpMkLst>
            <pc:docMk/>
            <pc:sldMk cId="3450688450" sldId="262"/>
            <ac:cxnSpMk id="193" creationId="{DA26CAE9-74C4-4EDD-8A80-77F79EAA86F4}"/>
          </ac:cxnSpMkLst>
        </pc:cxnChg>
        <pc:cxnChg chg="add del">
          <ac:chgData name="Sahand Khodabandehloo" userId="cb03d64890cf78b3" providerId="LiveId" clId="{72473DAC-6BE6-46F9-BC0C-4EFF46449FFF}" dt="2022-03-22T11:00:31.928" v="543" actId="26606"/>
          <ac:cxnSpMkLst>
            <pc:docMk/>
            <pc:sldMk cId="3450688450" sldId="262"/>
            <ac:cxnSpMk id="200" creationId="{381B4579-E2EA-4BD7-94FF-0A0BEE135C6B}"/>
          </ac:cxnSpMkLst>
        </pc:cxnChg>
        <pc:cxnChg chg="add del">
          <ac:chgData name="Sahand Khodabandehloo" userId="cb03d64890cf78b3" providerId="LiveId" clId="{72473DAC-6BE6-46F9-BC0C-4EFF46449FFF}" dt="2022-03-22T11:00:31.928" v="543" actId="26606"/>
          <ac:cxnSpMkLst>
            <pc:docMk/>
            <pc:sldMk cId="3450688450" sldId="262"/>
            <ac:cxnSpMk id="210" creationId="{C6FAC23C-014D-4AC5-AD1B-36F7D0E7EF32}"/>
          </ac:cxnSpMkLst>
        </pc:cxnChg>
        <pc:cxnChg chg="add">
          <ac:chgData name="Sahand Khodabandehloo" userId="cb03d64890cf78b3" providerId="LiveId" clId="{72473DAC-6BE6-46F9-BC0C-4EFF46449FFF}" dt="2022-03-22T11:00:31.960" v="544" actId="26606"/>
          <ac:cxnSpMkLst>
            <pc:docMk/>
            <pc:sldMk cId="3450688450" sldId="262"/>
            <ac:cxnSpMk id="213" creationId="{C884B8F8-FDC9-498B-9960-5D7260AFCB03}"/>
          </ac:cxnSpMkLst>
        </pc:cxnChg>
        <pc:cxnChg chg="add">
          <ac:chgData name="Sahand Khodabandehloo" userId="cb03d64890cf78b3" providerId="LiveId" clId="{72473DAC-6BE6-46F9-BC0C-4EFF46449FFF}" dt="2022-03-22T11:00:31.960" v="544" actId="26606"/>
          <ac:cxnSpMkLst>
            <pc:docMk/>
            <pc:sldMk cId="3450688450" sldId="262"/>
            <ac:cxnSpMk id="216" creationId="{A24DAE64-2302-42EA-8239-F2F0775CA5AD}"/>
          </ac:cxnSpMkLst>
        </pc:cxnChg>
        <pc:cxnChg chg="add del">
          <ac:chgData name="Sahand Khodabandehloo" userId="cb03d64890cf78b3" providerId="LiveId" clId="{72473DAC-6BE6-46F9-BC0C-4EFF46449FFF}" dt="2022-03-22T10:55:54.112" v="368" actId="26606"/>
          <ac:cxnSpMkLst>
            <pc:docMk/>
            <pc:sldMk cId="3450688450" sldId="262"/>
            <ac:cxnSpMk id="1032" creationId="{1C7D2BA4-4B7A-4596-8BCC-5CF715423894}"/>
          </ac:cxnSpMkLst>
        </pc:cxnChg>
        <pc:cxnChg chg="add del">
          <ac:chgData name="Sahand Khodabandehloo" userId="cb03d64890cf78b3" providerId="LiveId" clId="{72473DAC-6BE6-46F9-BC0C-4EFF46449FFF}" dt="2022-03-22T10:55:54.112" v="368" actId="26606"/>
          <ac:cxnSpMkLst>
            <pc:docMk/>
            <pc:sldMk cId="3450688450" sldId="262"/>
            <ac:cxnSpMk id="1033" creationId="{4977F1E1-2B6F-4BB6-899F-67D8764D83C5}"/>
          </ac:cxnSpMkLst>
        </pc:cxnChg>
        <pc:cxnChg chg="add del">
          <ac:chgData name="Sahand Khodabandehloo" userId="cb03d64890cf78b3" providerId="LiveId" clId="{72473DAC-6BE6-46F9-BC0C-4EFF46449FFF}" dt="2022-03-22T10:55:54.112" v="368" actId="26606"/>
          <ac:cxnSpMkLst>
            <pc:docMk/>
            <pc:sldMk cId="3450688450" sldId="262"/>
            <ac:cxnSpMk id="1036" creationId="{E7C3AE2A-04FA-4B67-9C14-0D990CA6AE0F}"/>
          </ac:cxnSpMkLst>
        </pc:cxnChg>
        <pc:cxnChg chg="add del">
          <ac:chgData name="Sahand Khodabandehloo" userId="cb03d64890cf78b3" providerId="LiveId" clId="{72473DAC-6BE6-46F9-BC0C-4EFF46449FFF}" dt="2022-03-22T10:55:54.112" v="368" actId="26606"/>
          <ac:cxnSpMkLst>
            <pc:docMk/>
            <pc:sldMk cId="3450688450" sldId="262"/>
            <ac:cxnSpMk id="1039" creationId="{FCA742D8-7814-4F8A-AEF8-1857FB21F043}"/>
          </ac:cxnSpMkLst>
        </pc:cxnChg>
      </pc:sldChg>
      <pc:sldChg chg="modSp add">
        <pc:chgData name="Sahand Khodabandehloo" userId="cb03d64890cf78b3" providerId="LiveId" clId="{72473DAC-6BE6-46F9-BC0C-4EFF46449FFF}" dt="2022-03-22T11:16:06.104" v="1204" actId="20577"/>
        <pc:sldMkLst>
          <pc:docMk/>
          <pc:sldMk cId="1658138794" sldId="263"/>
        </pc:sldMkLst>
        <pc:spChg chg="mod">
          <ac:chgData name="Sahand Khodabandehloo" userId="cb03d64890cf78b3" providerId="LiveId" clId="{72473DAC-6BE6-46F9-BC0C-4EFF46449FFF}" dt="2022-03-22T11:09:55.275" v="778" actId="20577"/>
          <ac:spMkLst>
            <pc:docMk/>
            <pc:sldMk cId="1658138794" sldId="263"/>
            <ac:spMk id="2" creationId="{412D1DD7-E3CF-453B-93B7-3BC1148A668A}"/>
          </ac:spMkLst>
        </pc:spChg>
        <pc:spChg chg="mod">
          <ac:chgData name="Sahand Khodabandehloo" userId="cb03d64890cf78b3" providerId="LiveId" clId="{72473DAC-6BE6-46F9-BC0C-4EFF46449FFF}" dt="2022-03-22T11:16:06.104" v="1204" actId="20577"/>
          <ac:spMkLst>
            <pc:docMk/>
            <pc:sldMk cId="1658138794" sldId="263"/>
            <ac:spMk id="3" creationId="{F878C39D-914F-4BE9-9ACE-31B98FE53161}"/>
          </ac:spMkLst>
        </pc:spChg>
      </pc:sldChg>
      <pc:sldChg chg="modSp add">
        <pc:chgData name="Sahand Khodabandehloo" userId="cb03d64890cf78b3" providerId="LiveId" clId="{72473DAC-6BE6-46F9-BC0C-4EFF46449FFF}" dt="2022-03-22T11:42:13.663" v="2012" actId="20577"/>
        <pc:sldMkLst>
          <pc:docMk/>
          <pc:sldMk cId="3671295957" sldId="264"/>
        </pc:sldMkLst>
        <pc:spChg chg="mod">
          <ac:chgData name="Sahand Khodabandehloo" userId="cb03d64890cf78b3" providerId="LiveId" clId="{72473DAC-6BE6-46F9-BC0C-4EFF46449FFF}" dt="2022-03-22T11:28:42.354" v="1618" actId="20577"/>
          <ac:spMkLst>
            <pc:docMk/>
            <pc:sldMk cId="3671295957" sldId="264"/>
            <ac:spMk id="2" creationId="{0FF2CA25-A2E2-4B3F-B8DC-7EE1D4B19B9C}"/>
          </ac:spMkLst>
        </pc:spChg>
        <pc:spChg chg="mod">
          <ac:chgData name="Sahand Khodabandehloo" userId="cb03d64890cf78b3" providerId="LiveId" clId="{72473DAC-6BE6-46F9-BC0C-4EFF46449FFF}" dt="2022-03-22T11:42:13.663" v="2012" actId="20577"/>
          <ac:spMkLst>
            <pc:docMk/>
            <pc:sldMk cId="3671295957" sldId="264"/>
            <ac:spMk id="3" creationId="{ED127739-6FFD-469C-9730-AD607664FAEF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image" Target="../media/image8.png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A7F296-F260-49F0-AF1D-391F560CDFC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D95245-E298-41AC-9BA9-E80FB462FC3A}">
      <dgm:prSet/>
      <dgm:spPr/>
      <dgm:t>
        <a:bodyPr/>
        <a:lstStyle/>
        <a:p>
          <a:pPr>
            <a:lnSpc>
              <a:spcPct val="100000"/>
            </a:lnSpc>
          </a:pPr>
          <a:r>
            <a:rPr lang="sv-SE" noProof="0" dirty="0"/>
            <a:t>Reglerar vätske- och elektrolytbalansen</a:t>
          </a:r>
        </a:p>
      </dgm:t>
    </dgm:pt>
    <dgm:pt modelId="{5B744FA9-340C-4A46-AEA1-3AEB7A6FA0D3}" type="parTrans" cxnId="{591804B3-41BD-4C28-85E6-CAA471A4464F}">
      <dgm:prSet/>
      <dgm:spPr/>
      <dgm:t>
        <a:bodyPr/>
        <a:lstStyle/>
        <a:p>
          <a:endParaRPr lang="en-US"/>
        </a:p>
      </dgm:t>
    </dgm:pt>
    <dgm:pt modelId="{26BB290B-E32D-4A10-B08F-078BE2EADE69}" type="sibTrans" cxnId="{591804B3-41BD-4C28-85E6-CAA471A4464F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DC47E6E9-5C27-4B2A-BB99-50487F09A95F}">
          <dgm:prSet/>
          <dgm:spPr/>
          <dgm:t>
            <a:bodyPr/>
            <a:lstStyle/>
            <a:p>
              <a:pPr>
                <a:lnSpc>
                  <a:spcPct val="100000"/>
                </a:lnSpc>
              </a:pPr>
              <a:r>
                <a:rPr lang="sv-SE" noProof="0" dirty="0"/>
                <a:t>Antidiuretiskt hormon (ADH)</a:t>
              </a:r>
            </a:p>
            <a:p>
              <a:pPr>
                <a:lnSpc>
                  <a:spcPct val="100000"/>
                </a:lnSpc>
              </a:pPr>
              <a:r>
                <a:rPr lang="sv-SE" b="0" noProof="0" dirty="0"/>
                <a:t>Jonkoncentration </a:t>
              </a:r>
              <a14:m>
                <m:oMath xmlns:m="http://schemas.openxmlformats.org/officeDocument/2006/math">
                  <m:d>
                    <m:dPr>
                      <m:ctrlPr>
                        <a:rPr lang="sv-SE" b="0" i="1" noProof="0" smtClean="0">
                          <a:latin typeface="Cambria Math" panose="02040503050406030204" pitchFamily="18" charset="0"/>
                        </a:rPr>
                      </m:ctrlPr>
                    </m:dPr>
                    <m:e>
                      <m:sSup>
                        <m:sSupPr>
                          <m:ctrlPr>
                            <a:rPr lang="sv-SE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0" i="1" noProof="0" smtClean="0">
                              <a:latin typeface="Cambria Math" panose="02040503050406030204" pitchFamily="18" charset="0"/>
                            </a:rPr>
                            <m:t>𝑁𝑎</m:t>
                          </m:r>
                        </m:e>
                        <m:sup>
                          <m:r>
                            <a:rPr lang="sv-SE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sv-SE" b="0" i="1" noProof="0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sv-SE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0" i="1" noProof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sv-SE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sv-SE" b="0" i="1" noProof="0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sv-SE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0" i="1" noProof="0" smtClean="0">
                              <a:latin typeface="Cambria Math" panose="02040503050406030204" pitchFamily="18" charset="0"/>
                            </a:rPr>
                            <m:t>𝐶𝑎</m:t>
                          </m:r>
                        </m:e>
                        <m:sup>
                          <m:r>
                            <a:rPr lang="sv-SE" b="0" i="1" noProof="0" smtClean="0"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</m:e>
                  </m:d>
                </m:oMath>
              </a14:m>
              <a:endParaRPr lang="sv-SE" noProof="0" dirty="0"/>
            </a:p>
          </dgm:t>
        </dgm:pt>
      </mc:Choice>
      <mc:Fallback>
        <dgm:pt modelId="{DC47E6E9-5C27-4B2A-BB99-50487F09A95F}">
          <dgm:prSet/>
          <dgm:spPr/>
          <dgm:t>
            <a:bodyPr/>
            <a:lstStyle/>
            <a:p>
              <a:pPr>
                <a:lnSpc>
                  <a:spcPct val="100000"/>
                </a:lnSpc>
              </a:pPr>
              <a:r>
                <a:rPr lang="sv-SE" noProof="0" dirty="0"/>
                <a:t>Antidiuretiskt hormon (ADH)</a:t>
              </a:r>
            </a:p>
            <a:p>
              <a:pPr>
                <a:lnSpc>
                  <a:spcPct val="100000"/>
                </a:lnSpc>
              </a:pPr>
              <a:r>
                <a:rPr lang="sv-SE" b="0" noProof="0" dirty="0"/>
                <a:t>Jonkoncentration </a:t>
              </a:r>
              <a:r>
                <a:rPr lang="sv-SE" b="0" i="0" noProof="0">
                  <a:latin typeface="Cambria Math" panose="02040503050406030204" pitchFamily="18" charset="0"/>
                </a:rPr>
                <a:t>(〖𝑁𝑎〗^+, 𝐾^+, 〖𝐶𝑎〗^(2+) )</a:t>
              </a:r>
              <a:endParaRPr lang="sv-SE" noProof="0" dirty="0"/>
            </a:p>
          </dgm:t>
        </dgm:pt>
      </mc:Fallback>
    </mc:AlternateContent>
    <dgm:pt modelId="{242BFBFF-622D-47C5-B313-5CEA0CD0511F}" type="parTrans" cxnId="{6325C54B-5CF8-46B2-B482-7D744C01058E}">
      <dgm:prSet/>
      <dgm:spPr/>
      <dgm:t>
        <a:bodyPr/>
        <a:lstStyle/>
        <a:p>
          <a:endParaRPr lang="en-US"/>
        </a:p>
      </dgm:t>
    </dgm:pt>
    <dgm:pt modelId="{85A01400-4DCA-4D57-8FBD-02373F91562A}" type="sibTrans" cxnId="{6325C54B-5CF8-46B2-B482-7D744C01058E}">
      <dgm:prSet/>
      <dgm:spPr/>
      <dgm:t>
        <a:bodyPr/>
        <a:lstStyle/>
        <a:p>
          <a:endParaRPr lang="en-US"/>
        </a:p>
      </dgm:t>
    </dgm:pt>
    <dgm:pt modelId="{29F4746D-7675-41ED-BC10-EF2363AF08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Producerar enzymet </a:t>
          </a:r>
          <a:r>
            <a:rPr lang="en-US" i="1"/>
            <a:t>renin</a:t>
          </a:r>
          <a:endParaRPr lang="en-US"/>
        </a:p>
      </dgm:t>
    </dgm:pt>
    <dgm:pt modelId="{BF9480D9-BE9B-4BC4-BFF9-35D6488FA86B}" type="parTrans" cxnId="{881A5E17-52A0-48A1-82F9-B83E2F0DE09B}">
      <dgm:prSet/>
      <dgm:spPr/>
      <dgm:t>
        <a:bodyPr/>
        <a:lstStyle/>
        <a:p>
          <a:endParaRPr lang="en-US"/>
        </a:p>
      </dgm:t>
    </dgm:pt>
    <dgm:pt modelId="{A54A8586-E2EB-469C-9DCA-0FC4013847D1}" type="sibTrans" cxnId="{881A5E17-52A0-48A1-82F9-B83E2F0DE09B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AEEFF912-4205-4890-A80C-36B4E92C5D90}">
          <dgm:prSet/>
          <dgm:spPr/>
          <dgm:t>
            <a:bodyPr/>
            <a:lstStyle/>
            <a:p>
              <a:pPr>
                <a:lnSpc>
                  <a:spcPct val="100000"/>
                </a:lnSpc>
              </a:pPr>
              <a:r>
                <a:rPr lang="sv-SE" noProof="0" dirty="0"/>
                <a:t>Blodtryckskontroll</a:t>
              </a:r>
            </a:p>
            <a:p>
              <a:pPr>
                <a:lnSpc>
                  <a:spcPct val="100000"/>
                </a:lnSpc>
              </a:pPr>
              <a:r>
                <a:rPr lang="sv-SE" noProof="0" dirty="0"/>
                <a:t>Antidiuretiskt hormon (ADH) &amp; </a:t>
              </a:r>
              <a:r>
                <a:rPr lang="sv-SE" noProof="0" dirty="0" err="1"/>
                <a:t>Erytropoetin</a:t>
              </a:r>
              <a:r>
                <a:rPr lang="sv-SE" noProof="0" dirty="0"/>
                <a:t> (EPO)</a:t>
              </a:r>
            </a:p>
            <a:p>
              <a:pPr>
                <a:lnSpc>
                  <a:spcPct val="100000"/>
                </a:lnSpc>
              </a:pPr>
              <a14:m>
                <m:oMath xmlns:m="http://schemas.openxmlformats.org/officeDocument/2006/math">
                  <m:r>
                    <a:rPr lang="sv-SE" i="1" noProof="0" smtClean="0">
                      <a:solidFill>
                        <a:srgbClr val="FF0000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⟹</m:t>
                  </m:r>
                </m:oMath>
              </a14:m>
              <a:r>
                <a:rPr lang="sv-SE" noProof="0" dirty="0"/>
                <a:t> Erytropoes</a:t>
              </a:r>
            </a:p>
          </dgm:t>
        </dgm:pt>
      </mc:Choice>
      <mc:Fallback>
        <dgm:pt modelId="{AEEFF912-4205-4890-A80C-36B4E92C5D90}">
          <dgm:prSet/>
          <dgm:spPr/>
          <dgm:t>
            <a:bodyPr/>
            <a:lstStyle/>
            <a:p>
              <a:pPr>
                <a:lnSpc>
                  <a:spcPct val="100000"/>
                </a:lnSpc>
              </a:pPr>
              <a:r>
                <a:rPr lang="sv-SE" noProof="0" dirty="0"/>
                <a:t>Blodtryckskontroll</a:t>
              </a:r>
            </a:p>
            <a:p>
              <a:pPr>
                <a:lnSpc>
                  <a:spcPct val="100000"/>
                </a:lnSpc>
              </a:pPr>
              <a:r>
                <a:rPr lang="sv-SE" noProof="0" dirty="0"/>
                <a:t>Antidiuretiskt hormon (ADH) &amp; </a:t>
              </a:r>
              <a:r>
                <a:rPr lang="sv-SE" noProof="0" dirty="0" err="1"/>
                <a:t>Erytropoetin</a:t>
              </a:r>
              <a:r>
                <a:rPr lang="sv-SE" noProof="0" dirty="0"/>
                <a:t> (EPO)</a:t>
              </a:r>
            </a:p>
            <a:p>
              <a:pPr>
                <a:lnSpc>
                  <a:spcPct val="100000"/>
                </a:lnSpc>
              </a:pPr>
              <a:r>
                <a:rPr lang="sv-SE" i="0" noProof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⟹</a:t>
              </a:r>
              <a:r>
                <a:rPr lang="sv-SE" noProof="0" dirty="0"/>
                <a:t> Erytropoes</a:t>
              </a:r>
            </a:p>
          </dgm:t>
        </dgm:pt>
      </mc:Fallback>
    </mc:AlternateContent>
    <dgm:pt modelId="{C67655F1-A4FA-434B-9980-C9D9AA72DE95}" type="parTrans" cxnId="{CD055F9F-7A14-44A9-986B-75DBA92A7769}">
      <dgm:prSet/>
      <dgm:spPr/>
      <dgm:t>
        <a:bodyPr/>
        <a:lstStyle/>
        <a:p>
          <a:endParaRPr lang="en-US"/>
        </a:p>
      </dgm:t>
    </dgm:pt>
    <dgm:pt modelId="{0CD3BA1A-1B13-4299-87BD-3ECF7275CEC6}" type="sibTrans" cxnId="{CD055F9F-7A14-44A9-986B-75DBA92A7769}">
      <dgm:prSet/>
      <dgm:spPr/>
      <dgm:t>
        <a:bodyPr/>
        <a:lstStyle/>
        <a:p>
          <a:endParaRPr lang="en-US"/>
        </a:p>
      </dgm:t>
    </dgm:pt>
    <dgm:pt modelId="{DF0CF981-1695-41EF-8A43-D396DFDAF910}">
      <dgm:prSet/>
      <dgm:spPr/>
      <dgm:t>
        <a:bodyPr/>
        <a:lstStyle/>
        <a:p>
          <a:pPr>
            <a:lnSpc>
              <a:spcPct val="100000"/>
            </a:lnSpc>
          </a:pPr>
          <a:r>
            <a:rPr lang="sv-SE" noProof="0" dirty="0"/>
            <a:t>Utsöndrar slaggprodukter och främmande ämnen</a:t>
          </a:r>
        </a:p>
      </dgm:t>
    </dgm:pt>
    <dgm:pt modelId="{CFEB268E-189A-4778-A2B8-28C136667FA4}" type="parTrans" cxnId="{EE8312E0-54C7-49DD-9956-65E38563E302}">
      <dgm:prSet/>
      <dgm:spPr/>
      <dgm:t>
        <a:bodyPr/>
        <a:lstStyle/>
        <a:p>
          <a:endParaRPr lang="en-US"/>
        </a:p>
      </dgm:t>
    </dgm:pt>
    <dgm:pt modelId="{03C76470-903D-4B5A-9AC2-4ED44448841F}" type="sibTrans" cxnId="{EE8312E0-54C7-49DD-9956-65E38563E302}">
      <dgm:prSet/>
      <dgm:spPr/>
      <dgm:t>
        <a:bodyPr/>
        <a:lstStyle/>
        <a:p>
          <a:endParaRPr lang="en-US"/>
        </a:p>
      </dgm:t>
    </dgm:pt>
    <dgm:pt modelId="{A176EA92-C72A-4252-A77E-0EE006504CE9}" type="pres">
      <dgm:prSet presAssocID="{D3A7F296-F260-49F0-AF1D-391F560CDFC4}" presName="root" presStyleCnt="0">
        <dgm:presLayoutVars>
          <dgm:dir/>
          <dgm:resizeHandles val="exact"/>
        </dgm:presLayoutVars>
      </dgm:prSet>
      <dgm:spPr/>
    </dgm:pt>
    <dgm:pt modelId="{E84D560E-184C-4F8F-AD5D-5B793B99161D}" type="pres">
      <dgm:prSet presAssocID="{DAD95245-E298-41AC-9BA9-E80FB462FC3A}" presName="compNode" presStyleCnt="0"/>
      <dgm:spPr/>
    </dgm:pt>
    <dgm:pt modelId="{AA9095D5-B51B-46D9-90A1-B6D49DF2B57F}" type="pres">
      <dgm:prSet presAssocID="{DAD95245-E298-41AC-9BA9-E80FB462FC3A}" presName="bgRect" presStyleLbl="bgShp" presStyleIdx="0" presStyleCnt="3"/>
      <dgm:spPr/>
    </dgm:pt>
    <dgm:pt modelId="{08ECAFBF-1C6B-43CF-A7C9-ABD8C5C4BCB2}" type="pres">
      <dgm:prSet presAssocID="{DAD95245-E298-41AC-9BA9-E80FB462FC3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jurar med hel fyllning"/>
        </a:ext>
      </dgm:extLst>
    </dgm:pt>
    <dgm:pt modelId="{88819D18-25F0-4789-87D7-1735F43C9A36}" type="pres">
      <dgm:prSet presAssocID="{DAD95245-E298-41AC-9BA9-E80FB462FC3A}" presName="spaceRect" presStyleCnt="0"/>
      <dgm:spPr/>
    </dgm:pt>
    <dgm:pt modelId="{0B0EBC70-9642-43DB-9EB4-3617DD0B1232}" type="pres">
      <dgm:prSet presAssocID="{DAD95245-E298-41AC-9BA9-E80FB462FC3A}" presName="parTx" presStyleLbl="revTx" presStyleIdx="0" presStyleCnt="5">
        <dgm:presLayoutVars>
          <dgm:chMax val="0"/>
          <dgm:chPref val="0"/>
        </dgm:presLayoutVars>
      </dgm:prSet>
      <dgm:spPr/>
    </dgm:pt>
    <dgm:pt modelId="{3E3EF39F-E4CF-4563-BC0F-8EA158D0D655}" type="pres">
      <dgm:prSet presAssocID="{DAD95245-E298-41AC-9BA9-E80FB462FC3A}" presName="desTx" presStyleLbl="revTx" presStyleIdx="1" presStyleCnt="5">
        <dgm:presLayoutVars/>
      </dgm:prSet>
      <dgm:spPr/>
    </dgm:pt>
    <dgm:pt modelId="{CB5AE2EB-3FA3-4E32-8BB5-4E3DC2E3C453}" type="pres">
      <dgm:prSet presAssocID="{26BB290B-E32D-4A10-B08F-078BE2EADE69}" presName="sibTrans" presStyleCnt="0"/>
      <dgm:spPr/>
    </dgm:pt>
    <dgm:pt modelId="{D20DF461-F640-4F12-AF81-84DB73F9ADC1}" type="pres">
      <dgm:prSet presAssocID="{29F4746D-7675-41ED-BC10-EF2363AF0866}" presName="compNode" presStyleCnt="0"/>
      <dgm:spPr/>
    </dgm:pt>
    <dgm:pt modelId="{FFC896C1-5214-484F-8084-BB0B7A6C131C}" type="pres">
      <dgm:prSet presAssocID="{29F4746D-7675-41ED-BC10-EF2363AF0866}" presName="bgRect" presStyleLbl="bgShp" presStyleIdx="1" presStyleCnt="3"/>
      <dgm:spPr/>
    </dgm:pt>
    <dgm:pt modelId="{0657EA22-A273-4CD3-A7C7-5F8B7FA3AE87}" type="pres">
      <dgm:prSet presAssocID="{29F4746D-7675-41ED-BC10-EF2363AF086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mikalier med hel fyllning"/>
        </a:ext>
      </dgm:extLst>
    </dgm:pt>
    <dgm:pt modelId="{86F7E4C5-4164-4F8C-872F-E523FD74CA8C}" type="pres">
      <dgm:prSet presAssocID="{29F4746D-7675-41ED-BC10-EF2363AF0866}" presName="spaceRect" presStyleCnt="0"/>
      <dgm:spPr/>
    </dgm:pt>
    <dgm:pt modelId="{760BA09A-09A8-4298-A8F4-050D15DB82D6}" type="pres">
      <dgm:prSet presAssocID="{29F4746D-7675-41ED-BC10-EF2363AF0866}" presName="parTx" presStyleLbl="revTx" presStyleIdx="2" presStyleCnt="5">
        <dgm:presLayoutVars>
          <dgm:chMax val="0"/>
          <dgm:chPref val="0"/>
        </dgm:presLayoutVars>
      </dgm:prSet>
      <dgm:spPr/>
    </dgm:pt>
    <dgm:pt modelId="{59769C38-C5D1-4068-8254-B28DFC8F8567}" type="pres">
      <dgm:prSet presAssocID="{29F4746D-7675-41ED-BC10-EF2363AF0866}" presName="desTx" presStyleLbl="revTx" presStyleIdx="3" presStyleCnt="5">
        <dgm:presLayoutVars/>
      </dgm:prSet>
      <dgm:spPr/>
    </dgm:pt>
    <dgm:pt modelId="{45C6C02E-94AA-4267-BED6-E95D4F06C418}" type="pres">
      <dgm:prSet presAssocID="{A54A8586-E2EB-469C-9DCA-0FC4013847D1}" presName="sibTrans" presStyleCnt="0"/>
      <dgm:spPr/>
    </dgm:pt>
    <dgm:pt modelId="{1872A668-7EA0-4A67-A72E-0DA691975F97}" type="pres">
      <dgm:prSet presAssocID="{DF0CF981-1695-41EF-8A43-D396DFDAF910}" presName="compNode" presStyleCnt="0"/>
      <dgm:spPr/>
    </dgm:pt>
    <dgm:pt modelId="{9427D329-CF12-4EA6-B6E3-EEAF66DB9E86}" type="pres">
      <dgm:prSet presAssocID="{DF0CF981-1695-41EF-8A43-D396DFDAF910}" presName="bgRect" presStyleLbl="bgShp" presStyleIdx="2" presStyleCnt="3"/>
      <dgm:spPr/>
    </dgm:pt>
    <dgm:pt modelId="{EE7F44AC-8A2C-4945-A946-44A6EB446918}" type="pres">
      <dgm:prSet presAssocID="{DF0CF981-1695-41EF-8A43-D396DFDAF91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rganism med hel fyllning"/>
        </a:ext>
      </dgm:extLst>
    </dgm:pt>
    <dgm:pt modelId="{58BBBB45-DF35-48D2-BB00-1F8D4468C21C}" type="pres">
      <dgm:prSet presAssocID="{DF0CF981-1695-41EF-8A43-D396DFDAF910}" presName="spaceRect" presStyleCnt="0"/>
      <dgm:spPr/>
    </dgm:pt>
    <dgm:pt modelId="{AACDC6DF-E255-4CAE-9F8A-EFCFC98EBEB4}" type="pres">
      <dgm:prSet presAssocID="{DF0CF981-1695-41EF-8A43-D396DFDAF91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9115601-52F7-4534-B218-600085C97725}" type="presOf" srcId="{DF0CF981-1695-41EF-8A43-D396DFDAF910}" destId="{AACDC6DF-E255-4CAE-9F8A-EFCFC98EBEB4}" srcOrd="0" destOrd="0" presId="urn:microsoft.com/office/officeart/2018/2/layout/IconVerticalSolidList"/>
    <dgm:cxn modelId="{B7855A0C-E1CA-40BC-929B-EF815B18B653}" type="presOf" srcId="{DAD95245-E298-41AC-9BA9-E80FB462FC3A}" destId="{0B0EBC70-9642-43DB-9EB4-3617DD0B1232}" srcOrd="0" destOrd="0" presId="urn:microsoft.com/office/officeart/2018/2/layout/IconVerticalSolidList"/>
    <dgm:cxn modelId="{3AD5C714-AA54-4866-9ABA-8DDEEFEB8302}" type="presOf" srcId="{AEEFF912-4205-4890-A80C-36B4E92C5D90}" destId="{59769C38-C5D1-4068-8254-B28DFC8F8567}" srcOrd="0" destOrd="0" presId="urn:microsoft.com/office/officeart/2018/2/layout/IconVerticalSolidList"/>
    <dgm:cxn modelId="{881A5E17-52A0-48A1-82F9-B83E2F0DE09B}" srcId="{D3A7F296-F260-49F0-AF1D-391F560CDFC4}" destId="{29F4746D-7675-41ED-BC10-EF2363AF0866}" srcOrd="1" destOrd="0" parTransId="{BF9480D9-BE9B-4BC4-BFF9-35D6488FA86B}" sibTransId="{A54A8586-E2EB-469C-9DCA-0FC4013847D1}"/>
    <dgm:cxn modelId="{6325C54B-5CF8-46B2-B482-7D744C01058E}" srcId="{DAD95245-E298-41AC-9BA9-E80FB462FC3A}" destId="{DC47E6E9-5C27-4B2A-BB99-50487F09A95F}" srcOrd="0" destOrd="0" parTransId="{242BFBFF-622D-47C5-B313-5CEA0CD0511F}" sibTransId="{85A01400-4DCA-4D57-8FBD-02373F91562A}"/>
    <dgm:cxn modelId="{CD055F9F-7A14-44A9-986B-75DBA92A7769}" srcId="{29F4746D-7675-41ED-BC10-EF2363AF0866}" destId="{AEEFF912-4205-4890-A80C-36B4E92C5D90}" srcOrd="0" destOrd="0" parTransId="{C67655F1-A4FA-434B-9980-C9D9AA72DE95}" sibTransId="{0CD3BA1A-1B13-4299-87BD-3ECF7275CEC6}"/>
    <dgm:cxn modelId="{591804B3-41BD-4C28-85E6-CAA471A4464F}" srcId="{D3A7F296-F260-49F0-AF1D-391F560CDFC4}" destId="{DAD95245-E298-41AC-9BA9-E80FB462FC3A}" srcOrd="0" destOrd="0" parTransId="{5B744FA9-340C-4A46-AEA1-3AEB7A6FA0D3}" sibTransId="{26BB290B-E32D-4A10-B08F-078BE2EADE69}"/>
    <dgm:cxn modelId="{5CCC90BD-F903-47E5-A007-DDBDCA3685BD}" type="presOf" srcId="{29F4746D-7675-41ED-BC10-EF2363AF0866}" destId="{760BA09A-09A8-4298-A8F4-050D15DB82D6}" srcOrd="0" destOrd="0" presId="urn:microsoft.com/office/officeart/2018/2/layout/IconVerticalSolidList"/>
    <dgm:cxn modelId="{FEBD17CC-98B0-4A42-AEF4-57BF6F15CC0E}" type="presOf" srcId="{DC47E6E9-5C27-4B2A-BB99-50487F09A95F}" destId="{3E3EF39F-E4CF-4563-BC0F-8EA158D0D655}" srcOrd="0" destOrd="0" presId="urn:microsoft.com/office/officeart/2018/2/layout/IconVerticalSolidList"/>
    <dgm:cxn modelId="{EE8312E0-54C7-49DD-9956-65E38563E302}" srcId="{D3A7F296-F260-49F0-AF1D-391F560CDFC4}" destId="{DF0CF981-1695-41EF-8A43-D396DFDAF910}" srcOrd="2" destOrd="0" parTransId="{CFEB268E-189A-4778-A2B8-28C136667FA4}" sibTransId="{03C76470-903D-4B5A-9AC2-4ED44448841F}"/>
    <dgm:cxn modelId="{BE7B29F9-AC64-4008-BF21-DCDFD4BC0B32}" type="presOf" srcId="{D3A7F296-F260-49F0-AF1D-391F560CDFC4}" destId="{A176EA92-C72A-4252-A77E-0EE006504CE9}" srcOrd="0" destOrd="0" presId="urn:microsoft.com/office/officeart/2018/2/layout/IconVerticalSolidList"/>
    <dgm:cxn modelId="{B87F5E98-9DBC-4519-A738-03EDEB0CB9BB}" type="presParOf" srcId="{A176EA92-C72A-4252-A77E-0EE006504CE9}" destId="{E84D560E-184C-4F8F-AD5D-5B793B99161D}" srcOrd="0" destOrd="0" presId="urn:microsoft.com/office/officeart/2018/2/layout/IconVerticalSolidList"/>
    <dgm:cxn modelId="{94ED98BD-0EC1-4ABC-B835-705459AB0667}" type="presParOf" srcId="{E84D560E-184C-4F8F-AD5D-5B793B99161D}" destId="{AA9095D5-B51B-46D9-90A1-B6D49DF2B57F}" srcOrd="0" destOrd="0" presId="urn:microsoft.com/office/officeart/2018/2/layout/IconVerticalSolidList"/>
    <dgm:cxn modelId="{D42A2905-9ACD-4413-B73A-9D842B835E9A}" type="presParOf" srcId="{E84D560E-184C-4F8F-AD5D-5B793B99161D}" destId="{08ECAFBF-1C6B-43CF-A7C9-ABD8C5C4BCB2}" srcOrd="1" destOrd="0" presId="urn:microsoft.com/office/officeart/2018/2/layout/IconVerticalSolidList"/>
    <dgm:cxn modelId="{8D7D05BE-A808-4967-AE43-29381AC84E4C}" type="presParOf" srcId="{E84D560E-184C-4F8F-AD5D-5B793B99161D}" destId="{88819D18-25F0-4789-87D7-1735F43C9A36}" srcOrd="2" destOrd="0" presId="urn:microsoft.com/office/officeart/2018/2/layout/IconVerticalSolidList"/>
    <dgm:cxn modelId="{CBA69743-8661-4B57-A7FC-B9192E4811B6}" type="presParOf" srcId="{E84D560E-184C-4F8F-AD5D-5B793B99161D}" destId="{0B0EBC70-9642-43DB-9EB4-3617DD0B1232}" srcOrd="3" destOrd="0" presId="urn:microsoft.com/office/officeart/2018/2/layout/IconVerticalSolidList"/>
    <dgm:cxn modelId="{3A0037C9-28A4-4E3B-A05D-139A9E075A25}" type="presParOf" srcId="{E84D560E-184C-4F8F-AD5D-5B793B99161D}" destId="{3E3EF39F-E4CF-4563-BC0F-8EA158D0D655}" srcOrd="4" destOrd="0" presId="urn:microsoft.com/office/officeart/2018/2/layout/IconVerticalSolidList"/>
    <dgm:cxn modelId="{DD694B17-B3FA-4EE2-A594-99DCC3DA200F}" type="presParOf" srcId="{A176EA92-C72A-4252-A77E-0EE006504CE9}" destId="{CB5AE2EB-3FA3-4E32-8BB5-4E3DC2E3C453}" srcOrd="1" destOrd="0" presId="urn:microsoft.com/office/officeart/2018/2/layout/IconVerticalSolidList"/>
    <dgm:cxn modelId="{2ED2D3C4-58D2-43B7-B052-E1FCAE4F480C}" type="presParOf" srcId="{A176EA92-C72A-4252-A77E-0EE006504CE9}" destId="{D20DF461-F640-4F12-AF81-84DB73F9ADC1}" srcOrd="2" destOrd="0" presId="urn:microsoft.com/office/officeart/2018/2/layout/IconVerticalSolidList"/>
    <dgm:cxn modelId="{A1F16264-A026-4726-A804-9D95931BB8DA}" type="presParOf" srcId="{D20DF461-F640-4F12-AF81-84DB73F9ADC1}" destId="{FFC896C1-5214-484F-8084-BB0B7A6C131C}" srcOrd="0" destOrd="0" presId="urn:microsoft.com/office/officeart/2018/2/layout/IconVerticalSolidList"/>
    <dgm:cxn modelId="{3F5E2448-531B-48BE-8AFC-7922B4F7F1FA}" type="presParOf" srcId="{D20DF461-F640-4F12-AF81-84DB73F9ADC1}" destId="{0657EA22-A273-4CD3-A7C7-5F8B7FA3AE87}" srcOrd="1" destOrd="0" presId="urn:microsoft.com/office/officeart/2018/2/layout/IconVerticalSolidList"/>
    <dgm:cxn modelId="{2F225AFE-8364-4FB1-B32B-A29FD948EC9C}" type="presParOf" srcId="{D20DF461-F640-4F12-AF81-84DB73F9ADC1}" destId="{86F7E4C5-4164-4F8C-872F-E523FD74CA8C}" srcOrd="2" destOrd="0" presId="urn:microsoft.com/office/officeart/2018/2/layout/IconVerticalSolidList"/>
    <dgm:cxn modelId="{FA2AFDB4-6FC8-4638-9F54-3F5CD708FEB8}" type="presParOf" srcId="{D20DF461-F640-4F12-AF81-84DB73F9ADC1}" destId="{760BA09A-09A8-4298-A8F4-050D15DB82D6}" srcOrd="3" destOrd="0" presId="urn:microsoft.com/office/officeart/2018/2/layout/IconVerticalSolidList"/>
    <dgm:cxn modelId="{E47D47CB-F69F-4B36-9303-89DC4B5BF170}" type="presParOf" srcId="{D20DF461-F640-4F12-AF81-84DB73F9ADC1}" destId="{59769C38-C5D1-4068-8254-B28DFC8F8567}" srcOrd="4" destOrd="0" presId="urn:microsoft.com/office/officeart/2018/2/layout/IconVerticalSolidList"/>
    <dgm:cxn modelId="{8B97F709-D747-448B-AAF5-EE460EB45874}" type="presParOf" srcId="{A176EA92-C72A-4252-A77E-0EE006504CE9}" destId="{45C6C02E-94AA-4267-BED6-E95D4F06C418}" srcOrd="3" destOrd="0" presId="urn:microsoft.com/office/officeart/2018/2/layout/IconVerticalSolidList"/>
    <dgm:cxn modelId="{983E64D8-5C90-4322-9DB6-ED7E027161BE}" type="presParOf" srcId="{A176EA92-C72A-4252-A77E-0EE006504CE9}" destId="{1872A668-7EA0-4A67-A72E-0DA691975F97}" srcOrd="4" destOrd="0" presId="urn:microsoft.com/office/officeart/2018/2/layout/IconVerticalSolidList"/>
    <dgm:cxn modelId="{5006F255-85BA-48DC-B282-BBB1B1819E52}" type="presParOf" srcId="{1872A668-7EA0-4A67-A72E-0DA691975F97}" destId="{9427D329-CF12-4EA6-B6E3-EEAF66DB9E86}" srcOrd="0" destOrd="0" presId="urn:microsoft.com/office/officeart/2018/2/layout/IconVerticalSolidList"/>
    <dgm:cxn modelId="{66784D1D-F450-4148-8936-46E8015FD81F}" type="presParOf" srcId="{1872A668-7EA0-4A67-A72E-0DA691975F97}" destId="{EE7F44AC-8A2C-4945-A946-44A6EB446918}" srcOrd="1" destOrd="0" presId="urn:microsoft.com/office/officeart/2018/2/layout/IconVerticalSolidList"/>
    <dgm:cxn modelId="{F93E4B1D-6152-474B-A951-50B956FFFA7C}" type="presParOf" srcId="{1872A668-7EA0-4A67-A72E-0DA691975F97}" destId="{58BBBB45-DF35-48D2-BB00-1F8D4468C21C}" srcOrd="2" destOrd="0" presId="urn:microsoft.com/office/officeart/2018/2/layout/IconVerticalSolidList"/>
    <dgm:cxn modelId="{651C4619-B018-40EC-BC8A-75D947635226}" type="presParOf" srcId="{1872A668-7EA0-4A67-A72E-0DA691975F97}" destId="{AACDC6DF-E255-4CAE-9F8A-EFCFC98EBEB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3A7F296-F260-49F0-AF1D-391F560CDFC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D95245-E298-41AC-9BA9-E80FB462FC3A}">
      <dgm:prSet/>
      <dgm:spPr/>
      <dgm:t>
        <a:bodyPr/>
        <a:lstStyle/>
        <a:p>
          <a:pPr>
            <a:lnSpc>
              <a:spcPct val="100000"/>
            </a:lnSpc>
          </a:pPr>
          <a:r>
            <a:rPr lang="sv-SE" noProof="0" dirty="0"/>
            <a:t>Reglerar vätske- och elektrolytbalansen</a:t>
          </a:r>
        </a:p>
      </dgm:t>
    </dgm:pt>
    <dgm:pt modelId="{5B744FA9-340C-4A46-AEA1-3AEB7A6FA0D3}" type="parTrans" cxnId="{591804B3-41BD-4C28-85E6-CAA471A4464F}">
      <dgm:prSet/>
      <dgm:spPr/>
      <dgm:t>
        <a:bodyPr/>
        <a:lstStyle/>
        <a:p>
          <a:endParaRPr lang="en-US"/>
        </a:p>
      </dgm:t>
    </dgm:pt>
    <dgm:pt modelId="{26BB290B-E32D-4A10-B08F-078BE2EADE69}" type="sibTrans" cxnId="{591804B3-41BD-4C28-85E6-CAA471A4464F}">
      <dgm:prSet/>
      <dgm:spPr/>
      <dgm:t>
        <a:bodyPr/>
        <a:lstStyle/>
        <a:p>
          <a:endParaRPr lang="en-US"/>
        </a:p>
      </dgm:t>
    </dgm:pt>
    <dgm:pt modelId="{DC47E6E9-5C27-4B2A-BB99-50487F09A95F}">
      <dgm:prSet/>
      <dgm:spPr>
        <a:blipFill>
          <a:blip xmlns:r="http://schemas.openxmlformats.org/officeDocument/2006/relationships" r:embed="rId1"/>
          <a:stretch>
            <a:fillRect l="-147"/>
          </a:stretch>
        </a:blipFill>
      </dgm:spPr>
      <dgm:t>
        <a:bodyPr/>
        <a:lstStyle/>
        <a:p>
          <a:r>
            <a:rPr lang="sv-SE">
              <a:noFill/>
            </a:rPr>
            <a:t> </a:t>
          </a:r>
        </a:p>
      </dgm:t>
    </dgm:pt>
    <dgm:pt modelId="{242BFBFF-622D-47C5-B313-5CEA0CD0511F}" type="parTrans" cxnId="{6325C54B-5CF8-46B2-B482-7D744C01058E}">
      <dgm:prSet/>
      <dgm:spPr/>
      <dgm:t>
        <a:bodyPr/>
        <a:lstStyle/>
        <a:p>
          <a:endParaRPr lang="en-US"/>
        </a:p>
      </dgm:t>
    </dgm:pt>
    <dgm:pt modelId="{85A01400-4DCA-4D57-8FBD-02373F91562A}" type="sibTrans" cxnId="{6325C54B-5CF8-46B2-B482-7D744C01058E}">
      <dgm:prSet/>
      <dgm:spPr/>
      <dgm:t>
        <a:bodyPr/>
        <a:lstStyle/>
        <a:p>
          <a:endParaRPr lang="en-US"/>
        </a:p>
      </dgm:t>
    </dgm:pt>
    <dgm:pt modelId="{29F4746D-7675-41ED-BC10-EF2363AF08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Producerar enzymet </a:t>
          </a:r>
          <a:r>
            <a:rPr lang="en-US" i="1"/>
            <a:t>renin</a:t>
          </a:r>
          <a:endParaRPr lang="en-US"/>
        </a:p>
      </dgm:t>
    </dgm:pt>
    <dgm:pt modelId="{BF9480D9-BE9B-4BC4-BFF9-35D6488FA86B}" type="parTrans" cxnId="{881A5E17-52A0-48A1-82F9-B83E2F0DE09B}">
      <dgm:prSet/>
      <dgm:spPr/>
      <dgm:t>
        <a:bodyPr/>
        <a:lstStyle/>
        <a:p>
          <a:endParaRPr lang="en-US"/>
        </a:p>
      </dgm:t>
    </dgm:pt>
    <dgm:pt modelId="{A54A8586-E2EB-469C-9DCA-0FC4013847D1}" type="sibTrans" cxnId="{881A5E17-52A0-48A1-82F9-B83E2F0DE09B}">
      <dgm:prSet/>
      <dgm:spPr/>
      <dgm:t>
        <a:bodyPr/>
        <a:lstStyle/>
        <a:p>
          <a:endParaRPr lang="en-US"/>
        </a:p>
      </dgm:t>
    </dgm:pt>
    <dgm:pt modelId="{AEEFF912-4205-4890-A80C-36B4E92C5D90}">
      <dgm:prSet/>
      <dgm:spPr>
        <a:blipFill>
          <a:blip xmlns:r="http://schemas.openxmlformats.org/officeDocument/2006/relationships" r:embed="rId2"/>
          <a:stretch>
            <a:fillRect l="-147"/>
          </a:stretch>
        </a:blipFill>
      </dgm:spPr>
      <dgm:t>
        <a:bodyPr/>
        <a:lstStyle/>
        <a:p>
          <a:r>
            <a:rPr lang="sv-SE">
              <a:noFill/>
            </a:rPr>
            <a:t> </a:t>
          </a:r>
        </a:p>
      </dgm:t>
    </dgm:pt>
    <dgm:pt modelId="{C67655F1-A4FA-434B-9980-C9D9AA72DE95}" type="parTrans" cxnId="{CD055F9F-7A14-44A9-986B-75DBA92A7769}">
      <dgm:prSet/>
      <dgm:spPr/>
      <dgm:t>
        <a:bodyPr/>
        <a:lstStyle/>
        <a:p>
          <a:endParaRPr lang="en-US"/>
        </a:p>
      </dgm:t>
    </dgm:pt>
    <dgm:pt modelId="{0CD3BA1A-1B13-4299-87BD-3ECF7275CEC6}" type="sibTrans" cxnId="{CD055F9F-7A14-44A9-986B-75DBA92A7769}">
      <dgm:prSet/>
      <dgm:spPr/>
      <dgm:t>
        <a:bodyPr/>
        <a:lstStyle/>
        <a:p>
          <a:endParaRPr lang="en-US"/>
        </a:p>
      </dgm:t>
    </dgm:pt>
    <dgm:pt modelId="{DF0CF981-1695-41EF-8A43-D396DFDAF910}">
      <dgm:prSet/>
      <dgm:spPr/>
      <dgm:t>
        <a:bodyPr/>
        <a:lstStyle/>
        <a:p>
          <a:pPr>
            <a:lnSpc>
              <a:spcPct val="100000"/>
            </a:lnSpc>
          </a:pPr>
          <a:r>
            <a:rPr lang="sv-SE" noProof="0" dirty="0"/>
            <a:t>Utsöndrar slaggprodukter och främmande ämnen</a:t>
          </a:r>
        </a:p>
      </dgm:t>
    </dgm:pt>
    <dgm:pt modelId="{CFEB268E-189A-4778-A2B8-28C136667FA4}" type="parTrans" cxnId="{EE8312E0-54C7-49DD-9956-65E38563E302}">
      <dgm:prSet/>
      <dgm:spPr/>
      <dgm:t>
        <a:bodyPr/>
        <a:lstStyle/>
        <a:p>
          <a:endParaRPr lang="en-US"/>
        </a:p>
      </dgm:t>
    </dgm:pt>
    <dgm:pt modelId="{03C76470-903D-4B5A-9AC2-4ED44448841F}" type="sibTrans" cxnId="{EE8312E0-54C7-49DD-9956-65E38563E302}">
      <dgm:prSet/>
      <dgm:spPr/>
      <dgm:t>
        <a:bodyPr/>
        <a:lstStyle/>
        <a:p>
          <a:endParaRPr lang="en-US"/>
        </a:p>
      </dgm:t>
    </dgm:pt>
    <dgm:pt modelId="{A176EA92-C72A-4252-A77E-0EE006504CE9}" type="pres">
      <dgm:prSet presAssocID="{D3A7F296-F260-49F0-AF1D-391F560CDFC4}" presName="root" presStyleCnt="0">
        <dgm:presLayoutVars>
          <dgm:dir/>
          <dgm:resizeHandles val="exact"/>
        </dgm:presLayoutVars>
      </dgm:prSet>
      <dgm:spPr/>
    </dgm:pt>
    <dgm:pt modelId="{E84D560E-184C-4F8F-AD5D-5B793B99161D}" type="pres">
      <dgm:prSet presAssocID="{DAD95245-E298-41AC-9BA9-E80FB462FC3A}" presName="compNode" presStyleCnt="0"/>
      <dgm:spPr/>
    </dgm:pt>
    <dgm:pt modelId="{AA9095D5-B51B-46D9-90A1-B6D49DF2B57F}" type="pres">
      <dgm:prSet presAssocID="{DAD95245-E298-41AC-9BA9-E80FB462FC3A}" presName="bgRect" presStyleLbl="bgShp" presStyleIdx="0" presStyleCnt="3"/>
      <dgm:spPr/>
    </dgm:pt>
    <dgm:pt modelId="{08ECAFBF-1C6B-43CF-A7C9-ABD8C5C4BCB2}" type="pres">
      <dgm:prSet presAssocID="{DAD95245-E298-41AC-9BA9-E80FB462FC3A}" presName="iconRect" presStyleLbl="node1" presStyleIdx="0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jurar med hel fyllning"/>
        </a:ext>
      </dgm:extLst>
    </dgm:pt>
    <dgm:pt modelId="{88819D18-25F0-4789-87D7-1735F43C9A36}" type="pres">
      <dgm:prSet presAssocID="{DAD95245-E298-41AC-9BA9-E80FB462FC3A}" presName="spaceRect" presStyleCnt="0"/>
      <dgm:spPr/>
    </dgm:pt>
    <dgm:pt modelId="{0B0EBC70-9642-43DB-9EB4-3617DD0B1232}" type="pres">
      <dgm:prSet presAssocID="{DAD95245-E298-41AC-9BA9-E80FB462FC3A}" presName="parTx" presStyleLbl="revTx" presStyleIdx="0" presStyleCnt="5">
        <dgm:presLayoutVars>
          <dgm:chMax val="0"/>
          <dgm:chPref val="0"/>
        </dgm:presLayoutVars>
      </dgm:prSet>
      <dgm:spPr/>
    </dgm:pt>
    <dgm:pt modelId="{3E3EF39F-E4CF-4563-BC0F-8EA158D0D655}" type="pres">
      <dgm:prSet presAssocID="{DAD95245-E298-41AC-9BA9-E80FB462FC3A}" presName="desTx" presStyleLbl="revTx" presStyleIdx="1" presStyleCnt="5">
        <dgm:presLayoutVars/>
      </dgm:prSet>
      <dgm:spPr/>
    </dgm:pt>
    <dgm:pt modelId="{CB5AE2EB-3FA3-4E32-8BB5-4E3DC2E3C453}" type="pres">
      <dgm:prSet presAssocID="{26BB290B-E32D-4A10-B08F-078BE2EADE69}" presName="sibTrans" presStyleCnt="0"/>
      <dgm:spPr/>
    </dgm:pt>
    <dgm:pt modelId="{D20DF461-F640-4F12-AF81-84DB73F9ADC1}" type="pres">
      <dgm:prSet presAssocID="{29F4746D-7675-41ED-BC10-EF2363AF0866}" presName="compNode" presStyleCnt="0"/>
      <dgm:spPr/>
    </dgm:pt>
    <dgm:pt modelId="{FFC896C1-5214-484F-8084-BB0B7A6C131C}" type="pres">
      <dgm:prSet presAssocID="{29F4746D-7675-41ED-BC10-EF2363AF0866}" presName="bgRect" presStyleLbl="bgShp" presStyleIdx="1" presStyleCnt="3"/>
      <dgm:spPr/>
    </dgm:pt>
    <dgm:pt modelId="{0657EA22-A273-4CD3-A7C7-5F8B7FA3AE87}" type="pres">
      <dgm:prSet presAssocID="{29F4746D-7675-41ED-BC10-EF2363AF0866}" presName="iconRect" presStyleLbl="node1" presStyleIdx="1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mikalier med hel fyllning"/>
        </a:ext>
      </dgm:extLst>
    </dgm:pt>
    <dgm:pt modelId="{86F7E4C5-4164-4F8C-872F-E523FD74CA8C}" type="pres">
      <dgm:prSet presAssocID="{29F4746D-7675-41ED-BC10-EF2363AF0866}" presName="spaceRect" presStyleCnt="0"/>
      <dgm:spPr/>
    </dgm:pt>
    <dgm:pt modelId="{760BA09A-09A8-4298-A8F4-050D15DB82D6}" type="pres">
      <dgm:prSet presAssocID="{29F4746D-7675-41ED-BC10-EF2363AF0866}" presName="parTx" presStyleLbl="revTx" presStyleIdx="2" presStyleCnt="5">
        <dgm:presLayoutVars>
          <dgm:chMax val="0"/>
          <dgm:chPref val="0"/>
        </dgm:presLayoutVars>
      </dgm:prSet>
      <dgm:spPr/>
    </dgm:pt>
    <dgm:pt modelId="{59769C38-C5D1-4068-8254-B28DFC8F8567}" type="pres">
      <dgm:prSet presAssocID="{29F4746D-7675-41ED-BC10-EF2363AF0866}" presName="desTx" presStyleLbl="revTx" presStyleIdx="3" presStyleCnt="5">
        <dgm:presLayoutVars/>
      </dgm:prSet>
      <dgm:spPr/>
    </dgm:pt>
    <dgm:pt modelId="{45C6C02E-94AA-4267-BED6-E95D4F06C418}" type="pres">
      <dgm:prSet presAssocID="{A54A8586-E2EB-469C-9DCA-0FC4013847D1}" presName="sibTrans" presStyleCnt="0"/>
      <dgm:spPr/>
    </dgm:pt>
    <dgm:pt modelId="{1872A668-7EA0-4A67-A72E-0DA691975F97}" type="pres">
      <dgm:prSet presAssocID="{DF0CF981-1695-41EF-8A43-D396DFDAF910}" presName="compNode" presStyleCnt="0"/>
      <dgm:spPr/>
    </dgm:pt>
    <dgm:pt modelId="{9427D329-CF12-4EA6-B6E3-EEAF66DB9E86}" type="pres">
      <dgm:prSet presAssocID="{DF0CF981-1695-41EF-8A43-D396DFDAF910}" presName="bgRect" presStyleLbl="bgShp" presStyleIdx="2" presStyleCnt="3"/>
      <dgm:spPr/>
    </dgm:pt>
    <dgm:pt modelId="{EE7F44AC-8A2C-4945-A946-44A6EB446918}" type="pres">
      <dgm:prSet presAssocID="{DF0CF981-1695-41EF-8A43-D396DFDAF910}" presName="iconRect" presStyleLbl="node1" presStyleIdx="2" presStyleCnt="3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rganism med hel fyllning"/>
        </a:ext>
      </dgm:extLst>
    </dgm:pt>
    <dgm:pt modelId="{58BBBB45-DF35-48D2-BB00-1F8D4468C21C}" type="pres">
      <dgm:prSet presAssocID="{DF0CF981-1695-41EF-8A43-D396DFDAF910}" presName="spaceRect" presStyleCnt="0"/>
      <dgm:spPr/>
    </dgm:pt>
    <dgm:pt modelId="{AACDC6DF-E255-4CAE-9F8A-EFCFC98EBEB4}" type="pres">
      <dgm:prSet presAssocID="{DF0CF981-1695-41EF-8A43-D396DFDAF91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9115601-52F7-4534-B218-600085C97725}" type="presOf" srcId="{DF0CF981-1695-41EF-8A43-D396DFDAF910}" destId="{AACDC6DF-E255-4CAE-9F8A-EFCFC98EBEB4}" srcOrd="0" destOrd="0" presId="urn:microsoft.com/office/officeart/2018/2/layout/IconVerticalSolidList"/>
    <dgm:cxn modelId="{B7855A0C-E1CA-40BC-929B-EF815B18B653}" type="presOf" srcId="{DAD95245-E298-41AC-9BA9-E80FB462FC3A}" destId="{0B0EBC70-9642-43DB-9EB4-3617DD0B1232}" srcOrd="0" destOrd="0" presId="urn:microsoft.com/office/officeart/2018/2/layout/IconVerticalSolidList"/>
    <dgm:cxn modelId="{3AD5C714-AA54-4866-9ABA-8DDEEFEB8302}" type="presOf" srcId="{AEEFF912-4205-4890-A80C-36B4E92C5D90}" destId="{59769C38-C5D1-4068-8254-B28DFC8F8567}" srcOrd="0" destOrd="0" presId="urn:microsoft.com/office/officeart/2018/2/layout/IconVerticalSolidList"/>
    <dgm:cxn modelId="{881A5E17-52A0-48A1-82F9-B83E2F0DE09B}" srcId="{D3A7F296-F260-49F0-AF1D-391F560CDFC4}" destId="{29F4746D-7675-41ED-BC10-EF2363AF0866}" srcOrd="1" destOrd="0" parTransId="{BF9480D9-BE9B-4BC4-BFF9-35D6488FA86B}" sibTransId="{A54A8586-E2EB-469C-9DCA-0FC4013847D1}"/>
    <dgm:cxn modelId="{6325C54B-5CF8-46B2-B482-7D744C01058E}" srcId="{DAD95245-E298-41AC-9BA9-E80FB462FC3A}" destId="{DC47E6E9-5C27-4B2A-BB99-50487F09A95F}" srcOrd="0" destOrd="0" parTransId="{242BFBFF-622D-47C5-B313-5CEA0CD0511F}" sibTransId="{85A01400-4DCA-4D57-8FBD-02373F91562A}"/>
    <dgm:cxn modelId="{CD055F9F-7A14-44A9-986B-75DBA92A7769}" srcId="{29F4746D-7675-41ED-BC10-EF2363AF0866}" destId="{AEEFF912-4205-4890-A80C-36B4E92C5D90}" srcOrd="0" destOrd="0" parTransId="{C67655F1-A4FA-434B-9980-C9D9AA72DE95}" sibTransId="{0CD3BA1A-1B13-4299-87BD-3ECF7275CEC6}"/>
    <dgm:cxn modelId="{591804B3-41BD-4C28-85E6-CAA471A4464F}" srcId="{D3A7F296-F260-49F0-AF1D-391F560CDFC4}" destId="{DAD95245-E298-41AC-9BA9-E80FB462FC3A}" srcOrd="0" destOrd="0" parTransId="{5B744FA9-340C-4A46-AEA1-3AEB7A6FA0D3}" sibTransId="{26BB290B-E32D-4A10-B08F-078BE2EADE69}"/>
    <dgm:cxn modelId="{5CCC90BD-F903-47E5-A007-DDBDCA3685BD}" type="presOf" srcId="{29F4746D-7675-41ED-BC10-EF2363AF0866}" destId="{760BA09A-09A8-4298-A8F4-050D15DB82D6}" srcOrd="0" destOrd="0" presId="urn:microsoft.com/office/officeart/2018/2/layout/IconVerticalSolidList"/>
    <dgm:cxn modelId="{FEBD17CC-98B0-4A42-AEF4-57BF6F15CC0E}" type="presOf" srcId="{DC47E6E9-5C27-4B2A-BB99-50487F09A95F}" destId="{3E3EF39F-E4CF-4563-BC0F-8EA158D0D655}" srcOrd="0" destOrd="0" presId="urn:microsoft.com/office/officeart/2018/2/layout/IconVerticalSolidList"/>
    <dgm:cxn modelId="{EE8312E0-54C7-49DD-9956-65E38563E302}" srcId="{D3A7F296-F260-49F0-AF1D-391F560CDFC4}" destId="{DF0CF981-1695-41EF-8A43-D396DFDAF910}" srcOrd="2" destOrd="0" parTransId="{CFEB268E-189A-4778-A2B8-28C136667FA4}" sibTransId="{03C76470-903D-4B5A-9AC2-4ED44448841F}"/>
    <dgm:cxn modelId="{BE7B29F9-AC64-4008-BF21-DCDFD4BC0B32}" type="presOf" srcId="{D3A7F296-F260-49F0-AF1D-391F560CDFC4}" destId="{A176EA92-C72A-4252-A77E-0EE006504CE9}" srcOrd="0" destOrd="0" presId="urn:microsoft.com/office/officeart/2018/2/layout/IconVerticalSolidList"/>
    <dgm:cxn modelId="{B87F5E98-9DBC-4519-A738-03EDEB0CB9BB}" type="presParOf" srcId="{A176EA92-C72A-4252-A77E-0EE006504CE9}" destId="{E84D560E-184C-4F8F-AD5D-5B793B99161D}" srcOrd="0" destOrd="0" presId="urn:microsoft.com/office/officeart/2018/2/layout/IconVerticalSolidList"/>
    <dgm:cxn modelId="{94ED98BD-0EC1-4ABC-B835-705459AB0667}" type="presParOf" srcId="{E84D560E-184C-4F8F-AD5D-5B793B99161D}" destId="{AA9095D5-B51B-46D9-90A1-B6D49DF2B57F}" srcOrd="0" destOrd="0" presId="urn:microsoft.com/office/officeart/2018/2/layout/IconVerticalSolidList"/>
    <dgm:cxn modelId="{D42A2905-9ACD-4413-B73A-9D842B835E9A}" type="presParOf" srcId="{E84D560E-184C-4F8F-AD5D-5B793B99161D}" destId="{08ECAFBF-1C6B-43CF-A7C9-ABD8C5C4BCB2}" srcOrd="1" destOrd="0" presId="urn:microsoft.com/office/officeart/2018/2/layout/IconVerticalSolidList"/>
    <dgm:cxn modelId="{8D7D05BE-A808-4967-AE43-29381AC84E4C}" type="presParOf" srcId="{E84D560E-184C-4F8F-AD5D-5B793B99161D}" destId="{88819D18-25F0-4789-87D7-1735F43C9A36}" srcOrd="2" destOrd="0" presId="urn:microsoft.com/office/officeart/2018/2/layout/IconVerticalSolidList"/>
    <dgm:cxn modelId="{CBA69743-8661-4B57-A7FC-B9192E4811B6}" type="presParOf" srcId="{E84D560E-184C-4F8F-AD5D-5B793B99161D}" destId="{0B0EBC70-9642-43DB-9EB4-3617DD0B1232}" srcOrd="3" destOrd="0" presId="urn:microsoft.com/office/officeart/2018/2/layout/IconVerticalSolidList"/>
    <dgm:cxn modelId="{3A0037C9-28A4-4E3B-A05D-139A9E075A25}" type="presParOf" srcId="{E84D560E-184C-4F8F-AD5D-5B793B99161D}" destId="{3E3EF39F-E4CF-4563-BC0F-8EA158D0D655}" srcOrd="4" destOrd="0" presId="urn:microsoft.com/office/officeart/2018/2/layout/IconVerticalSolidList"/>
    <dgm:cxn modelId="{DD694B17-B3FA-4EE2-A594-99DCC3DA200F}" type="presParOf" srcId="{A176EA92-C72A-4252-A77E-0EE006504CE9}" destId="{CB5AE2EB-3FA3-4E32-8BB5-4E3DC2E3C453}" srcOrd="1" destOrd="0" presId="urn:microsoft.com/office/officeart/2018/2/layout/IconVerticalSolidList"/>
    <dgm:cxn modelId="{2ED2D3C4-58D2-43B7-B052-E1FCAE4F480C}" type="presParOf" srcId="{A176EA92-C72A-4252-A77E-0EE006504CE9}" destId="{D20DF461-F640-4F12-AF81-84DB73F9ADC1}" srcOrd="2" destOrd="0" presId="urn:microsoft.com/office/officeart/2018/2/layout/IconVerticalSolidList"/>
    <dgm:cxn modelId="{A1F16264-A026-4726-A804-9D95931BB8DA}" type="presParOf" srcId="{D20DF461-F640-4F12-AF81-84DB73F9ADC1}" destId="{FFC896C1-5214-484F-8084-BB0B7A6C131C}" srcOrd="0" destOrd="0" presId="urn:microsoft.com/office/officeart/2018/2/layout/IconVerticalSolidList"/>
    <dgm:cxn modelId="{3F5E2448-531B-48BE-8AFC-7922B4F7F1FA}" type="presParOf" srcId="{D20DF461-F640-4F12-AF81-84DB73F9ADC1}" destId="{0657EA22-A273-4CD3-A7C7-5F8B7FA3AE87}" srcOrd="1" destOrd="0" presId="urn:microsoft.com/office/officeart/2018/2/layout/IconVerticalSolidList"/>
    <dgm:cxn modelId="{2F225AFE-8364-4FB1-B32B-A29FD948EC9C}" type="presParOf" srcId="{D20DF461-F640-4F12-AF81-84DB73F9ADC1}" destId="{86F7E4C5-4164-4F8C-872F-E523FD74CA8C}" srcOrd="2" destOrd="0" presId="urn:microsoft.com/office/officeart/2018/2/layout/IconVerticalSolidList"/>
    <dgm:cxn modelId="{FA2AFDB4-6FC8-4638-9F54-3F5CD708FEB8}" type="presParOf" srcId="{D20DF461-F640-4F12-AF81-84DB73F9ADC1}" destId="{760BA09A-09A8-4298-A8F4-050D15DB82D6}" srcOrd="3" destOrd="0" presId="urn:microsoft.com/office/officeart/2018/2/layout/IconVerticalSolidList"/>
    <dgm:cxn modelId="{E47D47CB-F69F-4B36-9303-89DC4B5BF170}" type="presParOf" srcId="{D20DF461-F640-4F12-AF81-84DB73F9ADC1}" destId="{59769C38-C5D1-4068-8254-B28DFC8F8567}" srcOrd="4" destOrd="0" presId="urn:microsoft.com/office/officeart/2018/2/layout/IconVerticalSolidList"/>
    <dgm:cxn modelId="{8B97F709-D747-448B-AAF5-EE460EB45874}" type="presParOf" srcId="{A176EA92-C72A-4252-A77E-0EE006504CE9}" destId="{45C6C02E-94AA-4267-BED6-E95D4F06C418}" srcOrd="3" destOrd="0" presId="urn:microsoft.com/office/officeart/2018/2/layout/IconVerticalSolidList"/>
    <dgm:cxn modelId="{983E64D8-5C90-4322-9DB6-ED7E027161BE}" type="presParOf" srcId="{A176EA92-C72A-4252-A77E-0EE006504CE9}" destId="{1872A668-7EA0-4A67-A72E-0DA691975F97}" srcOrd="4" destOrd="0" presId="urn:microsoft.com/office/officeart/2018/2/layout/IconVerticalSolidList"/>
    <dgm:cxn modelId="{5006F255-85BA-48DC-B282-BBB1B1819E52}" type="presParOf" srcId="{1872A668-7EA0-4A67-A72E-0DA691975F97}" destId="{9427D329-CF12-4EA6-B6E3-EEAF66DB9E86}" srcOrd="0" destOrd="0" presId="urn:microsoft.com/office/officeart/2018/2/layout/IconVerticalSolidList"/>
    <dgm:cxn modelId="{66784D1D-F450-4148-8936-46E8015FD81F}" type="presParOf" srcId="{1872A668-7EA0-4A67-A72E-0DA691975F97}" destId="{EE7F44AC-8A2C-4945-A946-44A6EB446918}" srcOrd="1" destOrd="0" presId="urn:microsoft.com/office/officeart/2018/2/layout/IconVerticalSolidList"/>
    <dgm:cxn modelId="{F93E4B1D-6152-474B-A951-50B956FFFA7C}" type="presParOf" srcId="{1872A668-7EA0-4A67-A72E-0DA691975F97}" destId="{58BBBB45-DF35-48D2-BB00-1F8D4468C21C}" srcOrd="2" destOrd="0" presId="urn:microsoft.com/office/officeart/2018/2/layout/IconVerticalSolidList"/>
    <dgm:cxn modelId="{651C4619-B018-40EC-BC8A-75D947635226}" type="presParOf" srcId="{1872A668-7EA0-4A67-A72E-0DA691975F97}" destId="{AACDC6DF-E255-4CAE-9F8A-EFCFC98EBEB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2E07D29-3564-45AC-B6F9-9900B023611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81BC3D2C-BAE9-4256-839C-5CDD33292131}">
      <dgm:prSet/>
      <dgm:spPr/>
      <dgm:t>
        <a:bodyPr/>
        <a:lstStyle/>
        <a:p>
          <a:pPr>
            <a:defRPr cap="all"/>
          </a:pPr>
          <a:r>
            <a:rPr lang="en-US"/>
            <a:t>Kreatinin i blodet</a:t>
          </a:r>
        </a:p>
      </dgm:t>
    </dgm:pt>
    <dgm:pt modelId="{8774287C-7F1E-4A6D-8C8A-F09DDA4665AC}" type="parTrans" cxnId="{1DA658F4-9755-4A70-8665-AEA66C1B5EC5}">
      <dgm:prSet/>
      <dgm:spPr/>
      <dgm:t>
        <a:bodyPr/>
        <a:lstStyle/>
        <a:p>
          <a:endParaRPr lang="en-US"/>
        </a:p>
      </dgm:t>
    </dgm:pt>
    <dgm:pt modelId="{C2C8EA9A-6D93-49D9-9066-9DB42383770E}" type="sibTrans" cxnId="{1DA658F4-9755-4A70-8665-AEA66C1B5EC5}">
      <dgm:prSet/>
      <dgm:spPr/>
      <dgm:t>
        <a:bodyPr/>
        <a:lstStyle/>
        <a:p>
          <a:endParaRPr lang="en-US"/>
        </a:p>
      </dgm:t>
    </dgm:pt>
    <dgm:pt modelId="{075A304F-A298-474F-B780-28A0E82E0DDC}">
      <dgm:prSet/>
      <dgm:spPr/>
      <dgm:t>
        <a:bodyPr/>
        <a:lstStyle/>
        <a:p>
          <a:pPr>
            <a:defRPr cap="all"/>
          </a:pPr>
          <a:r>
            <a:rPr lang="en-US"/>
            <a:t>Blodflöde till njurarna (ultraljud, dopplereffekten)</a:t>
          </a:r>
        </a:p>
      </dgm:t>
    </dgm:pt>
    <dgm:pt modelId="{FEC5065A-4B4D-4432-A302-F72AB843DF34}" type="parTrans" cxnId="{48B78914-8BD7-40EC-B20B-E6E7332E8B3B}">
      <dgm:prSet/>
      <dgm:spPr/>
      <dgm:t>
        <a:bodyPr/>
        <a:lstStyle/>
        <a:p>
          <a:endParaRPr lang="en-US"/>
        </a:p>
      </dgm:t>
    </dgm:pt>
    <dgm:pt modelId="{51F91D67-CB29-4CCE-BDF4-EE530FCCD1F3}" type="sibTrans" cxnId="{48B78914-8BD7-40EC-B20B-E6E7332E8B3B}">
      <dgm:prSet/>
      <dgm:spPr/>
      <dgm:t>
        <a:bodyPr/>
        <a:lstStyle/>
        <a:p>
          <a:endParaRPr lang="en-US"/>
        </a:p>
      </dgm:t>
    </dgm:pt>
    <dgm:pt modelId="{D2481B54-3C64-45AE-B455-763E115C9157}" type="pres">
      <dgm:prSet presAssocID="{F2E07D29-3564-45AC-B6F9-9900B023611D}" presName="root" presStyleCnt="0">
        <dgm:presLayoutVars>
          <dgm:dir/>
          <dgm:resizeHandles val="exact"/>
        </dgm:presLayoutVars>
      </dgm:prSet>
      <dgm:spPr/>
    </dgm:pt>
    <dgm:pt modelId="{AE8C551E-0B34-4735-B4AB-CF576ED72460}" type="pres">
      <dgm:prSet presAssocID="{81BC3D2C-BAE9-4256-839C-5CDD33292131}" presName="compNode" presStyleCnt="0"/>
      <dgm:spPr/>
    </dgm:pt>
    <dgm:pt modelId="{2ABEB314-63DD-454D-8DEE-31C6B968C822}" type="pres">
      <dgm:prSet presAssocID="{81BC3D2C-BAE9-4256-839C-5CDD33292131}" presName="iconBgRect" presStyleLbl="bgShp" presStyleIdx="0" presStyleCnt="2"/>
      <dgm:spPr/>
    </dgm:pt>
    <dgm:pt modelId="{C7A4E6EA-474C-4B99-94EB-BF25C2AD6662}" type="pres">
      <dgm:prSet presAssocID="{81BC3D2C-BAE9-4256-839C-5CDD3329213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atten"/>
        </a:ext>
      </dgm:extLst>
    </dgm:pt>
    <dgm:pt modelId="{C91329C8-0809-4AE8-AC2E-3F070452EC70}" type="pres">
      <dgm:prSet presAssocID="{81BC3D2C-BAE9-4256-839C-5CDD33292131}" presName="spaceRect" presStyleCnt="0"/>
      <dgm:spPr/>
    </dgm:pt>
    <dgm:pt modelId="{E4623BC5-905B-43F6-983A-CC942FC49F5F}" type="pres">
      <dgm:prSet presAssocID="{81BC3D2C-BAE9-4256-839C-5CDD33292131}" presName="textRect" presStyleLbl="revTx" presStyleIdx="0" presStyleCnt="2">
        <dgm:presLayoutVars>
          <dgm:chMax val="1"/>
          <dgm:chPref val="1"/>
        </dgm:presLayoutVars>
      </dgm:prSet>
      <dgm:spPr/>
    </dgm:pt>
    <dgm:pt modelId="{8CABFB47-BBD7-4B8C-8068-886EF9D576A1}" type="pres">
      <dgm:prSet presAssocID="{C2C8EA9A-6D93-49D9-9066-9DB42383770E}" presName="sibTrans" presStyleCnt="0"/>
      <dgm:spPr/>
    </dgm:pt>
    <dgm:pt modelId="{830CD0AF-B78E-44BB-9F1A-32B7630AC724}" type="pres">
      <dgm:prSet presAssocID="{075A304F-A298-474F-B780-28A0E82E0DDC}" presName="compNode" presStyleCnt="0"/>
      <dgm:spPr/>
    </dgm:pt>
    <dgm:pt modelId="{68732E4E-1FA1-4358-BF36-DE48B220BEA2}" type="pres">
      <dgm:prSet presAssocID="{075A304F-A298-474F-B780-28A0E82E0DDC}" presName="iconBgRect" presStyleLbl="bgShp" presStyleIdx="1" presStyleCnt="2"/>
      <dgm:spPr/>
    </dgm:pt>
    <dgm:pt modelId="{15694E14-ED10-4E45-A6AE-172113920290}" type="pres">
      <dgm:prSet presAssocID="{075A304F-A298-474F-B780-28A0E82E0DD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jurar"/>
        </a:ext>
      </dgm:extLst>
    </dgm:pt>
    <dgm:pt modelId="{CF91F0A2-8B0E-499B-B5B2-EDBF870F7922}" type="pres">
      <dgm:prSet presAssocID="{075A304F-A298-474F-B780-28A0E82E0DDC}" presName="spaceRect" presStyleCnt="0"/>
      <dgm:spPr/>
    </dgm:pt>
    <dgm:pt modelId="{A98DFC19-4CE1-4D72-8CE1-ECE4FDF34C39}" type="pres">
      <dgm:prSet presAssocID="{075A304F-A298-474F-B780-28A0E82E0DD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3358406-92B2-485D-99E8-53A1734B65F9}" type="presOf" srcId="{F2E07D29-3564-45AC-B6F9-9900B023611D}" destId="{D2481B54-3C64-45AE-B455-763E115C9157}" srcOrd="0" destOrd="0" presId="urn:microsoft.com/office/officeart/2018/5/layout/IconCircleLabelList"/>
    <dgm:cxn modelId="{48B78914-8BD7-40EC-B20B-E6E7332E8B3B}" srcId="{F2E07D29-3564-45AC-B6F9-9900B023611D}" destId="{075A304F-A298-474F-B780-28A0E82E0DDC}" srcOrd="1" destOrd="0" parTransId="{FEC5065A-4B4D-4432-A302-F72AB843DF34}" sibTransId="{51F91D67-CB29-4CCE-BDF4-EE530FCCD1F3}"/>
    <dgm:cxn modelId="{12C0E43C-059B-4426-86D9-98E2DD4C93F2}" type="presOf" srcId="{075A304F-A298-474F-B780-28A0E82E0DDC}" destId="{A98DFC19-4CE1-4D72-8CE1-ECE4FDF34C39}" srcOrd="0" destOrd="0" presId="urn:microsoft.com/office/officeart/2018/5/layout/IconCircleLabelList"/>
    <dgm:cxn modelId="{1DA658F4-9755-4A70-8665-AEA66C1B5EC5}" srcId="{F2E07D29-3564-45AC-B6F9-9900B023611D}" destId="{81BC3D2C-BAE9-4256-839C-5CDD33292131}" srcOrd="0" destOrd="0" parTransId="{8774287C-7F1E-4A6D-8C8A-F09DDA4665AC}" sibTransId="{C2C8EA9A-6D93-49D9-9066-9DB42383770E}"/>
    <dgm:cxn modelId="{A9F97EF8-C093-4042-9569-7933A16A2D8E}" type="presOf" srcId="{81BC3D2C-BAE9-4256-839C-5CDD33292131}" destId="{E4623BC5-905B-43F6-983A-CC942FC49F5F}" srcOrd="0" destOrd="0" presId="urn:microsoft.com/office/officeart/2018/5/layout/IconCircleLabelList"/>
    <dgm:cxn modelId="{B51ECB39-5AE6-4F4F-8377-261724DFCA76}" type="presParOf" srcId="{D2481B54-3C64-45AE-B455-763E115C9157}" destId="{AE8C551E-0B34-4735-B4AB-CF576ED72460}" srcOrd="0" destOrd="0" presId="urn:microsoft.com/office/officeart/2018/5/layout/IconCircleLabelList"/>
    <dgm:cxn modelId="{1F600E55-76A7-401A-B103-014975B842A7}" type="presParOf" srcId="{AE8C551E-0B34-4735-B4AB-CF576ED72460}" destId="{2ABEB314-63DD-454D-8DEE-31C6B968C822}" srcOrd="0" destOrd="0" presId="urn:microsoft.com/office/officeart/2018/5/layout/IconCircleLabelList"/>
    <dgm:cxn modelId="{2BDF965E-2371-4D9E-BA05-2D3FD876AF79}" type="presParOf" srcId="{AE8C551E-0B34-4735-B4AB-CF576ED72460}" destId="{C7A4E6EA-474C-4B99-94EB-BF25C2AD6662}" srcOrd="1" destOrd="0" presId="urn:microsoft.com/office/officeart/2018/5/layout/IconCircleLabelList"/>
    <dgm:cxn modelId="{51B887C0-96BC-4297-8E78-787B2E7DBAF8}" type="presParOf" srcId="{AE8C551E-0B34-4735-B4AB-CF576ED72460}" destId="{C91329C8-0809-4AE8-AC2E-3F070452EC70}" srcOrd="2" destOrd="0" presId="urn:microsoft.com/office/officeart/2018/5/layout/IconCircleLabelList"/>
    <dgm:cxn modelId="{AB59046A-E186-46C1-A4B7-BC97BDE2EBE3}" type="presParOf" srcId="{AE8C551E-0B34-4735-B4AB-CF576ED72460}" destId="{E4623BC5-905B-43F6-983A-CC942FC49F5F}" srcOrd="3" destOrd="0" presId="urn:microsoft.com/office/officeart/2018/5/layout/IconCircleLabelList"/>
    <dgm:cxn modelId="{E80EA3DD-67A5-4B16-9B22-61E33F166F98}" type="presParOf" srcId="{D2481B54-3C64-45AE-B455-763E115C9157}" destId="{8CABFB47-BBD7-4B8C-8068-886EF9D576A1}" srcOrd="1" destOrd="0" presId="urn:microsoft.com/office/officeart/2018/5/layout/IconCircleLabelList"/>
    <dgm:cxn modelId="{366F4D1E-7E67-47FD-801F-3787C2289C59}" type="presParOf" srcId="{D2481B54-3C64-45AE-B455-763E115C9157}" destId="{830CD0AF-B78E-44BB-9F1A-32B7630AC724}" srcOrd="2" destOrd="0" presId="urn:microsoft.com/office/officeart/2018/5/layout/IconCircleLabelList"/>
    <dgm:cxn modelId="{9A373F1D-A188-4CAC-8641-DEC444B14183}" type="presParOf" srcId="{830CD0AF-B78E-44BB-9F1A-32B7630AC724}" destId="{68732E4E-1FA1-4358-BF36-DE48B220BEA2}" srcOrd="0" destOrd="0" presId="urn:microsoft.com/office/officeart/2018/5/layout/IconCircleLabelList"/>
    <dgm:cxn modelId="{0AD701BB-E8CE-49A0-8A87-E5BCE0FA133C}" type="presParOf" srcId="{830CD0AF-B78E-44BB-9F1A-32B7630AC724}" destId="{15694E14-ED10-4E45-A6AE-172113920290}" srcOrd="1" destOrd="0" presId="urn:microsoft.com/office/officeart/2018/5/layout/IconCircleLabelList"/>
    <dgm:cxn modelId="{3486E3E4-9298-4C75-8286-2A9D78AA4A7F}" type="presParOf" srcId="{830CD0AF-B78E-44BB-9F1A-32B7630AC724}" destId="{CF91F0A2-8B0E-499B-B5B2-EDBF870F7922}" srcOrd="2" destOrd="0" presId="urn:microsoft.com/office/officeart/2018/5/layout/IconCircleLabelList"/>
    <dgm:cxn modelId="{026D199E-D919-4012-A1FA-EEA358D5A172}" type="presParOf" srcId="{830CD0AF-B78E-44BB-9F1A-32B7630AC724}" destId="{A98DFC19-4CE1-4D72-8CE1-ECE4FDF34C3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9095D5-B51B-46D9-90A1-B6D49DF2B57F}">
      <dsp:nvSpPr>
        <dsp:cNvPr id="0" name=""/>
        <dsp:cNvSpPr/>
      </dsp:nvSpPr>
      <dsp:spPr>
        <a:xfrm>
          <a:off x="0" y="421"/>
          <a:ext cx="9603275" cy="9856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ECAFBF-1C6B-43CF-A7C9-ABD8C5C4BCB2}">
      <dsp:nvSpPr>
        <dsp:cNvPr id="0" name=""/>
        <dsp:cNvSpPr/>
      </dsp:nvSpPr>
      <dsp:spPr>
        <a:xfrm>
          <a:off x="298158" y="222192"/>
          <a:ext cx="542106" cy="5421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0EBC70-9642-43DB-9EB4-3617DD0B1232}">
      <dsp:nvSpPr>
        <dsp:cNvPr id="0" name=""/>
        <dsp:cNvSpPr/>
      </dsp:nvSpPr>
      <dsp:spPr>
        <a:xfrm>
          <a:off x="1138424" y="421"/>
          <a:ext cx="4321473" cy="985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314" tIns="104314" rIns="104314" bIns="10431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2500" kern="1200" noProof="0" dirty="0"/>
            <a:t>Reglerar vätske- och elektrolytbalansen</a:t>
          </a:r>
        </a:p>
      </dsp:txBody>
      <dsp:txXfrm>
        <a:off x="1138424" y="421"/>
        <a:ext cx="4321473" cy="985648"/>
      </dsp:txXfrm>
    </dsp:sp>
    <dsp:sp modelId="{3E3EF39F-E4CF-4563-BC0F-8EA158D0D655}">
      <dsp:nvSpPr>
        <dsp:cNvPr id="0" name=""/>
        <dsp:cNvSpPr/>
      </dsp:nvSpPr>
      <dsp:spPr>
        <a:xfrm>
          <a:off x="5459898" y="421"/>
          <a:ext cx="4143376" cy="985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314" tIns="104314" rIns="104314" bIns="10431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400" kern="1200" noProof="0" dirty="0"/>
            <a:t>Antidiuretiskt hormon (ADH)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400" b="0" kern="1200" noProof="0" dirty="0"/>
            <a:t>Jonkoncentration </a:t>
          </a:r>
          <a14:m xmlns:a14="http://schemas.microsoft.com/office/drawing/2010/main">
            <m:oMath xmlns:m="http://schemas.openxmlformats.org/officeDocument/2006/math">
              <m:d>
                <m:dPr>
                  <m:ctrlPr>
                    <a:rPr lang="sv-SE" sz="1400" b="0" i="1" kern="1200" noProof="0" smtClean="0">
                      <a:latin typeface="Cambria Math" panose="02040503050406030204" pitchFamily="18" charset="0"/>
                    </a:rPr>
                  </m:ctrlPr>
                </m:dPr>
                <m:e>
                  <m:sSup>
                    <m:sSupPr>
                      <m:ctrlPr>
                        <a:rPr lang="sv-SE" sz="1400" b="0" i="1" kern="1200" noProof="0" smtClean="0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sv-SE" sz="1400" b="0" i="1" kern="1200" noProof="0" smtClean="0">
                          <a:latin typeface="Cambria Math" panose="02040503050406030204" pitchFamily="18" charset="0"/>
                        </a:rPr>
                        <m:t>𝑁𝑎</m:t>
                      </m:r>
                    </m:e>
                    <m:sup>
                      <m:r>
                        <a:rPr lang="sv-SE" sz="1400" b="0" i="1" kern="1200" noProof="0" smtClean="0">
                          <a:latin typeface="Cambria Math" panose="02040503050406030204" pitchFamily="18" charset="0"/>
                        </a:rPr>
                        <m:t>+</m:t>
                      </m:r>
                    </m:sup>
                  </m:sSup>
                  <m:r>
                    <a:rPr lang="sv-SE" sz="1400" b="0" i="1" kern="1200" noProof="0" smtClean="0">
                      <a:latin typeface="Cambria Math" panose="02040503050406030204" pitchFamily="18" charset="0"/>
                    </a:rPr>
                    <m:t>, </m:t>
                  </m:r>
                  <m:sSup>
                    <m:sSupPr>
                      <m:ctrlPr>
                        <a:rPr lang="sv-SE" sz="1400" b="0" i="1" kern="1200" noProof="0" smtClean="0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sv-SE" sz="1400" b="0" i="1" kern="1200" noProof="0" smtClean="0">
                          <a:latin typeface="Cambria Math" panose="02040503050406030204" pitchFamily="18" charset="0"/>
                        </a:rPr>
                        <m:t>𝐾</m:t>
                      </m:r>
                    </m:e>
                    <m:sup>
                      <m:r>
                        <a:rPr lang="sv-SE" sz="1400" b="0" i="1" kern="1200" noProof="0" smtClean="0">
                          <a:latin typeface="Cambria Math" panose="02040503050406030204" pitchFamily="18" charset="0"/>
                        </a:rPr>
                        <m:t>+</m:t>
                      </m:r>
                    </m:sup>
                  </m:sSup>
                  <m:r>
                    <a:rPr lang="sv-SE" sz="1400" b="0" i="1" kern="1200" noProof="0" smtClean="0">
                      <a:latin typeface="Cambria Math" panose="02040503050406030204" pitchFamily="18" charset="0"/>
                    </a:rPr>
                    <m:t>, </m:t>
                  </m:r>
                  <m:sSup>
                    <m:sSupPr>
                      <m:ctrlPr>
                        <a:rPr lang="sv-SE" sz="1400" b="0" i="1" kern="1200" noProof="0" smtClean="0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sv-SE" sz="1400" b="0" i="1" kern="1200" noProof="0" smtClean="0">
                          <a:latin typeface="Cambria Math" panose="02040503050406030204" pitchFamily="18" charset="0"/>
                        </a:rPr>
                        <m:t>𝐶𝑎</m:t>
                      </m:r>
                    </m:e>
                    <m:sup>
                      <m:r>
                        <a:rPr lang="sv-SE" sz="1400" b="0" i="1" kern="1200" noProof="0" smtClean="0">
                          <a:latin typeface="Cambria Math" panose="02040503050406030204" pitchFamily="18" charset="0"/>
                        </a:rPr>
                        <m:t>2+</m:t>
                      </m:r>
                    </m:sup>
                  </m:sSup>
                </m:e>
              </m:d>
            </m:oMath>
          </a14:m>
          <a:endParaRPr lang="sv-SE" sz="1400" kern="1200" noProof="0" dirty="0"/>
        </a:p>
      </dsp:txBody>
      <dsp:txXfrm>
        <a:off x="5459898" y="421"/>
        <a:ext cx="4143376" cy="985648"/>
      </dsp:txXfrm>
    </dsp:sp>
    <dsp:sp modelId="{FFC896C1-5214-484F-8084-BB0B7A6C131C}">
      <dsp:nvSpPr>
        <dsp:cNvPr id="0" name=""/>
        <dsp:cNvSpPr/>
      </dsp:nvSpPr>
      <dsp:spPr>
        <a:xfrm>
          <a:off x="0" y="1232482"/>
          <a:ext cx="9603275" cy="9856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57EA22-A273-4CD3-A7C7-5F8B7FA3AE87}">
      <dsp:nvSpPr>
        <dsp:cNvPr id="0" name=""/>
        <dsp:cNvSpPr/>
      </dsp:nvSpPr>
      <dsp:spPr>
        <a:xfrm>
          <a:off x="298158" y="1454253"/>
          <a:ext cx="542106" cy="5421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0BA09A-09A8-4298-A8F4-050D15DB82D6}">
      <dsp:nvSpPr>
        <dsp:cNvPr id="0" name=""/>
        <dsp:cNvSpPr/>
      </dsp:nvSpPr>
      <dsp:spPr>
        <a:xfrm>
          <a:off x="1138424" y="1232482"/>
          <a:ext cx="4321473" cy="985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314" tIns="104314" rIns="104314" bIns="10431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Producerar enzymet </a:t>
          </a:r>
          <a:r>
            <a:rPr lang="en-US" sz="2500" i="1" kern="1200"/>
            <a:t>renin</a:t>
          </a:r>
          <a:endParaRPr lang="en-US" sz="2500" kern="1200"/>
        </a:p>
      </dsp:txBody>
      <dsp:txXfrm>
        <a:off x="1138424" y="1232482"/>
        <a:ext cx="4321473" cy="985648"/>
      </dsp:txXfrm>
    </dsp:sp>
    <dsp:sp modelId="{59769C38-C5D1-4068-8254-B28DFC8F8567}">
      <dsp:nvSpPr>
        <dsp:cNvPr id="0" name=""/>
        <dsp:cNvSpPr/>
      </dsp:nvSpPr>
      <dsp:spPr>
        <a:xfrm>
          <a:off x="5459898" y="1232482"/>
          <a:ext cx="4143376" cy="985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314" tIns="104314" rIns="104314" bIns="10431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400" kern="1200" noProof="0" dirty="0"/>
            <a:t>Blodtryckskontroll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400" kern="1200" noProof="0" dirty="0"/>
            <a:t>Antidiuretiskt hormon (ADH) &amp; </a:t>
          </a:r>
          <a:r>
            <a:rPr lang="sv-SE" sz="1400" kern="1200" noProof="0" dirty="0" err="1"/>
            <a:t>Erytropoetin</a:t>
          </a:r>
          <a:r>
            <a:rPr lang="sv-SE" sz="1400" kern="1200" noProof="0" dirty="0"/>
            <a:t> (EPO)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sv-SE" sz="1400" i="1" kern="1200" noProof="0" smtClean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m:t>⟹</m:t>
              </m:r>
            </m:oMath>
          </a14:m>
          <a:r>
            <a:rPr lang="sv-SE" sz="1400" kern="1200" noProof="0" dirty="0"/>
            <a:t> Erytropoes</a:t>
          </a:r>
        </a:p>
      </dsp:txBody>
      <dsp:txXfrm>
        <a:off x="5459898" y="1232482"/>
        <a:ext cx="4143376" cy="985648"/>
      </dsp:txXfrm>
    </dsp:sp>
    <dsp:sp modelId="{9427D329-CF12-4EA6-B6E3-EEAF66DB9E86}">
      <dsp:nvSpPr>
        <dsp:cNvPr id="0" name=""/>
        <dsp:cNvSpPr/>
      </dsp:nvSpPr>
      <dsp:spPr>
        <a:xfrm>
          <a:off x="0" y="2464543"/>
          <a:ext cx="9603275" cy="9856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7F44AC-8A2C-4945-A946-44A6EB446918}">
      <dsp:nvSpPr>
        <dsp:cNvPr id="0" name=""/>
        <dsp:cNvSpPr/>
      </dsp:nvSpPr>
      <dsp:spPr>
        <a:xfrm>
          <a:off x="298158" y="2686314"/>
          <a:ext cx="542106" cy="5421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CDC6DF-E255-4CAE-9F8A-EFCFC98EBEB4}">
      <dsp:nvSpPr>
        <dsp:cNvPr id="0" name=""/>
        <dsp:cNvSpPr/>
      </dsp:nvSpPr>
      <dsp:spPr>
        <a:xfrm>
          <a:off x="1138424" y="2464543"/>
          <a:ext cx="8464850" cy="985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314" tIns="104314" rIns="104314" bIns="10431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2500" kern="1200" noProof="0" dirty="0"/>
            <a:t>Utsöndrar slaggprodukter och främmande ämnen</a:t>
          </a:r>
        </a:p>
      </dsp:txBody>
      <dsp:txXfrm>
        <a:off x="1138424" y="2464543"/>
        <a:ext cx="8464850" cy="9856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BEB314-63DD-454D-8DEE-31C6B968C822}">
      <dsp:nvSpPr>
        <dsp:cNvPr id="0" name=""/>
        <dsp:cNvSpPr/>
      </dsp:nvSpPr>
      <dsp:spPr>
        <a:xfrm>
          <a:off x="546968" y="878543"/>
          <a:ext cx="1647000" cy="16470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A4E6EA-474C-4B99-94EB-BF25C2AD6662}">
      <dsp:nvSpPr>
        <dsp:cNvPr id="0" name=""/>
        <dsp:cNvSpPr/>
      </dsp:nvSpPr>
      <dsp:spPr>
        <a:xfrm>
          <a:off x="897968" y="1229543"/>
          <a:ext cx="945000" cy="945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623BC5-905B-43F6-983A-CC942FC49F5F}">
      <dsp:nvSpPr>
        <dsp:cNvPr id="0" name=""/>
        <dsp:cNvSpPr/>
      </dsp:nvSpPr>
      <dsp:spPr>
        <a:xfrm>
          <a:off x="20468" y="3038544"/>
          <a:ext cx="27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Kreatinin i blodet</a:t>
          </a:r>
        </a:p>
      </dsp:txBody>
      <dsp:txXfrm>
        <a:off x="20468" y="3038544"/>
        <a:ext cx="2700000" cy="720000"/>
      </dsp:txXfrm>
    </dsp:sp>
    <dsp:sp modelId="{68732E4E-1FA1-4358-BF36-DE48B220BEA2}">
      <dsp:nvSpPr>
        <dsp:cNvPr id="0" name=""/>
        <dsp:cNvSpPr/>
      </dsp:nvSpPr>
      <dsp:spPr>
        <a:xfrm>
          <a:off x="3719468" y="878543"/>
          <a:ext cx="1647000" cy="164700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694E14-ED10-4E45-A6AE-172113920290}">
      <dsp:nvSpPr>
        <dsp:cNvPr id="0" name=""/>
        <dsp:cNvSpPr/>
      </dsp:nvSpPr>
      <dsp:spPr>
        <a:xfrm>
          <a:off x="4070468" y="1229543"/>
          <a:ext cx="945000" cy="945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8DFC19-4CE1-4D72-8CE1-ECE4FDF34C39}">
      <dsp:nvSpPr>
        <dsp:cNvPr id="0" name=""/>
        <dsp:cNvSpPr/>
      </dsp:nvSpPr>
      <dsp:spPr>
        <a:xfrm>
          <a:off x="3192968" y="3038544"/>
          <a:ext cx="27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Blodflöde till njurarna (ultraljud, dopplereffekten)</a:t>
          </a:r>
        </a:p>
      </dsp:txBody>
      <dsp:txXfrm>
        <a:off x="3192968" y="3038544"/>
        <a:ext cx="27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12AD1A-5CE1-417B-84B6-61796CA01B23}" type="datetimeFigureOut">
              <a:rPr lang="sv-SE" smtClean="0"/>
              <a:t>2022-03-23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558A0E-E697-4CE3-B9DB-CB30D637A7D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02807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b="1" noProof="0" dirty="0"/>
              <a:t>Reglerar vätske- och elektrolytbalansen</a:t>
            </a:r>
          </a:p>
          <a:p>
            <a:r>
              <a:rPr lang="sv-SE" b="0" noProof="0" dirty="0"/>
              <a:t>, alltså jonkoncentrationen, med hjälp av frisättningen av hormonet ADH från hypofysen i hjärnan som påverkar vattenupptaget i njurarna.</a:t>
            </a:r>
          </a:p>
          <a:p>
            <a:endParaRPr lang="sv-SE" b="0" noProof="0" dirty="0"/>
          </a:p>
          <a:p>
            <a:r>
              <a:rPr lang="sv-SE" b="1" noProof="0" dirty="0"/>
              <a:t>Producerar enzymet renin</a:t>
            </a:r>
            <a:endParaRPr lang="sv-SE" b="0" noProof="0" dirty="0"/>
          </a:p>
          <a:p>
            <a:r>
              <a:rPr lang="sv-SE" b="0" noProof="0" dirty="0"/>
              <a:t>som kontrollerar blodtrycket. När syrekoncentrationen sjunker, stimulerar enzymet frisättningen av ADH samt produceras hormonet EPO i njurarna som i sin tur stimulerar produktionen av röda blodkroppar i en process kallad </a:t>
            </a:r>
            <a:r>
              <a:rPr lang="sv-SE" b="0" i="1" noProof="0" dirty="0" err="1"/>
              <a:t>erytropoes</a:t>
            </a:r>
            <a:r>
              <a:rPr lang="sv-SE" b="0" noProof="0" dirty="0"/>
              <a:t> för att öka blodvolymen och syreupptaget.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558A0E-E697-4CE3-B9DB-CB30D637A7D3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03607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noProof="0" dirty="0" err="1"/>
              <a:t>Nefronen</a:t>
            </a:r>
            <a:r>
              <a:rPr lang="sv-SE" noProof="0" dirty="0"/>
              <a:t> kallas </a:t>
            </a:r>
            <a:r>
              <a:rPr lang="sv-SE" i="1" noProof="0" dirty="0"/>
              <a:t>njurens funktionella enhet </a:t>
            </a:r>
            <a:r>
              <a:rPr lang="sv-SE" i="0" noProof="0" dirty="0"/>
              <a:t>och det finns upp till en miljon per njure, där varje nefron är en </a:t>
            </a:r>
            <a:r>
              <a:rPr lang="sv-SE" noProof="0" dirty="0"/>
              <a:t>filtreringsenhet som har i uppgift att omvandla blod till urin samt att återabsorbera ämnen från den så kallade primärurinen.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558A0E-E697-4CE3-B9DB-CB30D637A7D3}" type="slidenum">
              <a:rPr lang="sv-SE" smtClean="0"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15457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lägga till en bild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pload.wikimedia.org/wikipedia/commons/thumb/d/d6/Blausen_0592_KidneyAnatomy_01.png/250px-Blausen_0592_KidneyAnatomy_01.png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Kidney" TargetMode="External"/><Relationship Id="rId2" Type="http://schemas.openxmlformats.org/officeDocument/2006/relationships/hyperlink" Target="https://www.1177.se/Stockholm/liv--halsa/sa-fungerar-kroppen/njurar-och-urinvagar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ontgen.com/metod/njurar-och-urinblasa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sahandkh@kth.se" TargetMode="External"/><Relationship Id="rId2" Type="http://schemas.openxmlformats.org/officeDocument/2006/relationships/hyperlink" Target="mailto:torm@kth.s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085772C-3128-4D3C-9AC8-27E16D7343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Njuren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61302FB4-27B1-483F-B1E6-4A32E97302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Tor </a:t>
            </a:r>
            <a:r>
              <a:rPr lang="sv-SE" err="1"/>
              <a:t>modin</a:t>
            </a:r>
            <a:r>
              <a:rPr lang="sv-SE"/>
              <a:t> &amp; Sahand Khodabandehloo</a:t>
            </a:r>
          </a:p>
        </p:txBody>
      </p:sp>
    </p:spTree>
    <p:extLst>
      <p:ext uri="{BB962C8B-B14F-4D97-AF65-F5344CB8AC3E}">
        <p14:creationId xmlns:p14="http://schemas.microsoft.com/office/powerpoint/2010/main" val="1910892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FF2CA25-A2E2-4B3F-B8DC-7EE1D4B19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Njurfunktionen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Platshållare för innehåll 2">
                <a:extLst>
                  <a:ext uri="{FF2B5EF4-FFF2-40B4-BE49-F238E27FC236}">
                    <a16:creationId xmlns:a16="http://schemas.microsoft.com/office/drawing/2014/main" id="{053474BD-E48B-2E64-0C8C-324856F1369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801986080"/>
                  </p:ext>
                </p:extLst>
              </p:nvPr>
            </p:nvGraphicFramePr>
            <p:xfrm>
              <a:off x="1451579" y="2015732"/>
              <a:ext cx="9603275" cy="345061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>
          <p:graphicFrame>
            <p:nvGraphicFramePr>
              <p:cNvPr id="16" name="Platshållare för innehåll 2">
                <a:extLst>
                  <a:ext uri="{FF2B5EF4-FFF2-40B4-BE49-F238E27FC236}">
                    <a16:creationId xmlns:a16="http://schemas.microsoft.com/office/drawing/2014/main" id="{053474BD-E48B-2E64-0C8C-324856F1369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801986080"/>
                  </p:ext>
                </p:extLst>
              </p:nvPr>
            </p:nvGraphicFramePr>
            <p:xfrm>
              <a:off x="1451579" y="2015732"/>
              <a:ext cx="9603275" cy="345061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4" r:qs="rId5" r:cs="rId6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93182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2" name="Rectangle 197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3" name="Straight Connector 199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Rubrik 1">
            <a:extLst>
              <a:ext uri="{FF2B5EF4-FFF2-40B4-BE49-F238E27FC236}">
                <a16:creationId xmlns:a16="http://schemas.microsoft.com/office/drawing/2014/main" id="{01CED584-6F04-41B5-B37A-D0585A00D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>
            <a:normAutofit/>
          </a:bodyPr>
          <a:lstStyle/>
          <a:p>
            <a:r>
              <a:rPr lang="sv-SE"/>
              <a:t>Anatomi</a:t>
            </a:r>
          </a:p>
        </p:txBody>
      </p:sp>
      <p:sp>
        <p:nvSpPr>
          <p:cNvPr id="214" name="Rectangle 201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B31E413-A659-4EF9-B6EA-8F4CE1157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4172212" cy="34506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sv-SE" sz="1900" dirty="0"/>
              <a:t>Ligger bakom bukhinnan</a:t>
            </a:r>
            <a:br>
              <a:rPr lang="sv-SE" sz="1900" dirty="0"/>
            </a:br>
            <a:r>
              <a:rPr lang="sv-SE" sz="1900" dirty="0"/>
              <a:t>(Grekiska </a:t>
            </a:r>
            <a:r>
              <a:rPr lang="sv-SE" sz="1900" i="1" dirty="0" err="1"/>
              <a:t>retroperitonealt</a:t>
            </a:r>
            <a:r>
              <a:rPr lang="sv-SE" sz="1900" i="1" dirty="0"/>
              <a:t>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sv-SE" sz="1900" dirty="0"/>
              <a:t>Binjure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sv-SE" sz="1900" dirty="0"/>
              <a:t>Njurbark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sv-SE" sz="1900" dirty="0"/>
              <a:t>Njurmärg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sv-SE" sz="1900" dirty="0"/>
              <a:t>Njurbäcken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sv-SE" sz="1900" dirty="0"/>
              <a:t>Urinledare &amp; Urinblåsa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sv-SE" sz="1900" i="1" dirty="0"/>
              <a:t>Nefron</a:t>
            </a:r>
          </a:p>
        </p:txBody>
      </p:sp>
      <p:pic>
        <p:nvPicPr>
          <p:cNvPr id="6" name="Picture 10" descr="Kidney - Wikipedia">
            <a:extLst>
              <a:ext uri="{FF2B5EF4-FFF2-40B4-BE49-F238E27FC236}">
                <a16:creationId xmlns:a16="http://schemas.microsoft.com/office/drawing/2014/main" id="{DEFE264B-5534-4B17-8248-EA93407A5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4411" y="1275798"/>
            <a:ext cx="4960442" cy="3720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Picture 203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16" name="Straight Connector 205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ktangel 6">
            <a:extLst>
              <a:ext uri="{FF2B5EF4-FFF2-40B4-BE49-F238E27FC236}">
                <a16:creationId xmlns:a16="http://schemas.microsoft.com/office/drawing/2014/main" id="{ACC19AE8-0B73-4D57-985C-953491B26A43}"/>
              </a:ext>
            </a:extLst>
          </p:cNvPr>
          <p:cNvSpPr/>
          <p:nvPr/>
        </p:nvSpPr>
        <p:spPr>
          <a:xfrm>
            <a:off x="6094409" y="5005212"/>
            <a:ext cx="4960443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050"/>
              <a:t>Figur 1 – Njurens anatomi med medicinska strukturella termer. Bildkälla: </a:t>
            </a:r>
            <a:r>
              <a:rPr lang="sv-SE" sz="1050">
                <a:hlinkClick r:id="rId4"/>
              </a:rPr>
              <a:t>https://upload.wikimedia.org/wikipedia/commons/thumb/d/d6/Blausen_0592_KidneyAnatomy_01.png/250px-Blausen_0592_KidneyAnatomy_01.png</a:t>
            </a:r>
            <a:r>
              <a:rPr lang="sv-SE" sz="105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0688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12D1DD7-E3CF-453B-93B7-3BC1148A6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sv-SE" dirty="0"/>
              <a:t>Nefron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878C39D-914F-4BE9-9ACE-31B98FE53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6195784" cy="3450613"/>
          </a:xfrm>
        </p:spPr>
        <p:txBody>
          <a:bodyPr>
            <a:normAutofit/>
          </a:bodyPr>
          <a:lstStyle/>
          <a:p>
            <a:r>
              <a:rPr lang="sv-SE" i="1" dirty="0"/>
              <a:t>Njurens funktionella enhet</a:t>
            </a:r>
            <a:endParaRPr lang="sv-SE" dirty="0"/>
          </a:p>
          <a:p>
            <a:r>
              <a:rPr lang="sv-SE" dirty="0"/>
              <a:t>Upp till en miljon per njure</a:t>
            </a:r>
          </a:p>
          <a:p>
            <a:r>
              <a:rPr lang="sv-SE" dirty="0"/>
              <a:t>Här bildas urin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Färdig urin samlas i njurbäckenet (Grekiska </a:t>
            </a:r>
            <a:r>
              <a:rPr lang="sv-SE" i="1" dirty="0" err="1"/>
              <a:t>pelvis</a:t>
            </a:r>
            <a:r>
              <a:rPr lang="sv-SE" i="1" dirty="0"/>
              <a:t> </a:t>
            </a:r>
            <a:r>
              <a:rPr lang="sv-SE" i="1" dirty="0" err="1"/>
              <a:t>renalis</a:t>
            </a:r>
            <a:r>
              <a:rPr lang="sv-SE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Transporteras via urinledaren (Grekiska </a:t>
            </a:r>
            <a:r>
              <a:rPr lang="sv-SE" i="1" dirty="0" err="1"/>
              <a:t>ureter</a:t>
            </a:r>
            <a:r>
              <a:rPr lang="sv-SE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Tillfällig förvaring i urinblåsan (latin </a:t>
            </a:r>
            <a:r>
              <a:rPr lang="sv-SE" i="1" dirty="0" err="1"/>
              <a:t>vesica</a:t>
            </a:r>
            <a:r>
              <a:rPr lang="sv-SE" i="1" dirty="0"/>
              <a:t> urinaria</a:t>
            </a:r>
            <a:r>
              <a:rPr lang="sv-SE" dirty="0"/>
              <a:t>)</a:t>
            </a:r>
          </a:p>
          <a:p>
            <a:pPr marL="457200" indent="-457200">
              <a:buFont typeface="+mj-lt"/>
              <a:buAutoNum type="arabicPeriod"/>
            </a:pPr>
            <a:endParaRPr lang="sv-SE" dirty="0"/>
          </a:p>
        </p:txBody>
      </p:sp>
      <p:pic>
        <p:nvPicPr>
          <p:cNvPr id="1026" name="Picture 2" descr="Så fungerar njurar och urinvägar - 1177 Vårdguiden">
            <a:extLst>
              <a:ext uri="{FF2B5EF4-FFF2-40B4-BE49-F238E27FC236}">
                <a16:creationId xmlns:a16="http://schemas.microsoft.com/office/drawing/2014/main" id="{8B0F76DA-436B-2D42-9C9F-5AF0AAF8A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39102" y="2465891"/>
            <a:ext cx="3515752" cy="2339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138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9238AD3-9D6E-7345-BB3A-01B5D0BC8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sv-SE" sz="1800"/>
              <a:t>Hur mäter man funktionsnedsättning</a:t>
            </a:r>
            <a:br>
              <a:rPr lang="sv-SE" sz="1800"/>
            </a:br>
            <a:br>
              <a:rPr lang="sv-SE" sz="1800"/>
            </a:br>
            <a:r>
              <a:rPr lang="sv-SE" sz="1200">
                <a:latin typeface="Cambria" panose="02040503050406030204" pitchFamily="18" charset="0"/>
              </a:rPr>
              <a:t>Ultraljud→ [Njursten], hydronefros (vidgning av njurbäckenet), och [cystor].</a:t>
            </a:r>
            <a:br>
              <a:rPr lang="sv-SE" sz="1000"/>
            </a:br>
            <a:endParaRPr lang="sv-SE" sz="1000"/>
          </a:p>
        </p:txBody>
      </p: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pic>
        <p:nvPicPr>
          <p:cNvPr id="12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Platshållare för innehåll 2">
            <a:extLst>
              <a:ext uri="{FF2B5EF4-FFF2-40B4-BE49-F238E27FC236}">
                <a16:creationId xmlns:a16="http://schemas.microsoft.com/office/drawing/2014/main" id="{2468248C-1D10-7A79-C36D-6F298EF747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9328299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70291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2" name="Rectangle 70">
            <a:extLst>
              <a:ext uri="{FF2B5EF4-FFF2-40B4-BE49-F238E27FC236}">
                <a16:creationId xmlns:a16="http://schemas.microsoft.com/office/drawing/2014/main" id="{021A4066-B261-49FE-952E-A0FE3EE75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53" name="Straight Connector 72">
            <a:extLst>
              <a:ext uri="{FF2B5EF4-FFF2-40B4-BE49-F238E27FC236}">
                <a16:creationId xmlns:a16="http://schemas.microsoft.com/office/drawing/2014/main" id="{381B4579-E2EA-4BD7-94FF-0A0BEE135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353088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Rubrik 1">
            <a:extLst>
              <a:ext uri="{FF2B5EF4-FFF2-40B4-BE49-F238E27FC236}">
                <a16:creationId xmlns:a16="http://schemas.microsoft.com/office/drawing/2014/main" id="{4AA420E6-14E3-9C4B-973D-688A96434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3530157" cy="1049235"/>
          </a:xfrm>
        </p:spPr>
        <p:txBody>
          <a:bodyPr>
            <a:normAutofit/>
          </a:bodyPr>
          <a:lstStyle/>
          <a:p>
            <a:r>
              <a:rPr lang="sv-SE"/>
              <a:t>Njursjukdomar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1958111-BC13-4D45-AB27-0C2C83F9B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9A2D967-F2D7-E946-9E46-124D570BB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3526523" cy="34506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sv-SE" sz="1700"/>
              <a:t>Njurfunktionen avtar med åldern</a:t>
            </a:r>
          </a:p>
          <a:p>
            <a:pPr>
              <a:lnSpc>
                <a:spcPct val="110000"/>
              </a:lnSpc>
            </a:pPr>
            <a:r>
              <a:rPr lang="sv-SE" sz="1700"/>
              <a:t>Njurskador upptäcks ofta sent</a:t>
            </a:r>
          </a:p>
          <a:p>
            <a:pPr>
              <a:lnSpc>
                <a:spcPct val="110000"/>
              </a:lnSpc>
            </a:pPr>
            <a:r>
              <a:rPr lang="sv-SE" sz="1700"/>
              <a:t>Njursvikt (80-90% förlorad funktion)</a:t>
            </a:r>
          </a:p>
          <a:p>
            <a:pPr>
              <a:lnSpc>
                <a:spcPct val="110000"/>
              </a:lnSpc>
            </a:pPr>
            <a:r>
              <a:rPr lang="sv-SE" sz="1700"/>
              <a:t>Njurarnas kapacitet att rena blodet är mer än dubbelt är vad som krävs</a:t>
            </a:r>
          </a:p>
          <a:p>
            <a:pPr lvl="1">
              <a:lnSpc>
                <a:spcPct val="110000"/>
              </a:lnSpc>
            </a:pPr>
            <a:r>
              <a:rPr lang="sv-SE" sz="1700"/>
              <a:t>Man klarar sig med en njure!</a:t>
            </a:r>
          </a:p>
          <a:p>
            <a:pPr lvl="1">
              <a:lnSpc>
                <a:spcPct val="110000"/>
              </a:lnSpc>
            </a:pPr>
            <a:endParaRPr lang="sv-SE" sz="1700"/>
          </a:p>
          <a:p>
            <a:pPr>
              <a:lnSpc>
                <a:spcPct val="110000"/>
              </a:lnSpc>
            </a:pPr>
            <a:endParaRPr lang="sv-SE" sz="1700"/>
          </a:p>
          <a:p>
            <a:pPr>
              <a:lnSpc>
                <a:spcPct val="110000"/>
              </a:lnSpc>
            </a:pPr>
            <a:endParaRPr lang="sv-SE" sz="170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82188758-E18A-4CE5-9D03-F4BF5D887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0131" y="482171"/>
            <a:ext cx="6091791" cy="5149101"/>
            <a:chOff x="5446003" y="583365"/>
            <a:chExt cx="6091790" cy="5181928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821513DD-C15F-4381-AEA6-ED9E5E218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46003" y="583365"/>
              <a:ext cx="6091790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CED2DE01-7F43-4858-85FC-27022DA78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64828" y="915807"/>
              <a:ext cx="54617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50" name="Picture 2" descr="Polycystisk njursjukdom (autosomalt dominant polycystisk njursjukdom,  ADPKD) - Netdoktor">
            <a:extLst>
              <a:ext uri="{FF2B5EF4-FFF2-40B4-BE49-F238E27FC236}">
                <a16:creationId xmlns:a16="http://schemas.microsoft.com/office/drawing/2014/main" id="{FA96ABE5-D02C-8D4D-BBB9-F17FEA8D59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22" r="4045" b="-1"/>
          <a:stretch/>
        </p:blipFill>
        <p:spPr bwMode="auto">
          <a:xfrm>
            <a:off x="6093926" y="1116345"/>
            <a:ext cx="4821551" cy="386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D42F4933-2ECF-4EE5-BCE4-F19E3CA60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6FAC23C-014D-4AC5-AD1B-36F7D0E7E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8815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B4E3523-933C-4A65-8A5D-BAA4E1E54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Källor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2C948D5-3CBF-4B3C-9847-4886EB560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err="1"/>
              <a:t>Webkällor</a:t>
            </a:r>
            <a:endParaRPr lang="en-US" b="1"/>
          </a:p>
          <a:p>
            <a:r>
              <a:rPr lang="en-US" err="1">
                <a:hlinkClick r:id="rId2"/>
              </a:rPr>
              <a:t>Njurar</a:t>
            </a:r>
            <a:r>
              <a:rPr lang="en-US">
                <a:hlinkClick r:id="rId2"/>
              </a:rPr>
              <a:t> </a:t>
            </a:r>
            <a:r>
              <a:rPr lang="en-US" err="1">
                <a:hlinkClick r:id="rId2"/>
              </a:rPr>
              <a:t>och</a:t>
            </a:r>
            <a:r>
              <a:rPr lang="en-US">
                <a:hlinkClick r:id="rId2"/>
              </a:rPr>
              <a:t> </a:t>
            </a:r>
            <a:r>
              <a:rPr lang="en-US" err="1">
                <a:hlinkClick r:id="rId2"/>
              </a:rPr>
              <a:t>urinvagar</a:t>
            </a:r>
            <a:r>
              <a:rPr lang="en-US">
                <a:hlinkClick r:id="rId2"/>
              </a:rPr>
              <a:t> (</a:t>
            </a:r>
            <a:r>
              <a:rPr lang="en-US" i="1">
                <a:hlinkClick r:id="rId2"/>
              </a:rPr>
              <a:t>1177</a:t>
            </a:r>
            <a:r>
              <a:rPr lang="en-US">
                <a:hlinkClick r:id="rId2"/>
              </a:rPr>
              <a:t>)</a:t>
            </a:r>
            <a:r>
              <a:rPr lang="en-US"/>
              <a:t> (</a:t>
            </a:r>
            <a:r>
              <a:rPr lang="en-US" err="1"/>
              <a:t>hämtad</a:t>
            </a:r>
            <a:r>
              <a:rPr lang="en-US"/>
              <a:t> 2022-03-22)</a:t>
            </a:r>
          </a:p>
          <a:p>
            <a:r>
              <a:rPr lang="en-US">
                <a:hlinkClick r:id="rId3"/>
              </a:rPr>
              <a:t>Kidney</a:t>
            </a:r>
            <a:r>
              <a:rPr lang="en-US" i="1">
                <a:hlinkClick r:id="rId3"/>
              </a:rPr>
              <a:t> </a:t>
            </a:r>
            <a:r>
              <a:rPr lang="en-US">
                <a:hlinkClick r:id="rId3"/>
              </a:rPr>
              <a:t>(</a:t>
            </a:r>
            <a:r>
              <a:rPr lang="en-US" i="1">
                <a:hlinkClick r:id="rId3"/>
              </a:rPr>
              <a:t>Wikipedia</a:t>
            </a:r>
            <a:r>
              <a:rPr lang="en-US">
                <a:hlinkClick r:id="rId3"/>
              </a:rPr>
              <a:t>)</a:t>
            </a:r>
            <a:r>
              <a:rPr lang="en-US"/>
              <a:t> (</a:t>
            </a:r>
            <a:r>
              <a:rPr lang="en-US" err="1"/>
              <a:t>hämtad</a:t>
            </a:r>
            <a:r>
              <a:rPr lang="en-US"/>
              <a:t> 2022-03-22)</a:t>
            </a:r>
            <a:endParaRPr lang="en-US" i="1"/>
          </a:p>
          <a:p>
            <a:r>
              <a:rPr lang="sv-SE">
                <a:hlinkClick r:id="rId4"/>
              </a:rPr>
              <a:t>Njurar och </a:t>
            </a:r>
            <a:r>
              <a:rPr lang="sv-SE" err="1">
                <a:hlinkClick r:id="rId4"/>
              </a:rPr>
              <a:t>urinblasa</a:t>
            </a:r>
            <a:r>
              <a:rPr lang="sv-SE">
                <a:hlinkClick r:id="rId4"/>
              </a:rPr>
              <a:t> (</a:t>
            </a:r>
            <a:r>
              <a:rPr lang="sv-SE" i="1" err="1">
                <a:hlinkClick r:id="rId4"/>
              </a:rPr>
              <a:t>Rontgen</a:t>
            </a:r>
            <a:r>
              <a:rPr lang="sv-SE">
                <a:hlinkClick r:id="rId4"/>
              </a:rPr>
              <a:t>)</a:t>
            </a:r>
            <a:r>
              <a:rPr lang="en-US"/>
              <a:t> (</a:t>
            </a:r>
            <a:r>
              <a:rPr lang="en-US" err="1"/>
              <a:t>hämtad</a:t>
            </a:r>
            <a:r>
              <a:rPr lang="en-US"/>
              <a:t> 2022-03-22)</a:t>
            </a:r>
          </a:p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10196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26DB677-F5EB-4A0E-AFF5-D72754B29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TACK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BD939EF-38D3-41B5-9D8A-E60272222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Tor </a:t>
            </a:r>
            <a:r>
              <a:rPr lang="en-US" err="1"/>
              <a:t>Modin</a:t>
            </a:r>
            <a:br>
              <a:rPr lang="en-US"/>
            </a:br>
            <a:r>
              <a:rPr lang="en-US">
                <a:hlinkClick r:id="rId2"/>
              </a:rPr>
              <a:t>torm@kth.se</a:t>
            </a:r>
            <a:r>
              <a:rPr lang="en-US"/>
              <a:t> </a:t>
            </a:r>
          </a:p>
          <a:p>
            <a:endParaRPr lang="en-US"/>
          </a:p>
          <a:p>
            <a:r>
              <a:rPr lang="en-US"/>
              <a:t>Sahand Khodabandehloo</a:t>
            </a:r>
            <a:br>
              <a:rPr lang="en-US"/>
            </a:br>
            <a:r>
              <a:rPr lang="en-US">
                <a:hlinkClick r:id="rId3"/>
              </a:rPr>
              <a:t>sahandkh@kth.se</a:t>
            </a:r>
            <a:r>
              <a:rPr lang="en-US"/>
              <a:t> 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5642158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i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TM10001114[[fn=Galleri]]</Template>
  <TotalTime>0</TotalTime>
  <Words>370</Words>
  <Application>Microsoft Office PowerPoint</Application>
  <PresentationFormat>Bredbild</PresentationFormat>
  <Paragraphs>54</Paragraphs>
  <Slides>8</Slides>
  <Notes>2</Notes>
  <HiddenSlides>0</HiddenSlides>
  <MMClips>0</MMClips>
  <ScaleCrop>false</ScaleCrop>
  <HeadingPairs>
    <vt:vector size="6" baseType="variant">
      <vt:variant>
        <vt:lpstr>Använt teckensnitt</vt:lpstr>
      </vt:variant>
      <vt:variant>
        <vt:i4>6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8</vt:i4>
      </vt:variant>
    </vt:vector>
  </HeadingPairs>
  <TitlesOfParts>
    <vt:vector size="15" baseType="lpstr">
      <vt:lpstr>Arial</vt:lpstr>
      <vt:lpstr>Calibri</vt:lpstr>
      <vt:lpstr>Cambria</vt:lpstr>
      <vt:lpstr>Cambria Math</vt:lpstr>
      <vt:lpstr>Gill Sans MT</vt:lpstr>
      <vt:lpstr>Wingdings</vt:lpstr>
      <vt:lpstr>Galleri</vt:lpstr>
      <vt:lpstr>Njuren</vt:lpstr>
      <vt:lpstr>Njurfunktionen</vt:lpstr>
      <vt:lpstr>Anatomi</vt:lpstr>
      <vt:lpstr>Nefron</vt:lpstr>
      <vt:lpstr>Hur mäter man funktionsnedsättning  Ultraljud→ [Njursten], hydronefros (vidgning av njurbäckenet), och [cystor]. </vt:lpstr>
      <vt:lpstr>Njursjukdomar</vt:lpstr>
      <vt:lpstr>Källor</vt:lpstr>
      <vt:lpstr>TACK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Sahand Khodabandehloo</dc:creator>
  <cp:lastModifiedBy>Sahand Khodabandehloo</cp:lastModifiedBy>
  <cp:revision>1</cp:revision>
  <dcterms:created xsi:type="dcterms:W3CDTF">2022-03-09T10:46:24Z</dcterms:created>
  <dcterms:modified xsi:type="dcterms:W3CDTF">2022-03-23T11:10:14Z</dcterms:modified>
</cp:coreProperties>
</file>