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7"/>
  </p:notesMasterIdLst>
  <p:handoutMasterIdLst>
    <p:handoutMasterId r:id="rId18"/>
  </p:handoutMasterIdLst>
  <p:sldIdLst>
    <p:sldId id="256" r:id="rId2"/>
    <p:sldId id="262" r:id="rId3"/>
    <p:sldId id="277" r:id="rId4"/>
    <p:sldId id="269" r:id="rId5"/>
    <p:sldId id="276" r:id="rId6"/>
    <p:sldId id="270" r:id="rId7"/>
    <p:sldId id="264" r:id="rId8"/>
    <p:sldId id="273" r:id="rId9"/>
    <p:sldId id="263" r:id="rId10"/>
    <p:sldId id="275" r:id="rId11"/>
    <p:sldId id="266" r:id="rId12"/>
    <p:sldId id="267" r:id="rId13"/>
    <p:sldId id="268" r:id="rId14"/>
    <p:sldId id="278" r:id="rId15"/>
    <p:sldId id="260" r:id="rId16"/>
  </p:sldIdLst>
  <p:sldSz cx="12192000" cy="6858000"/>
  <p:notesSz cx="6858000" cy="9144000"/>
  <p:defaultTextStyle>
    <a:defPPr rtl="0">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2AE7E9-7C49-4D57-B3AA-17FD70D3A0B1}" v="494" dt="2022-03-23T14:45:58.116"/>
    <p1510:client id="{CD46F305-A3DA-4492-A4FE-F94250698AC8}" v="2" dt="2022-03-23T12:23:58.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 modin" userId="5de60e9d544f81f5" providerId="Windows Live" clId="Web-{067209F9-0DD5-4A9E-8073-10323697E1B8}"/>
    <pc:docChg chg="addSld modSld">
      <pc:chgData name="tor modin" userId="5de60e9d544f81f5" providerId="Windows Live" clId="Web-{067209F9-0DD5-4A9E-8073-10323697E1B8}" dt="2022-02-28T15:24:06.420" v="79"/>
      <pc:docMkLst>
        <pc:docMk/>
      </pc:docMkLst>
      <pc:sldChg chg="addSp delSp modSp">
        <pc:chgData name="tor modin" userId="5de60e9d544f81f5" providerId="Windows Live" clId="Web-{067209F9-0DD5-4A9E-8073-10323697E1B8}" dt="2022-02-28T14:03:15.515" v="66" actId="1076"/>
        <pc:sldMkLst>
          <pc:docMk/>
          <pc:sldMk cId="4051653810" sldId="267"/>
        </pc:sldMkLst>
        <pc:spChg chg="mod">
          <ac:chgData name="tor modin" userId="5de60e9d544f81f5" providerId="Windows Live" clId="Web-{067209F9-0DD5-4A9E-8073-10323697E1B8}" dt="2022-02-28T13:35:05.573" v="0" actId="20577"/>
          <ac:spMkLst>
            <pc:docMk/>
            <pc:sldMk cId="4051653810" sldId="267"/>
            <ac:spMk id="3" creationId="{3FDB79A0-312A-48B7-B178-9EB5F00BBA6A}"/>
          </ac:spMkLst>
        </pc:spChg>
        <pc:picChg chg="add mod ord">
          <ac:chgData name="tor modin" userId="5de60e9d544f81f5" providerId="Windows Live" clId="Web-{067209F9-0DD5-4A9E-8073-10323697E1B8}" dt="2022-02-28T14:03:10.811" v="64" actId="1076"/>
          <ac:picMkLst>
            <pc:docMk/>
            <pc:sldMk cId="4051653810" sldId="267"/>
            <ac:picMk id="4" creationId="{C1FCA9FA-3328-4DAB-AAED-17B7EBB1AF9A}"/>
          </ac:picMkLst>
        </pc:picChg>
        <pc:picChg chg="add mod">
          <ac:chgData name="tor modin" userId="5de60e9d544f81f5" providerId="Windows Live" clId="Web-{067209F9-0DD5-4A9E-8073-10323697E1B8}" dt="2022-02-28T14:03:15.515" v="66" actId="1076"/>
          <ac:picMkLst>
            <pc:docMk/>
            <pc:sldMk cId="4051653810" sldId="267"/>
            <ac:picMk id="5" creationId="{995091CA-DA31-4B30-A18F-AB342FF0D6E1}"/>
          </ac:picMkLst>
        </pc:picChg>
        <pc:picChg chg="add mod">
          <ac:chgData name="tor modin" userId="5de60e9d544f81f5" providerId="Windows Live" clId="Web-{067209F9-0DD5-4A9E-8073-10323697E1B8}" dt="2022-02-28T14:02:10.355" v="45" actId="1076"/>
          <ac:picMkLst>
            <pc:docMk/>
            <pc:sldMk cId="4051653810" sldId="267"/>
            <ac:picMk id="6" creationId="{1DDF3CA7-E721-4EBC-9403-0B68673AFAB7}"/>
          </ac:picMkLst>
        </pc:picChg>
        <pc:picChg chg="add mod">
          <ac:chgData name="tor modin" userId="5de60e9d544f81f5" providerId="Windows Live" clId="Web-{067209F9-0DD5-4A9E-8073-10323697E1B8}" dt="2022-02-28T14:03:00.014" v="60" actId="1076"/>
          <ac:picMkLst>
            <pc:docMk/>
            <pc:sldMk cId="4051653810" sldId="267"/>
            <ac:picMk id="7" creationId="{DCBB2B8A-F175-454B-8F48-553344175B13}"/>
          </ac:picMkLst>
        </pc:picChg>
        <pc:picChg chg="add mod">
          <ac:chgData name="tor modin" userId="5de60e9d544f81f5" providerId="Windows Live" clId="Web-{067209F9-0DD5-4A9E-8073-10323697E1B8}" dt="2022-02-28T14:02:53.482" v="57" actId="1076"/>
          <ac:picMkLst>
            <pc:docMk/>
            <pc:sldMk cId="4051653810" sldId="267"/>
            <ac:picMk id="8" creationId="{5F15FF15-FEAD-49AB-B757-226DF2051E3E}"/>
          </ac:picMkLst>
        </pc:picChg>
        <pc:picChg chg="add mod">
          <ac:chgData name="tor modin" userId="5de60e9d544f81f5" providerId="Windows Live" clId="Web-{067209F9-0DD5-4A9E-8073-10323697E1B8}" dt="2022-02-28T14:02:55.295" v="58" actId="1076"/>
          <ac:picMkLst>
            <pc:docMk/>
            <pc:sldMk cId="4051653810" sldId="267"/>
            <ac:picMk id="9" creationId="{69FA642F-443E-4CCB-867C-3E45D7D79E3D}"/>
          </ac:picMkLst>
        </pc:picChg>
        <pc:picChg chg="add mod">
          <ac:chgData name="tor modin" userId="5de60e9d544f81f5" providerId="Windows Live" clId="Web-{067209F9-0DD5-4A9E-8073-10323697E1B8}" dt="2022-02-28T14:01:53.072" v="39" actId="1076"/>
          <ac:picMkLst>
            <pc:docMk/>
            <pc:sldMk cId="4051653810" sldId="267"/>
            <ac:picMk id="10" creationId="{8EAEEA0E-0ED4-410F-AEC7-29E0ED811B3B}"/>
          </ac:picMkLst>
        </pc:picChg>
        <pc:picChg chg="add mod">
          <ac:chgData name="tor modin" userId="5de60e9d544f81f5" providerId="Windows Live" clId="Web-{067209F9-0DD5-4A9E-8073-10323697E1B8}" dt="2022-02-28T14:01:49.322" v="38" actId="1076"/>
          <ac:picMkLst>
            <pc:docMk/>
            <pc:sldMk cId="4051653810" sldId="267"/>
            <ac:picMk id="11" creationId="{1BA29033-4F78-46A2-928C-140D7CA9B5EB}"/>
          </ac:picMkLst>
        </pc:picChg>
        <pc:picChg chg="add del mod">
          <ac:chgData name="tor modin" userId="5de60e9d544f81f5" providerId="Windows Live" clId="Web-{067209F9-0DD5-4A9E-8073-10323697E1B8}" dt="2022-02-28T13:45:18.921" v="26"/>
          <ac:picMkLst>
            <pc:docMk/>
            <pc:sldMk cId="4051653810" sldId="267"/>
            <ac:picMk id="12" creationId="{C61C7E9C-F5D4-44E4-AD46-6518DBA29FDA}"/>
          </ac:picMkLst>
        </pc:picChg>
        <pc:picChg chg="add mod">
          <ac:chgData name="tor modin" userId="5de60e9d544f81f5" providerId="Windows Live" clId="Web-{067209F9-0DD5-4A9E-8073-10323697E1B8}" dt="2022-02-28T14:03:03.483" v="61" actId="1076"/>
          <ac:picMkLst>
            <pc:docMk/>
            <pc:sldMk cId="4051653810" sldId="267"/>
            <ac:picMk id="13" creationId="{4E72E9AE-CFD5-4604-A691-D0BA013E30E2}"/>
          </ac:picMkLst>
        </pc:picChg>
        <pc:picChg chg="add mod">
          <ac:chgData name="tor modin" userId="5de60e9d544f81f5" providerId="Windows Live" clId="Web-{067209F9-0DD5-4A9E-8073-10323697E1B8}" dt="2022-02-28T14:01:43.275" v="36" actId="1076"/>
          <ac:picMkLst>
            <pc:docMk/>
            <pc:sldMk cId="4051653810" sldId="267"/>
            <ac:picMk id="14" creationId="{79F4B482-1C29-4299-AD40-CFB00D770E57}"/>
          </ac:picMkLst>
        </pc:picChg>
        <pc:picChg chg="add mod">
          <ac:chgData name="tor modin" userId="5de60e9d544f81f5" providerId="Windows Live" clId="Web-{067209F9-0DD5-4A9E-8073-10323697E1B8}" dt="2022-02-28T14:03:05.420" v="62" actId="1076"/>
          <ac:picMkLst>
            <pc:docMk/>
            <pc:sldMk cId="4051653810" sldId="267"/>
            <ac:picMk id="15" creationId="{2B012393-538A-44EA-8FA2-05E6184D4A1E}"/>
          </ac:picMkLst>
        </pc:picChg>
        <pc:picChg chg="add mod">
          <ac:chgData name="tor modin" userId="5de60e9d544f81f5" providerId="Windows Live" clId="Web-{067209F9-0DD5-4A9E-8073-10323697E1B8}" dt="2022-02-28T14:03:13.233" v="65" actId="1076"/>
          <ac:picMkLst>
            <pc:docMk/>
            <pc:sldMk cId="4051653810" sldId="267"/>
            <ac:picMk id="16" creationId="{F217F833-0DD1-4604-A601-4F7FA2A95909}"/>
          </ac:picMkLst>
        </pc:picChg>
      </pc:sldChg>
      <pc:sldChg chg="addSp delSp modSp new">
        <pc:chgData name="tor modin" userId="5de60e9d544f81f5" providerId="Windows Live" clId="Web-{067209F9-0DD5-4A9E-8073-10323697E1B8}" dt="2022-02-28T14:16:37.936" v="76" actId="20577"/>
        <pc:sldMkLst>
          <pc:docMk/>
          <pc:sldMk cId="4009427520" sldId="268"/>
        </pc:sldMkLst>
        <pc:spChg chg="mod">
          <ac:chgData name="tor modin" userId="5de60e9d544f81f5" providerId="Windows Live" clId="Web-{067209F9-0DD5-4A9E-8073-10323697E1B8}" dt="2022-02-28T14:16:37.936" v="76" actId="20577"/>
          <ac:spMkLst>
            <pc:docMk/>
            <pc:sldMk cId="4009427520" sldId="268"/>
            <ac:spMk id="2" creationId="{1BBD972B-B274-44A4-9018-BD423775B4EA}"/>
          </ac:spMkLst>
        </pc:spChg>
        <pc:spChg chg="del">
          <ac:chgData name="tor modin" userId="5de60e9d544f81f5" providerId="Windows Live" clId="Web-{067209F9-0DD5-4A9E-8073-10323697E1B8}" dt="2022-02-28T14:16:26.654" v="68"/>
          <ac:spMkLst>
            <pc:docMk/>
            <pc:sldMk cId="4009427520" sldId="268"/>
            <ac:spMk id="3" creationId="{A7DF3226-6D14-41D6-BE00-436910F18B30}"/>
          </ac:spMkLst>
        </pc:spChg>
        <pc:picChg chg="add mod ord">
          <ac:chgData name="tor modin" userId="5de60e9d544f81f5" providerId="Windows Live" clId="Web-{067209F9-0DD5-4A9E-8073-10323697E1B8}" dt="2022-02-28T14:16:31.842" v="69" actId="14100"/>
          <ac:picMkLst>
            <pc:docMk/>
            <pc:sldMk cId="4009427520" sldId="268"/>
            <ac:picMk id="4" creationId="{A780AC25-A418-4C0C-BADB-4B2655F03BD8}"/>
          </ac:picMkLst>
        </pc:picChg>
      </pc:sldChg>
      <pc:sldChg chg="addSp delSp modSp new">
        <pc:chgData name="tor modin" userId="5de60e9d544f81f5" providerId="Windows Live" clId="Web-{067209F9-0DD5-4A9E-8073-10323697E1B8}" dt="2022-02-28T15:24:06.420" v="79"/>
        <pc:sldMkLst>
          <pc:docMk/>
          <pc:sldMk cId="4276114735" sldId="269"/>
        </pc:sldMkLst>
        <pc:spChg chg="del">
          <ac:chgData name="tor modin" userId="5de60e9d544f81f5" providerId="Windows Live" clId="Web-{067209F9-0DD5-4A9E-8073-10323697E1B8}" dt="2022-02-28T15:19:13.477" v="78"/>
          <ac:spMkLst>
            <pc:docMk/>
            <pc:sldMk cId="4276114735" sldId="269"/>
            <ac:spMk id="3" creationId="{D5465400-DA84-435A-A55F-7C933ACFB1EF}"/>
          </ac:spMkLst>
        </pc:spChg>
        <pc:spChg chg="del">
          <ac:chgData name="tor modin" userId="5de60e9d544f81f5" providerId="Windows Live" clId="Web-{067209F9-0DD5-4A9E-8073-10323697E1B8}" dt="2022-02-28T15:24:06.420" v="79"/>
          <ac:spMkLst>
            <pc:docMk/>
            <pc:sldMk cId="4276114735" sldId="269"/>
            <ac:spMk id="4" creationId="{3DE3AAD0-68D8-418B-B41E-006DCB92EE29}"/>
          </ac:spMkLst>
        </pc:spChg>
        <pc:picChg chg="add mod ord">
          <ac:chgData name="tor modin" userId="5de60e9d544f81f5" providerId="Windows Live" clId="Web-{067209F9-0DD5-4A9E-8073-10323697E1B8}" dt="2022-02-28T15:19:13.477" v="78"/>
          <ac:picMkLst>
            <pc:docMk/>
            <pc:sldMk cId="4276114735" sldId="269"/>
            <ac:picMk id="5" creationId="{508BA3E1-BD5C-4E83-86EC-DA49CBE1E5DB}"/>
          </ac:picMkLst>
        </pc:picChg>
        <pc:picChg chg="add mod ord">
          <ac:chgData name="tor modin" userId="5de60e9d544f81f5" providerId="Windows Live" clId="Web-{067209F9-0DD5-4A9E-8073-10323697E1B8}" dt="2022-02-28T15:24:06.420" v="79"/>
          <ac:picMkLst>
            <pc:docMk/>
            <pc:sldMk cId="4276114735" sldId="269"/>
            <ac:picMk id="6" creationId="{CE167EAC-3848-4977-BD72-24F428928B8A}"/>
          </ac:picMkLst>
        </pc:picChg>
      </pc:sldChg>
    </pc:docChg>
  </pc:docChgLst>
  <pc:docChgLst>
    <pc:chgData name="tor modin" userId="5de60e9d544f81f5" providerId="Windows Live" clId="Web-{1814CBEA-A591-4CEF-B5AD-3CB9422C313F}"/>
    <pc:docChg chg="modSld">
      <pc:chgData name="tor modin" userId="5de60e9d544f81f5" providerId="Windows Live" clId="Web-{1814CBEA-A591-4CEF-B5AD-3CB9422C313F}" dt="2022-03-22T12:19:27.241" v="55" actId="20577"/>
      <pc:docMkLst>
        <pc:docMk/>
      </pc:docMkLst>
      <pc:sldChg chg="modSp">
        <pc:chgData name="tor modin" userId="5de60e9d544f81f5" providerId="Windows Live" clId="Web-{1814CBEA-A591-4CEF-B5AD-3CB9422C313F}" dt="2022-03-22T12:19:27.241" v="55" actId="20577"/>
        <pc:sldMkLst>
          <pc:docMk/>
          <pc:sldMk cId="2591522528" sldId="263"/>
        </pc:sldMkLst>
        <pc:spChg chg="mod">
          <ac:chgData name="tor modin" userId="5de60e9d544f81f5" providerId="Windows Live" clId="Web-{1814CBEA-A591-4CEF-B5AD-3CB9422C313F}" dt="2022-03-22T12:19:27.241" v="55" actId="20577"/>
          <ac:spMkLst>
            <pc:docMk/>
            <pc:sldMk cId="2591522528" sldId="263"/>
            <ac:spMk id="3" creationId="{083E6DC2-BC65-42DA-A1B9-65FAF6CAE42E}"/>
          </ac:spMkLst>
        </pc:spChg>
      </pc:sldChg>
      <pc:sldChg chg="modSp">
        <pc:chgData name="tor modin" userId="5de60e9d544f81f5" providerId="Windows Live" clId="Web-{1814CBEA-A591-4CEF-B5AD-3CB9422C313F}" dt="2022-03-22T12:17:37.849" v="35" actId="20577"/>
        <pc:sldMkLst>
          <pc:docMk/>
          <pc:sldMk cId="666790812" sldId="278"/>
        </pc:sldMkLst>
        <pc:spChg chg="mod">
          <ac:chgData name="tor modin" userId="5de60e9d544f81f5" providerId="Windows Live" clId="Web-{1814CBEA-A591-4CEF-B5AD-3CB9422C313F}" dt="2022-03-22T12:17:37.849" v="35" actId="20577"/>
          <ac:spMkLst>
            <pc:docMk/>
            <pc:sldMk cId="666790812" sldId="278"/>
            <ac:spMk id="3" creationId="{5767B233-6F82-4C57-A436-618F16CBB2C2}"/>
          </ac:spMkLst>
        </pc:spChg>
      </pc:sldChg>
    </pc:docChg>
  </pc:docChgLst>
  <pc:docChgLst>
    <pc:chgData name="Sahand Khodabandehloo" userId="cb03d64890cf78b3" providerId="LiveId" clId="{6CB6E7E1-1971-9542-AB32-7BAC525FC844}"/>
    <pc:docChg chg="undo custSel addSld delSld modSld">
      <pc:chgData name="Sahand Khodabandehloo" userId="cb03d64890cf78b3" providerId="LiveId" clId="{6CB6E7E1-1971-9542-AB32-7BAC525FC844}" dt="2022-03-21T14:22:46.699" v="336" actId="114"/>
      <pc:docMkLst>
        <pc:docMk/>
      </pc:docMkLst>
      <pc:sldChg chg="modSp">
        <pc:chgData name="Sahand Khodabandehloo" userId="cb03d64890cf78b3" providerId="LiveId" clId="{6CB6E7E1-1971-9542-AB32-7BAC525FC844}" dt="2022-03-21T12:49:54.424" v="62" actId="20577"/>
        <pc:sldMkLst>
          <pc:docMk/>
          <pc:sldMk cId="181987771" sldId="262"/>
        </pc:sldMkLst>
        <pc:spChg chg="mod">
          <ac:chgData name="Sahand Khodabandehloo" userId="cb03d64890cf78b3" providerId="LiveId" clId="{6CB6E7E1-1971-9542-AB32-7BAC525FC844}" dt="2022-03-21T12:49:54.424" v="62" actId="20577"/>
          <ac:spMkLst>
            <pc:docMk/>
            <pc:sldMk cId="181987771" sldId="262"/>
            <ac:spMk id="2" creationId="{A69278E0-259E-45F2-BD6B-53C76868065E}"/>
          </ac:spMkLst>
        </pc:spChg>
        <pc:spChg chg="mod">
          <ac:chgData name="Sahand Khodabandehloo" userId="cb03d64890cf78b3" providerId="LiveId" clId="{6CB6E7E1-1971-9542-AB32-7BAC525FC844}" dt="2022-03-21T12:48:52.708" v="52" actId="20577"/>
          <ac:spMkLst>
            <pc:docMk/>
            <pc:sldMk cId="181987771" sldId="262"/>
            <ac:spMk id="9" creationId="{D0BAA219-7E15-4298-8732-A9BAD7FE358B}"/>
          </ac:spMkLst>
        </pc:spChg>
      </pc:sldChg>
      <pc:sldChg chg="modSp">
        <pc:chgData name="Sahand Khodabandehloo" userId="cb03d64890cf78b3" providerId="LiveId" clId="{6CB6E7E1-1971-9542-AB32-7BAC525FC844}" dt="2022-03-21T14:22:46.699" v="336" actId="114"/>
        <pc:sldMkLst>
          <pc:docMk/>
          <pc:sldMk cId="1808750117" sldId="264"/>
        </pc:sldMkLst>
        <pc:spChg chg="mod">
          <ac:chgData name="Sahand Khodabandehloo" userId="cb03d64890cf78b3" providerId="LiveId" clId="{6CB6E7E1-1971-9542-AB32-7BAC525FC844}" dt="2022-03-21T14:22:46.699" v="336" actId="114"/>
          <ac:spMkLst>
            <pc:docMk/>
            <pc:sldMk cId="1808750117" sldId="264"/>
            <ac:spMk id="10" creationId="{E7531112-58B0-4622-9C72-0D9DB1D92B07}"/>
          </ac:spMkLst>
        </pc:spChg>
        <pc:spChg chg="mod">
          <ac:chgData name="Sahand Khodabandehloo" userId="cb03d64890cf78b3" providerId="LiveId" clId="{6CB6E7E1-1971-9542-AB32-7BAC525FC844}" dt="2022-03-21T13:13:26.317" v="150" actId="20577"/>
          <ac:spMkLst>
            <pc:docMk/>
            <pc:sldMk cId="1808750117" sldId="264"/>
            <ac:spMk id="12" creationId="{D40B15CF-379B-4814-B5D6-D5C7B81AE6E8}"/>
          </ac:spMkLst>
        </pc:spChg>
      </pc:sldChg>
      <pc:sldChg chg="modSp">
        <pc:chgData name="Sahand Khodabandehloo" userId="cb03d64890cf78b3" providerId="LiveId" clId="{6CB6E7E1-1971-9542-AB32-7BAC525FC844}" dt="2022-03-21T13:12:21.022" v="120" actId="20577"/>
        <pc:sldMkLst>
          <pc:docMk/>
          <pc:sldMk cId="4276114735" sldId="269"/>
        </pc:sldMkLst>
        <pc:spChg chg="mod">
          <ac:chgData name="Sahand Khodabandehloo" userId="cb03d64890cf78b3" providerId="LiveId" clId="{6CB6E7E1-1971-9542-AB32-7BAC525FC844}" dt="2022-03-21T13:12:21.022" v="120" actId="20577"/>
          <ac:spMkLst>
            <pc:docMk/>
            <pc:sldMk cId="4276114735" sldId="269"/>
            <ac:spMk id="2" creationId="{344B530D-CE49-49D3-8250-FFA15895E976}"/>
          </ac:spMkLst>
        </pc:spChg>
      </pc:sldChg>
      <pc:sldChg chg="modSp">
        <pc:chgData name="Sahand Khodabandehloo" userId="cb03d64890cf78b3" providerId="LiveId" clId="{6CB6E7E1-1971-9542-AB32-7BAC525FC844}" dt="2022-03-21T14:19:26.644" v="309" actId="20577"/>
        <pc:sldMkLst>
          <pc:docMk/>
          <pc:sldMk cId="43279297" sldId="270"/>
        </pc:sldMkLst>
        <pc:spChg chg="mod">
          <ac:chgData name="Sahand Khodabandehloo" userId="cb03d64890cf78b3" providerId="LiveId" clId="{6CB6E7E1-1971-9542-AB32-7BAC525FC844}" dt="2022-03-21T14:19:26.644" v="309" actId="20577"/>
          <ac:spMkLst>
            <pc:docMk/>
            <pc:sldMk cId="43279297" sldId="270"/>
            <ac:spMk id="3" creationId="{AE479A1E-49A1-4EE8-8DCB-CB45AC374A92}"/>
          </ac:spMkLst>
        </pc:spChg>
      </pc:sldChg>
      <pc:sldChg chg="modSp">
        <pc:chgData name="Sahand Khodabandehloo" userId="cb03d64890cf78b3" providerId="LiveId" clId="{6CB6E7E1-1971-9542-AB32-7BAC525FC844}" dt="2022-03-21T12:53:45.052" v="72" actId="20577"/>
        <pc:sldMkLst>
          <pc:docMk/>
          <pc:sldMk cId="3716388896" sldId="272"/>
        </pc:sldMkLst>
        <pc:spChg chg="mod">
          <ac:chgData name="Sahand Khodabandehloo" userId="cb03d64890cf78b3" providerId="LiveId" clId="{6CB6E7E1-1971-9542-AB32-7BAC525FC844}" dt="2022-03-21T12:53:45.052" v="72" actId="20577"/>
          <ac:spMkLst>
            <pc:docMk/>
            <pc:sldMk cId="3716388896" sldId="272"/>
            <ac:spMk id="2" creationId="{CB0CE285-125A-431A-96D0-6CAB67359260}"/>
          </ac:spMkLst>
        </pc:spChg>
      </pc:sldChg>
      <pc:sldChg chg="modSp">
        <pc:chgData name="Sahand Khodabandehloo" userId="cb03d64890cf78b3" providerId="LiveId" clId="{6CB6E7E1-1971-9542-AB32-7BAC525FC844}" dt="2022-03-21T13:05:35.091" v="112" actId="20577"/>
        <pc:sldMkLst>
          <pc:docMk/>
          <pc:sldMk cId="725314135" sldId="276"/>
        </pc:sldMkLst>
        <pc:spChg chg="mod">
          <ac:chgData name="Sahand Khodabandehloo" userId="cb03d64890cf78b3" providerId="LiveId" clId="{6CB6E7E1-1971-9542-AB32-7BAC525FC844}" dt="2022-03-21T13:05:35.091" v="112" actId="20577"/>
          <ac:spMkLst>
            <pc:docMk/>
            <pc:sldMk cId="725314135" sldId="276"/>
            <ac:spMk id="5" creationId="{53043012-DCD0-49CB-B91A-CCF8D4A0F295}"/>
          </ac:spMkLst>
        </pc:spChg>
      </pc:sldChg>
      <pc:sldChg chg="new del">
        <pc:chgData name="Sahand Khodabandehloo" userId="cb03d64890cf78b3" providerId="LiveId" clId="{6CB6E7E1-1971-9542-AB32-7BAC525FC844}" dt="2022-03-21T12:55:21.750" v="80" actId="2696"/>
        <pc:sldMkLst>
          <pc:docMk/>
          <pc:sldMk cId="3500073831" sldId="276"/>
        </pc:sldMkLst>
      </pc:sldChg>
      <pc:sldChg chg="new del">
        <pc:chgData name="Sahand Khodabandehloo" userId="cb03d64890cf78b3" providerId="LiveId" clId="{6CB6E7E1-1971-9542-AB32-7BAC525FC844}" dt="2022-03-21T13:21:33.073" v="152" actId="680"/>
        <pc:sldMkLst>
          <pc:docMk/>
          <pc:sldMk cId="4879625" sldId="277"/>
        </pc:sldMkLst>
      </pc:sldChg>
    </pc:docChg>
  </pc:docChgLst>
  <pc:docChgLst>
    <pc:chgData name="tor modin" userId="5de60e9d544f81f5" providerId="Windows Live" clId="Web-{D5D638CE-0CCD-46F9-822A-640BDAAD1BB1}"/>
    <pc:docChg chg="addSld modSld sldOrd">
      <pc:chgData name="tor modin" userId="5de60e9d544f81f5" providerId="Windows Live" clId="Web-{D5D638CE-0CCD-46F9-822A-640BDAAD1BB1}" dt="2022-02-23T14:46:29.672" v="412" actId="20577"/>
      <pc:docMkLst>
        <pc:docMk/>
      </pc:docMkLst>
      <pc:sldChg chg="modSp">
        <pc:chgData name="tor modin" userId="5de60e9d544f81f5" providerId="Windows Live" clId="Web-{D5D638CE-0CCD-46F9-822A-640BDAAD1BB1}" dt="2022-02-23T14:28:57.317" v="1" actId="20577"/>
        <pc:sldMkLst>
          <pc:docMk/>
          <pc:sldMk cId="1487700712" sldId="256"/>
        </pc:sldMkLst>
        <pc:spChg chg="mod">
          <ac:chgData name="tor modin" userId="5de60e9d544f81f5" providerId="Windows Live" clId="Web-{D5D638CE-0CCD-46F9-822A-640BDAAD1BB1}" dt="2022-02-23T14:28:57.317" v="1" actId="20577"/>
          <ac:spMkLst>
            <pc:docMk/>
            <pc:sldMk cId="1487700712" sldId="256"/>
            <ac:spMk id="2" creationId="{C02C5318-1A1E-49D0-B2E2-A4B0FA9E8A40}"/>
          </ac:spMkLst>
        </pc:spChg>
      </pc:sldChg>
      <pc:sldChg chg="ord">
        <pc:chgData name="tor modin" userId="5de60e9d544f81f5" providerId="Windows Live" clId="Web-{D5D638CE-0CCD-46F9-822A-640BDAAD1BB1}" dt="2022-02-23T14:31:05.086" v="11"/>
        <pc:sldMkLst>
          <pc:docMk/>
          <pc:sldMk cId="497607547" sldId="258"/>
        </pc:sldMkLst>
      </pc:sldChg>
      <pc:sldChg chg="ord">
        <pc:chgData name="tor modin" userId="5de60e9d544f81f5" providerId="Windows Live" clId="Web-{D5D638CE-0CCD-46F9-822A-640BDAAD1BB1}" dt="2022-02-23T14:31:00.367" v="10"/>
        <pc:sldMkLst>
          <pc:docMk/>
          <pc:sldMk cId="4209322005" sldId="259"/>
        </pc:sldMkLst>
      </pc:sldChg>
      <pc:sldChg chg="modSp modNotes">
        <pc:chgData name="tor modin" userId="5de60e9d544f81f5" providerId="Windows Live" clId="Web-{D5D638CE-0CCD-46F9-822A-640BDAAD1BB1}" dt="2022-02-23T14:46:29.672" v="412" actId="20577"/>
        <pc:sldMkLst>
          <pc:docMk/>
          <pc:sldMk cId="2591522528" sldId="263"/>
        </pc:sldMkLst>
        <pc:spChg chg="mod">
          <ac:chgData name="tor modin" userId="5de60e9d544f81f5" providerId="Windows Live" clId="Web-{D5D638CE-0CCD-46F9-822A-640BDAAD1BB1}" dt="2022-02-23T14:46:29.672" v="412" actId="20577"/>
          <ac:spMkLst>
            <pc:docMk/>
            <pc:sldMk cId="2591522528" sldId="263"/>
            <ac:spMk id="3" creationId="{083E6DC2-BC65-42DA-A1B9-65FAF6CAE42E}"/>
          </ac:spMkLst>
        </pc:spChg>
      </pc:sldChg>
      <pc:sldChg chg="addSp delSp modSp new">
        <pc:chgData name="tor modin" userId="5de60e9d544f81f5" providerId="Windows Live" clId="Web-{D5D638CE-0CCD-46F9-822A-640BDAAD1BB1}" dt="2022-02-23T14:37:26.299" v="60" actId="20577"/>
        <pc:sldMkLst>
          <pc:docMk/>
          <pc:sldMk cId="3394016038" sldId="265"/>
        </pc:sldMkLst>
        <pc:spChg chg="mod">
          <ac:chgData name="tor modin" userId="5de60e9d544f81f5" providerId="Windows Live" clId="Web-{D5D638CE-0CCD-46F9-822A-640BDAAD1BB1}" dt="2022-02-23T14:30:35.757" v="8" actId="20577"/>
          <ac:spMkLst>
            <pc:docMk/>
            <pc:sldMk cId="3394016038" sldId="265"/>
            <ac:spMk id="2" creationId="{81CD88CF-787E-4B5C-8CD0-8656DA2A4A88}"/>
          </ac:spMkLst>
        </pc:spChg>
        <pc:spChg chg="del">
          <ac:chgData name="tor modin" userId="5de60e9d544f81f5" providerId="Windows Live" clId="Web-{D5D638CE-0CCD-46F9-822A-640BDAAD1BB1}" dt="2022-02-23T14:33:24.949" v="20"/>
          <ac:spMkLst>
            <pc:docMk/>
            <pc:sldMk cId="3394016038" sldId="265"/>
            <ac:spMk id="3" creationId="{8FD0C849-A5A5-418F-9C6A-C2751A80FE76}"/>
          </ac:spMkLst>
        </pc:spChg>
        <pc:spChg chg="add mod">
          <ac:chgData name="tor modin" userId="5de60e9d544f81f5" providerId="Windows Live" clId="Web-{D5D638CE-0CCD-46F9-822A-640BDAAD1BB1}" dt="2022-02-23T14:37:26.299" v="60" actId="20577"/>
          <ac:spMkLst>
            <pc:docMk/>
            <pc:sldMk cId="3394016038" sldId="265"/>
            <ac:spMk id="6" creationId="{5BC3B6A2-B243-4793-BEBB-129CFCE2495E}"/>
          </ac:spMkLst>
        </pc:spChg>
        <pc:picChg chg="add mod ord">
          <ac:chgData name="tor modin" userId="5de60e9d544f81f5" providerId="Windows Live" clId="Web-{D5D638CE-0CCD-46F9-822A-640BDAAD1BB1}" dt="2022-02-23T14:34:53.279" v="23" actId="1076"/>
          <ac:picMkLst>
            <pc:docMk/>
            <pc:sldMk cId="3394016038" sldId="265"/>
            <ac:picMk id="4" creationId="{7AEE0DF9-4AFD-4879-922E-6F75E9675726}"/>
          </ac:picMkLst>
        </pc:picChg>
        <pc:picChg chg="add mod">
          <ac:chgData name="tor modin" userId="5de60e9d544f81f5" providerId="Windows Live" clId="Web-{D5D638CE-0CCD-46F9-822A-640BDAAD1BB1}" dt="2022-02-23T14:34:57.201" v="25" actId="1076"/>
          <ac:picMkLst>
            <pc:docMk/>
            <pc:sldMk cId="3394016038" sldId="265"/>
            <ac:picMk id="5" creationId="{60E39D78-6F27-4D31-8124-134FA07E1849}"/>
          </ac:picMkLst>
        </pc:picChg>
      </pc:sldChg>
      <pc:sldChg chg="modSp new modNotes">
        <pc:chgData name="tor modin" userId="5de60e9d544f81f5" providerId="Windows Live" clId="Web-{D5D638CE-0CCD-46F9-822A-640BDAAD1BB1}" dt="2022-02-23T14:41:00.148" v="222" actId="20577"/>
        <pc:sldMkLst>
          <pc:docMk/>
          <pc:sldMk cId="4054357673" sldId="266"/>
        </pc:sldMkLst>
        <pc:spChg chg="mod">
          <ac:chgData name="tor modin" userId="5de60e9d544f81f5" providerId="Windows Live" clId="Web-{D5D638CE-0CCD-46F9-822A-640BDAAD1BB1}" dt="2022-02-23T14:31:11.805" v="19" actId="20577"/>
          <ac:spMkLst>
            <pc:docMk/>
            <pc:sldMk cId="4054357673" sldId="266"/>
            <ac:spMk id="2" creationId="{D5BF8F7B-0585-4E39-A870-CC7BB772DCD0}"/>
          </ac:spMkLst>
        </pc:spChg>
        <pc:spChg chg="mod">
          <ac:chgData name="tor modin" userId="5de60e9d544f81f5" providerId="Windows Live" clId="Web-{D5D638CE-0CCD-46F9-822A-640BDAAD1BB1}" dt="2022-02-23T14:41:00.148" v="222" actId="20577"/>
          <ac:spMkLst>
            <pc:docMk/>
            <pc:sldMk cId="4054357673" sldId="266"/>
            <ac:spMk id="3" creationId="{0D3BB3D1-7C97-48BD-8047-62A95659A31D}"/>
          </ac:spMkLst>
        </pc:spChg>
      </pc:sldChg>
    </pc:docChg>
  </pc:docChgLst>
  <pc:docChgLst>
    <pc:chgData name="tor modin" userId="5de60e9d544f81f5" providerId="Windows Live" clId="Web-{16028CCB-0BDB-4090-A7A5-80B72DBCF914}"/>
    <pc:docChg chg="modSld">
      <pc:chgData name="tor modin" userId="5de60e9d544f81f5" providerId="Windows Live" clId="Web-{16028CCB-0BDB-4090-A7A5-80B72DBCF914}" dt="2022-03-03T09:22:04.034" v="2" actId="20577"/>
      <pc:docMkLst>
        <pc:docMk/>
      </pc:docMkLst>
      <pc:sldChg chg="modSp">
        <pc:chgData name="tor modin" userId="5de60e9d544f81f5" providerId="Windows Live" clId="Web-{16028CCB-0BDB-4090-A7A5-80B72DBCF914}" dt="2022-03-03T09:22:04.034" v="2" actId="20577"/>
        <pc:sldMkLst>
          <pc:docMk/>
          <pc:sldMk cId="4276114735" sldId="269"/>
        </pc:sldMkLst>
        <pc:spChg chg="mod">
          <ac:chgData name="tor modin" userId="5de60e9d544f81f5" providerId="Windows Live" clId="Web-{16028CCB-0BDB-4090-A7A5-80B72DBCF914}" dt="2022-03-03T09:22:04.034" v="2" actId="20577"/>
          <ac:spMkLst>
            <pc:docMk/>
            <pc:sldMk cId="4276114735" sldId="269"/>
            <ac:spMk id="2" creationId="{344B530D-CE49-49D3-8250-FFA15895E976}"/>
          </ac:spMkLst>
        </pc:spChg>
      </pc:sldChg>
    </pc:docChg>
  </pc:docChgLst>
  <pc:docChgLst>
    <pc:chgData name="Sahand Khodabandehloo" userId="cb03d64890cf78b3" providerId="LiveId" clId="{9B2AE7E9-7C49-4D57-B3AA-17FD70D3A0B1}"/>
    <pc:docChg chg="undo redo custSel addSld delSld modSld sldOrd">
      <pc:chgData name="Sahand Khodabandehloo" userId="cb03d64890cf78b3" providerId="LiveId" clId="{9B2AE7E9-7C49-4D57-B3AA-17FD70D3A0B1}" dt="2022-03-23T14:45:58.116" v="795" actId="20577"/>
      <pc:docMkLst>
        <pc:docMk/>
      </pc:docMkLst>
      <pc:sldChg chg="addSp delSp modSp mod delDesignElem">
        <pc:chgData name="Sahand Khodabandehloo" userId="cb03d64890cf78b3" providerId="LiveId" clId="{9B2AE7E9-7C49-4D57-B3AA-17FD70D3A0B1}" dt="2022-03-08T16:27:49.018" v="177"/>
        <pc:sldMkLst>
          <pc:docMk/>
          <pc:sldMk cId="1487700712" sldId="256"/>
        </pc:sldMkLst>
        <pc:spChg chg="add del">
          <ac:chgData name="Sahand Khodabandehloo" userId="cb03d64890cf78b3" providerId="LiveId" clId="{9B2AE7E9-7C49-4D57-B3AA-17FD70D3A0B1}" dt="2022-03-08T16:27:49.018" v="177"/>
          <ac:spMkLst>
            <pc:docMk/>
            <pc:sldMk cId="1487700712" sldId="256"/>
            <ac:spMk id="15" creationId="{493D4EDA-58E0-40CC-B3CA-14CDEB349D24}"/>
          </ac:spMkLst>
        </pc:spChg>
        <pc:spChg chg="add del">
          <ac:chgData name="Sahand Khodabandehloo" userId="cb03d64890cf78b3" providerId="LiveId" clId="{9B2AE7E9-7C49-4D57-B3AA-17FD70D3A0B1}" dt="2022-03-08T16:27:49.018" v="177"/>
          <ac:spMkLst>
            <pc:docMk/>
            <pc:sldMk cId="1487700712" sldId="256"/>
            <ac:spMk id="22" creationId="{4A2E7EC3-E07C-46CE-9B25-41865A50681C}"/>
          </ac:spMkLst>
        </pc:spChg>
        <pc:grpChg chg="add del">
          <ac:chgData name="Sahand Khodabandehloo" userId="cb03d64890cf78b3" providerId="LiveId" clId="{9B2AE7E9-7C49-4D57-B3AA-17FD70D3A0B1}" dt="2022-03-08T16:27:49.018" v="177"/>
          <ac:grpSpMkLst>
            <pc:docMk/>
            <pc:sldMk cId="1487700712" sldId="256"/>
            <ac:grpSpMk id="17" creationId="{AA9EB0BC-A85E-4C26-B355-5DFCEF6CCB49}"/>
          </ac:grpSpMkLst>
        </pc:grpChg>
        <pc:picChg chg="add del mod ord">
          <ac:chgData name="Sahand Khodabandehloo" userId="cb03d64890cf78b3" providerId="LiveId" clId="{9B2AE7E9-7C49-4D57-B3AA-17FD70D3A0B1}" dt="2022-03-08T16:26:44.528" v="165" actId="14826"/>
          <ac:picMkLst>
            <pc:docMk/>
            <pc:sldMk cId="1487700712" sldId="256"/>
            <ac:picMk id="7" creationId="{3840F91C-EDD0-4D4E-A4AB-E6C77856C88C}"/>
          </ac:picMkLst>
        </pc:picChg>
        <pc:picChg chg="add del mod">
          <ac:chgData name="Sahand Khodabandehloo" userId="cb03d64890cf78b3" providerId="LiveId" clId="{9B2AE7E9-7C49-4D57-B3AA-17FD70D3A0B1}" dt="2022-03-08T16:26:20.748" v="164" actId="478"/>
          <ac:picMkLst>
            <pc:docMk/>
            <pc:sldMk cId="1487700712" sldId="256"/>
            <ac:picMk id="1026" creationId="{2A867D87-72E0-4DA5-87F2-A94DF58D9A3C}"/>
          </ac:picMkLst>
        </pc:picChg>
      </pc:sldChg>
      <pc:sldChg chg="modSp">
        <pc:chgData name="Sahand Khodabandehloo" userId="cb03d64890cf78b3" providerId="LiveId" clId="{9B2AE7E9-7C49-4D57-B3AA-17FD70D3A0B1}" dt="2022-03-08T16:27:49.018" v="177"/>
        <pc:sldMkLst>
          <pc:docMk/>
          <pc:sldMk cId="497607547" sldId="258"/>
        </pc:sldMkLst>
        <pc:spChg chg="mod">
          <ac:chgData name="Sahand Khodabandehloo" userId="cb03d64890cf78b3" providerId="LiveId" clId="{9B2AE7E9-7C49-4D57-B3AA-17FD70D3A0B1}" dt="2022-03-08T16:27:49.018" v="177"/>
          <ac:spMkLst>
            <pc:docMk/>
            <pc:sldMk cId="497607547" sldId="258"/>
            <ac:spMk id="2" creationId="{921633EB-7DCB-4DDC-80AF-C885A3EE1245}"/>
          </ac:spMkLst>
        </pc:spChg>
        <pc:picChg chg="mod">
          <ac:chgData name="Sahand Khodabandehloo" userId="cb03d64890cf78b3" providerId="LiveId" clId="{9B2AE7E9-7C49-4D57-B3AA-17FD70D3A0B1}" dt="2022-03-08T16:27:49.018" v="177"/>
          <ac:picMkLst>
            <pc:docMk/>
            <pc:sldMk cId="497607547" sldId="258"/>
            <ac:picMk id="11" creationId="{47D9BE16-119C-43B2-9AE6-18C4A150C0EF}"/>
          </ac:picMkLst>
        </pc:picChg>
        <pc:picChg chg="mod">
          <ac:chgData name="Sahand Khodabandehloo" userId="cb03d64890cf78b3" providerId="LiveId" clId="{9B2AE7E9-7C49-4D57-B3AA-17FD70D3A0B1}" dt="2022-03-08T16:27:49.018" v="177"/>
          <ac:picMkLst>
            <pc:docMk/>
            <pc:sldMk cId="497607547" sldId="258"/>
            <ac:picMk id="18" creationId="{BFEA8EC1-23A4-4843-A9C3-AE771D73392A}"/>
          </ac:picMkLst>
        </pc:picChg>
      </pc:sldChg>
      <pc:sldChg chg="addSp delSp delDesignElem">
        <pc:chgData name="Sahand Khodabandehloo" userId="cb03d64890cf78b3" providerId="LiveId" clId="{9B2AE7E9-7C49-4D57-B3AA-17FD70D3A0B1}" dt="2022-03-08T16:27:49.018" v="177"/>
        <pc:sldMkLst>
          <pc:docMk/>
          <pc:sldMk cId="4209322005" sldId="259"/>
        </pc:sldMkLst>
        <pc:spChg chg="add del">
          <ac:chgData name="Sahand Khodabandehloo" userId="cb03d64890cf78b3" providerId="LiveId" clId="{9B2AE7E9-7C49-4D57-B3AA-17FD70D3A0B1}" dt="2022-03-08T16:27:49.018" v="177"/>
          <ac:spMkLst>
            <pc:docMk/>
            <pc:sldMk cId="4209322005" sldId="259"/>
            <ac:spMk id="13" creationId="{4AE9D071-98CF-435C-BD2B-976514544DC5}"/>
          </ac:spMkLst>
        </pc:spChg>
        <pc:grpChg chg="add del">
          <ac:chgData name="Sahand Khodabandehloo" userId="cb03d64890cf78b3" providerId="LiveId" clId="{9B2AE7E9-7C49-4D57-B3AA-17FD70D3A0B1}" dt="2022-03-08T16:27:49.018" v="177"/>
          <ac:grpSpMkLst>
            <pc:docMk/>
            <pc:sldMk cId="4209322005" sldId="259"/>
            <ac:grpSpMk id="15" creationId="{D619FC33-16ED-4246-9596-BEFEB55E4CF6}"/>
          </ac:grpSpMkLst>
        </pc:grpChg>
      </pc:sldChg>
      <pc:sldChg chg="addSp delSp modSp mod delDesignElem">
        <pc:chgData name="Sahand Khodabandehloo" userId="cb03d64890cf78b3" providerId="LiveId" clId="{9B2AE7E9-7C49-4D57-B3AA-17FD70D3A0B1}" dt="2022-03-08T16:27:49.018" v="177"/>
        <pc:sldMkLst>
          <pc:docMk/>
          <pc:sldMk cId="3501347425" sldId="260"/>
        </pc:sldMkLst>
        <pc:spChg chg="mod">
          <ac:chgData name="Sahand Khodabandehloo" userId="cb03d64890cf78b3" providerId="LiveId" clId="{9B2AE7E9-7C49-4D57-B3AA-17FD70D3A0B1}" dt="2022-03-08T16:24:18.960" v="143" actId="21"/>
          <ac:spMkLst>
            <pc:docMk/>
            <pc:sldMk cId="3501347425" sldId="260"/>
            <ac:spMk id="3" creationId="{A9CB511D-EA45-4336-847C-1252667143B5}"/>
          </ac:spMkLst>
        </pc:spChg>
        <pc:spChg chg="add del">
          <ac:chgData name="Sahand Khodabandehloo" userId="cb03d64890cf78b3" providerId="LiveId" clId="{9B2AE7E9-7C49-4D57-B3AA-17FD70D3A0B1}" dt="2022-03-08T16:27:49.018" v="177"/>
          <ac:spMkLst>
            <pc:docMk/>
            <pc:sldMk cId="3501347425" sldId="260"/>
            <ac:spMk id="10" creationId="{379F11E2-8BA5-4C5C-AE7C-361E5EA011FF}"/>
          </ac:spMkLst>
        </pc:spChg>
        <pc:spChg chg="add del">
          <ac:chgData name="Sahand Khodabandehloo" userId="cb03d64890cf78b3" providerId="LiveId" clId="{9B2AE7E9-7C49-4D57-B3AA-17FD70D3A0B1}" dt="2022-03-08T16:27:49.018" v="177"/>
          <ac:spMkLst>
            <pc:docMk/>
            <pc:sldMk cId="3501347425" sldId="260"/>
            <ac:spMk id="12" creationId="{7C00E1DA-EC7C-40FC-95E3-11FDCD2E4291}"/>
          </ac:spMkLst>
        </pc:spChg>
        <pc:grpChg chg="add del">
          <ac:chgData name="Sahand Khodabandehloo" userId="cb03d64890cf78b3" providerId="LiveId" clId="{9B2AE7E9-7C49-4D57-B3AA-17FD70D3A0B1}" dt="2022-03-08T16:27:49.018" v="177"/>
          <ac:grpSpMkLst>
            <pc:docMk/>
            <pc:sldMk cId="3501347425" sldId="260"/>
            <ac:grpSpMk id="14" creationId="{9A421166-2996-41A7-B094-AE5316F347DD}"/>
          </ac:grpSpMkLst>
        </pc:grpChg>
      </pc:sldChg>
      <pc:sldChg chg="addSp delSp delDesignElem">
        <pc:chgData name="Sahand Khodabandehloo" userId="cb03d64890cf78b3" providerId="LiveId" clId="{9B2AE7E9-7C49-4D57-B3AA-17FD70D3A0B1}" dt="2022-03-08T16:27:49.018" v="177"/>
        <pc:sldMkLst>
          <pc:docMk/>
          <pc:sldMk cId="1703342593" sldId="261"/>
        </pc:sldMkLst>
        <pc:spChg chg="add del">
          <ac:chgData name="Sahand Khodabandehloo" userId="cb03d64890cf78b3" providerId="LiveId" clId="{9B2AE7E9-7C49-4D57-B3AA-17FD70D3A0B1}" dt="2022-03-08T16:27:49.018" v="177"/>
          <ac:spMkLst>
            <pc:docMk/>
            <pc:sldMk cId="1703342593" sldId="261"/>
            <ac:spMk id="29" creationId="{BFDA9692-ECDC-4B59-86B2-8C90FDE1A055}"/>
          </ac:spMkLst>
        </pc:spChg>
        <pc:spChg chg="add del">
          <ac:chgData name="Sahand Khodabandehloo" userId="cb03d64890cf78b3" providerId="LiveId" clId="{9B2AE7E9-7C49-4D57-B3AA-17FD70D3A0B1}" dt="2022-03-08T16:27:49.018" v="177"/>
          <ac:spMkLst>
            <pc:docMk/>
            <pc:sldMk cId="1703342593" sldId="261"/>
            <ac:spMk id="31" creationId="{12C05506-42A1-49C0-9D87-081CCD9023D6}"/>
          </ac:spMkLst>
        </pc:spChg>
      </pc:sldChg>
      <pc:sldChg chg="modSp mod modNotesTx">
        <pc:chgData name="Sahand Khodabandehloo" userId="cb03d64890cf78b3" providerId="LiveId" clId="{9B2AE7E9-7C49-4D57-B3AA-17FD70D3A0B1}" dt="2022-03-23T14:45:58.116" v="795" actId="20577"/>
        <pc:sldMkLst>
          <pc:docMk/>
          <pc:sldMk cId="181987771" sldId="262"/>
        </pc:sldMkLst>
        <pc:spChg chg="mod">
          <ac:chgData name="Sahand Khodabandehloo" userId="cb03d64890cf78b3" providerId="LiveId" clId="{9B2AE7E9-7C49-4D57-B3AA-17FD70D3A0B1}" dt="2022-03-08T16:27:49.018" v="177"/>
          <ac:spMkLst>
            <pc:docMk/>
            <pc:sldMk cId="181987771" sldId="262"/>
            <ac:spMk id="2" creationId="{A69278E0-259E-45F2-BD6B-53C76868065E}"/>
          </ac:spMkLst>
        </pc:spChg>
        <pc:spChg chg="mod">
          <ac:chgData name="Sahand Khodabandehloo" userId="cb03d64890cf78b3" providerId="LiveId" clId="{9B2AE7E9-7C49-4D57-B3AA-17FD70D3A0B1}" dt="2022-03-23T09:54:13.681" v="748" actId="20577"/>
          <ac:spMkLst>
            <pc:docMk/>
            <pc:sldMk cId="181987771" sldId="262"/>
            <ac:spMk id="9" creationId="{D0BAA219-7E15-4298-8732-A9BAD7FE358B}"/>
          </ac:spMkLst>
        </pc:spChg>
        <pc:spChg chg="mod">
          <ac:chgData name="Sahand Khodabandehloo" userId="cb03d64890cf78b3" providerId="LiveId" clId="{9B2AE7E9-7C49-4D57-B3AA-17FD70D3A0B1}" dt="2022-03-21T13:51:38.009" v="424" actId="20577"/>
          <ac:spMkLst>
            <pc:docMk/>
            <pc:sldMk cId="181987771" sldId="262"/>
            <ac:spMk id="11" creationId="{806D7320-847C-4052-9F78-C699A4FDB4E4}"/>
          </ac:spMkLst>
        </pc:spChg>
        <pc:picChg chg="mod">
          <ac:chgData name="Sahand Khodabandehloo" userId="cb03d64890cf78b3" providerId="LiveId" clId="{9B2AE7E9-7C49-4D57-B3AA-17FD70D3A0B1}" dt="2022-03-08T16:27:49.018" v="177"/>
          <ac:picMkLst>
            <pc:docMk/>
            <pc:sldMk cId="181987771" sldId="262"/>
            <ac:picMk id="4" creationId="{8C287F12-22CE-4E08-9AAD-04D8E5038F5F}"/>
          </ac:picMkLst>
        </pc:picChg>
      </pc:sldChg>
      <pc:sldChg chg="modSp modNotesTx">
        <pc:chgData name="Sahand Khodabandehloo" userId="cb03d64890cf78b3" providerId="LiveId" clId="{9B2AE7E9-7C49-4D57-B3AA-17FD70D3A0B1}" dt="2022-03-23T14:45:25.455" v="787" actId="20577"/>
        <pc:sldMkLst>
          <pc:docMk/>
          <pc:sldMk cId="2591522528" sldId="263"/>
        </pc:sldMkLst>
        <pc:spChg chg="mod">
          <ac:chgData name="Sahand Khodabandehloo" userId="cb03d64890cf78b3" providerId="LiveId" clId="{9B2AE7E9-7C49-4D57-B3AA-17FD70D3A0B1}" dt="2022-03-08T16:27:49.018" v="177"/>
          <ac:spMkLst>
            <pc:docMk/>
            <pc:sldMk cId="2591522528" sldId="263"/>
            <ac:spMk id="2" creationId="{5D33917E-CEC7-4E58-BDA2-113D9D91B298}"/>
          </ac:spMkLst>
        </pc:spChg>
        <pc:spChg chg="mod">
          <ac:chgData name="Sahand Khodabandehloo" userId="cb03d64890cf78b3" providerId="LiveId" clId="{9B2AE7E9-7C49-4D57-B3AA-17FD70D3A0B1}" dt="2022-03-08T16:27:49.018" v="177"/>
          <ac:spMkLst>
            <pc:docMk/>
            <pc:sldMk cId="2591522528" sldId="263"/>
            <ac:spMk id="3" creationId="{083E6DC2-BC65-42DA-A1B9-65FAF6CAE42E}"/>
          </ac:spMkLst>
        </pc:spChg>
      </pc:sldChg>
      <pc:sldChg chg="modSp mod ord modNotesTx">
        <pc:chgData name="Sahand Khodabandehloo" userId="cb03d64890cf78b3" providerId="LiveId" clId="{9B2AE7E9-7C49-4D57-B3AA-17FD70D3A0B1}" dt="2022-03-23T11:13:26.037" v="783" actId="20577"/>
        <pc:sldMkLst>
          <pc:docMk/>
          <pc:sldMk cId="1808750117" sldId="264"/>
        </pc:sldMkLst>
        <pc:spChg chg="mod">
          <ac:chgData name="Sahand Khodabandehloo" userId="cb03d64890cf78b3" providerId="LiveId" clId="{9B2AE7E9-7C49-4D57-B3AA-17FD70D3A0B1}" dt="2022-03-08T16:27:49.018" v="177"/>
          <ac:spMkLst>
            <pc:docMk/>
            <pc:sldMk cId="1808750117" sldId="264"/>
            <ac:spMk id="10" creationId="{E7531112-58B0-4622-9C72-0D9DB1D92B07}"/>
          </ac:spMkLst>
        </pc:spChg>
        <pc:spChg chg="mod">
          <ac:chgData name="Sahand Khodabandehloo" userId="cb03d64890cf78b3" providerId="LiveId" clId="{9B2AE7E9-7C49-4D57-B3AA-17FD70D3A0B1}" dt="2022-03-23T11:13:26.037" v="783" actId="20577"/>
          <ac:spMkLst>
            <pc:docMk/>
            <pc:sldMk cId="1808750117" sldId="264"/>
            <ac:spMk id="12" creationId="{D40B15CF-379B-4814-B5D6-D5C7B81AE6E8}"/>
          </ac:spMkLst>
        </pc:spChg>
        <pc:picChg chg="mod">
          <ac:chgData name="Sahand Khodabandehloo" userId="cb03d64890cf78b3" providerId="LiveId" clId="{9B2AE7E9-7C49-4D57-B3AA-17FD70D3A0B1}" dt="2022-03-08T16:27:49.018" v="177"/>
          <ac:picMkLst>
            <pc:docMk/>
            <pc:sldMk cId="1808750117" sldId="264"/>
            <ac:picMk id="5" creationId="{7D92EAF4-3305-40A2-A3E1-28F1C9FDE711}"/>
          </ac:picMkLst>
        </pc:picChg>
      </pc:sldChg>
      <pc:sldChg chg="modSp">
        <pc:chgData name="Sahand Khodabandehloo" userId="cb03d64890cf78b3" providerId="LiveId" clId="{9B2AE7E9-7C49-4D57-B3AA-17FD70D3A0B1}" dt="2022-03-08T16:27:49.018" v="177"/>
        <pc:sldMkLst>
          <pc:docMk/>
          <pc:sldMk cId="3394016038" sldId="265"/>
        </pc:sldMkLst>
        <pc:spChg chg="mod">
          <ac:chgData name="Sahand Khodabandehloo" userId="cb03d64890cf78b3" providerId="LiveId" clId="{9B2AE7E9-7C49-4D57-B3AA-17FD70D3A0B1}" dt="2022-03-08T16:27:49.018" v="177"/>
          <ac:spMkLst>
            <pc:docMk/>
            <pc:sldMk cId="3394016038" sldId="265"/>
            <ac:spMk id="2" creationId="{81CD88CF-787E-4B5C-8CD0-8656DA2A4A88}"/>
          </ac:spMkLst>
        </pc:spChg>
        <pc:picChg chg="mod">
          <ac:chgData name="Sahand Khodabandehloo" userId="cb03d64890cf78b3" providerId="LiveId" clId="{9B2AE7E9-7C49-4D57-B3AA-17FD70D3A0B1}" dt="2022-03-08T16:27:49.018" v="177"/>
          <ac:picMkLst>
            <pc:docMk/>
            <pc:sldMk cId="3394016038" sldId="265"/>
            <ac:picMk id="4" creationId="{7AEE0DF9-4AFD-4879-922E-6F75E9675726}"/>
          </ac:picMkLst>
        </pc:picChg>
      </pc:sldChg>
      <pc:sldChg chg="modSp mod">
        <pc:chgData name="Sahand Khodabandehloo" userId="cb03d64890cf78b3" providerId="LiveId" clId="{9B2AE7E9-7C49-4D57-B3AA-17FD70D3A0B1}" dt="2022-03-08T16:27:49.018" v="177"/>
        <pc:sldMkLst>
          <pc:docMk/>
          <pc:sldMk cId="4054357673" sldId="266"/>
        </pc:sldMkLst>
        <pc:spChg chg="mod">
          <ac:chgData name="Sahand Khodabandehloo" userId="cb03d64890cf78b3" providerId="LiveId" clId="{9B2AE7E9-7C49-4D57-B3AA-17FD70D3A0B1}" dt="2022-03-08T16:27:49.018" v="177"/>
          <ac:spMkLst>
            <pc:docMk/>
            <pc:sldMk cId="4054357673" sldId="266"/>
            <ac:spMk id="2" creationId="{D5BF8F7B-0585-4E39-A870-CC7BB772DCD0}"/>
          </ac:spMkLst>
        </pc:spChg>
        <pc:spChg chg="mod">
          <ac:chgData name="Sahand Khodabandehloo" userId="cb03d64890cf78b3" providerId="LiveId" clId="{9B2AE7E9-7C49-4D57-B3AA-17FD70D3A0B1}" dt="2022-03-08T16:27:49.018" v="177"/>
          <ac:spMkLst>
            <pc:docMk/>
            <pc:sldMk cId="4054357673" sldId="266"/>
            <ac:spMk id="3" creationId="{0D3BB3D1-7C97-48BD-8047-62A95659A31D}"/>
          </ac:spMkLst>
        </pc:spChg>
      </pc:sldChg>
      <pc:sldChg chg="modSp mod">
        <pc:chgData name="Sahand Khodabandehloo" userId="cb03d64890cf78b3" providerId="LiveId" clId="{9B2AE7E9-7C49-4D57-B3AA-17FD70D3A0B1}" dt="2022-03-08T16:27:49.018" v="177"/>
        <pc:sldMkLst>
          <pc:docMk/>
          <pc:sldMk cId="4051653810" sldId="267"/>
        </pc:sldMkLst>
        <pc:spChg chg="mod">
          <ac:chgData name="Sahand Khodabandehloo" userId="cb03d64890cf78b3" providerId="LiveId" clId="{9B2AE7E9-7C49-4D57-B3AA-17FD70D3A0B1}" dt="2022-03-08T16:27:49.018" v="177"/>
          <ac:spMkLst>
            <pc:docMk/>
            <pc:sldMk cId="4051653810" sldId="267"/>
            <ac:spMk id="2" creationId="{1D68C047-6183-4B6B-AA15-4CF375FB08B6}"/>
          </ac:spMkLst>
        </pc:spChg>
        <pc:spChg chg="mod">
          <ac:chgData name="Sahand Khodabandehloo" userId="cb03d64890cf78b3" providerId="LiveId" clId="{9B2AE7E9-7C49-4D57-B3AA-17FD70D3A0B1}" dt="2022-03-08T16:27:49.018" v="177"/>
          <ac:spMkLst>
            <pc:docMk/>
            <pc:sldMk cId="4051653810" sldId="267"/>
            <ac:spMk id="3" creationId="{3FDB79A0-312A-48B7-B178-9EB5F00BBA6A}"/>
          </ac:spMkLst>
        </pc:spChg>
      </pc:sldChg>
      <pc:sldChg chg="modSp">
        <pc:chgData name="Sahand Khodabandehloo" userId="cb03d64890cf78b3" providerId="LiveId" clId="{9B2AE7E9-7C49-4D57-B3AA-17FD70D3A0B1}" dt="2022-03-08T16:27:49.018" v="177"/>
        <pc:sldMkLst>
          <pc:docMk/>
          <pc:sldMk cId="4009427520" sldId="268"/>
        </pc:sldMkLst>
        <pc:spChg chg="mod">
          <ac:chgData name="Sahand Khodabandehloo" userId="cb03d64890cf78b3" providerId="LiveId" clId="{9B2AE7E9-7C49-4D57-B3AA-17FD70D3A0B1}" dt="2022-03-08T16:27:49.018" v="177"/>
          <ac:spMkLst>
            <pc:docMk/>
            <pc:sldMk cId="4009427520" sldId="268"/>
            <ac:spMk id="2" creationId="{1BBD972B-B274-44A4-9018-BD423775B4EA}"/>
          </ac:spMkLst>
        </pc:spChg>
      </pc:sldChg>
      <pc:sldChg chg="addSp modSp mod ord modNotesTx">
        <pc:chgData name="Sahand Khodabandehloo" userId="cb03d64890cf78b3" providerId="LiveId" clId="{9B2AE7E9-7C49-4D57-B3AA-17FD70D3A0B1}" dt="2022-03-23T09:49:10.741" v="736"/>
        <pc:sldMkLst>
          <pc:docMk/>
          <pc:sldMk cId="4276114735" sldId="269"/>
        </pc:sldMkLst>
        <pc:spChg chg="mod">
          <ac:chgData name="Sahand Khodabandehloo" userId="cb03d64890cf78b3" providerId="LiveId" clId="{9B2AE7E9-7C49-4D57-B3AA-17FD70D3A0B1}" dt="2022-03-08T16:27:49.018" v="177"/>
          <ac:spMkLst>
            <pc:docMk/>
            <pc:sldMk cId="4276114735" sldId="269"/>
            <ac:spMk id="2" creationId="{344B530D-CE49-49D3-8250-FFA15895E976}"/>
          </ac:spMkLst>
        </pc:spChg>
        <pc:spChg chg="add mod">
          <ac:chgData name="Sahand Khodabandehloo" userId="cb03d64890cf78b3" providerId="LiveId" clId="{9B2AE7E9-7C49-4D57-B3AA-17FD70D3A0B1}" dt="2022-03-21T14:24:34.335" v="569" actId="20577"/>
          <ac:spMkLst>
            <pc:docMk/>
            <pc:sldMk cId="4276114735" sldId="269"/>
            <ac:spMk id="7" creationId="{6DBCC830-1CA3-423B-A634-8B2985A2D036}"/>
          </ac:spMkLst>
        </pc:spChg>
        <pc:spChg chg="add mod">
          <ac:chgData name="Sahand Khodabandehloo" userId="cb03d64890cf78b3" providerId="LiveId" clId="{9B2AE7E9-7C49-4D57-B3AA-17FD70D3A0B1}" dt="2022-03-21T14:25:51.731" v="632" actId="20577"/>
          <ac:spMkLst>
            <pc:docMk/>
            <pc:sldMk cId="4276114735" sldId="269"/>
            <ac:spMk id="8" creationId="{9F34EFD4-7932-4DCC-B737-7E1FA8B3446F}"/>
          </ac:spMkLst>
        </pc:spChg>
        <pc:picChg chg="mod">
          <ac:chgData name="Sahand Khodabandehloo" userId="cb03d64890cf78b3" providerId="LiveId" clId="{9B2AE7E9-7C49-4D57-B3AA-17FD70D3A0B1}" dt="2022-03-21T14:15:01.209" v="436" actId="1076"/>
          <ac:picMkLst>
            <pc:docMk/>
            <pc:sldMk cId="4276114735" sldId="269"/>
            <ac:picMk id="5" creationId="{508BA3E1-BD5C-4E83-86EC-DA49CBE1E5DB}"/>
          </ac:picMkLst>
        </pc:picChg>
        <pc:picChg chg="mod">
          <ac:chgData name="Sahand Khodabandehloo" userId="cb03d64890cf78b3" providerId="LiveId" clId="{9B2AE7E9-7C49-4D57-B3AA-17FD70D3A0B1}" dt="2022-03-21T14:16:22.200" v="462" actId="1076"/>
          <ac:picMkLst>
            <pc:docMk/>
            <pc:sldMk cId="4276114735" sldId="269"/>
            <ac:picMk id="6" creationId="{CE167EAC-3848-4977-BD72-24F428928B8A}"/>
          </ac:picMkLst>
        </pc:picChg>
      </pc:sldChg>
      <pc:sldChg chg="modSp mod modNotesTx">
        <pc:chgData name="Sahand Khodabandehloo" userId="cb03d64890cf78b3" providerId="LiveId" clId="{9B2AE7E9-7C49-4D57-B3AA-17FD70D3A0B1}" dt="2022-03-23T10:10:16.158" v="751"/>
        <pc:sldMkLst>
          <pc:docMk/>
          <pc:sldMk cId="43279297" sldId="270"/>
        </pc:sldMkLst>
        <pc:spChg chg="mod">
          <ac:chgData name="Sahand Khodabandehloo" userId="cb03d64890cf78b3" providerId="LiveId" clId="{9B2AE7E9-7C49-4D57-B3AA-17FD70D3A0B1}" dt="2022-03-21T13:38:15.601" v="313" actId="14100"/>
          <ac:spMkLst>
            <pc:docMk/>
            <pc:sldMk cId="43279297" sldId="270"/>
            <ac:spMk id="2" creationId="{82CD2C96-7EB8-4223-BAF0-2CE9587F74CE}"/>
          </ac:spMkLst>
        </pc:spChg>
      </pc:sldChg>
      <pc:sldChg chg="modSp del mod">
        <pc:chgData name="Sahand Khodabandehloo" userId="cb03d64890cf78b3" providerId="LiveId" clId="{9B2AE7E9-7C49-4D57-B3AA-17FD70D3A0B1}" dt="2022-03-21T13:40:50.575" v="414" actId="47"/>
        <pc:sldMkLst>
          <pc:docMk/>
          <pc:sldMk cId="3716388896" sldId="272"/>
        </pc:sldMkLst>
        <pc:spChg chg="mod">
          <ac:chgData name="Sahand Khodabandehloo" userId="cb03d64890cf78b3" providerId="LiveId" clId="{9B2AE7E9-7C49-4D57-B3AA-17FD70D3A0B1}" dt="2022-03-21T13:38:02.535" v="311" actId="20577"/>
          <ac:spMkLst>
            <pc:docMk/>
            <pc:sldMk cId="3716388896" sldId="272"/>
            <ac:spMk id="2" creationId="{CB0CE285-125A-431A-96D0-6CAB67359260}"/>
          </ac:spMkLst>
        </pc:spChg>
      </pc:sldChg>
      <pc:sldChg chg="modSp new del mod">
        <pc:chgData name="Sahand Khodabandehloo" userId="cb03d64890cf78b3" providerId="LiveId" clId="{9B2AE7E9-7C49-4D57-B3AA-17FD70D3A0B1}" dt="2022-03-21T12:56:17.263" v="184" actId="47"/>
        <pc:sldMkLst>
          <pc:docMk/>
          <pc:sldMk cId="418953621" sldId="276"/>
        </pc:sldMkLst>
        <pc:spChg chg="mod">
          <ac:chgData name="Sahand Khodabandehloo" userId="cb03d64890cf78b3" providerId="LiveId" clId="{9B2AE7E9-7C49-4D57-B3AA-17FD70D3A0B1}" dt="2022-03-21T12:56:15.349" v="183" actId="20577"/>
          <ac:spMkLst>
            <pc:docMk/>
            <pc:sldMk cId="418953621" sldId="276"/>
            <ac:spMk id="3" creationId="{59BC7C9A-ED74-4783-8CFF-715098E529B9}"/>
          </ac:spMkLst>
        </pc:spChg>
      </pc:sldChg>
      <pc:sldChg chg="addSp modSp new del mod">
        <pc:chgData name="Sahand Khodabandehloo" userId="cb03d64890cf78b3" providerId="LiveId" clId="{9B2AE7E9-7C49-4D57-B3AA-17FD70D3A0B1}" dt="2022-03-21T13:37:12.253" v="274" actId="47"/>
        <pc:sldMkLst>
          <pc:docMk/>
          <pc:sldMk cId="725314135" sldId="276"/>
        </pc:sldMkLst>
        <pc:spChg chg="add mod">
          <ac:chgData name="Sahand Khodabandehloo" userId="cb03d64890cf78b3" providerId="LiveId" clId="{9B2AE7E9-7C49-4D57-B3AA-17FD70D3A0B1}" dt="2022-03-21T12:58:49.897" v="258" actId="1076"/>
          <ac:spMkLst>
            <pc:docMk/>
            <pc:sldMk cId="725314135" sldId="276"/>
            <ac:spMk id="3" creationId="{F4CB03E7-63A5-465A-A325-F18F38F42BE1}"/>
          </ac:spMkLst>
        </pc:spChg>
        <pc:spChg chg="add mod">
          <ac:chgData name="Sahand Khodabandehloo" userId="cb03d64890cf78b3" providerId="LiveId" clId="{9B2AE7E9-7C49-4D57-B3AA-17FD70D3A0B1}" dt="2022-03-21T12:58:56.707" v="259" actId="1076"/>
          <ac:spMkLst>
            <pc:docMk/>
            <pc:sldMk cId="725314135" sldId="276"/>
            <ac:spMk id="5" creationId="{53043012-DCD0-49CB-B91A-CCF8D4A0F295}"/>
          </ac:spMkLst>
        </pc:spChg>
      </pc:sldChg>
      <pc:sldChg chg="addSp modSp new mod modClrScheme chgLayout">
        <pc:chgData name="Sahand Khodabandehloo" userId="cb03d64890cf78b3" providerId="LiveId" clId="{9B2AE7E9-7C49-4D57-B3AA-17FD70D3A0B1}" dt="2022-03-21T13:41:01.311" v="416" actId="166"/>
        <pc:sldMkLst>
          <pc:docMk/>
          <pc:sldMk cId="4064840370" sldId="276"/>
        </pc:sldMkLst>
        <pc:spChg chg="mod">
          <ac:chgData name="Sahand Khodabandehloo" userId="cb03d64890cf78b3" providerId="LiveId" clId="{9B2AE7E9-7C49-4D57-B3AA-17FD70D3A0B1}" dt="2022-03-21T13:40:03.945" v="401" actId="790"/>
          <ac:spMkLst>
            <pc:docMk/>
            <pc:sldMk cId="4064840370" sldId="276"/>
            <ac:spMk id="2" creationId="{22CF3512-BBFF-44F5-937E-C780CB915CCC}"/>
          </ac:spMkLst>
        </pc:spChg>
        <pc:spChg chg="mod ord">
          <ac:chgData name="Sahand Khodabandehloo" userId="cb03d64890cf78b3" providerId="LiveId" clId="{9B2AE7E9-7C49-4D57-B3AA-17FD70D3A0B1}" dt="2022-03-21T13:39:34.689" v="400" actId="26606"/>
          <ac:spMkLst>
            <pc:docMk/>
            <pc:sldMk cId="4064840370" sldId="276"/>
            <ac:spMk id="3" creationId="{A708787E-9F81-4617-9DE7-F474DB0920F6}"/>
          </ac:spMkLst>
        </pc:spChg>
        <pc:picChg chg="add mod ord">
          <ac:chgData name="Sahand Khodabandehloo" userId="cb03d64890cf78b3" providerId="LiveId" clId="{9B2AE7E9-7C49-4D57-B3AA-17FD70D3A0B1}" dt="2022-03-21T13:41:01.311" v="416" actId="166"/>
          <ac:picMkLst>
            <pc:docMk/>
            <pc:sldMk cId="4064840370" sldId="276"/>
            <ac:picMk id="4" creationId="{5BF973C4-A510-4D51-83F0-328C57BBCA14}"/>
          </ac:picMkLst>
        </pc:picChg>
        <pc:picChg chg="add mod">
          <ac:chgData name="Sahand Khodabandehloo" userId="cb03d64890cf78b3" providerId="LiveId" clId="{9B2AE7E9-7C49-4D57-B3AA-17FD70D3A0B1}" dt="2022-03-21T13:40:37.850" v="411" actId="1076"/>
          <ac:picMkLst>
            <pc:docMk/>
            <pc:sldMk cId="4064840370" sldId="276"/>
            <ac:picMk id="5" creationId="{24F09C85-428A-487D-85A1-31AEE30A52EB}"/>
          </ac:picMkLst>
        </pc:picChg>
        <pc:picChg chg="add mod">
          <ac:chgData name="Sahand Khodabandehloo" userId="cb03d64890cf78b3" providerId="LiveId" clId="{9B2AE7E9-7C49-4D57-B3AA-17FD70D3A0B1}" dt="2022-03-21T13:40:28.523" v="409" actId="1076"/>
          <ac:picMkLst>
            <pc:docMk/>
            <pc:sldMk cId="4064840370" sldId="276"/>
            <ac:picMk id="6" creationId="{4C235B04-EC7C-4BA7-9165-C051C55E852F}"/>
          </ac:picMkLst>
        </pc:picChg>
        <pc:picChg chg="add mod">
          <ac:chgData name="Sahand Khodabandehloo" userId="cb03d64890cf78b3" providerId="LiveId" clId="{9B2AE7E9-7C49-4D57-B3AA-17FD70D3A0B1}" dt="2022-03-21T13:40:46.296" v="413" actId="1076"/>
          <ac:picMkLst>
            <pc:docMk/>
            <pc:sldMk cId="4064840370" sldId="276"/>
            <ac:picMk id="7" creationId="{31321C88-7387-4CBF-A4A6-2AD1C28B40F8}"/>
          </ac:picMkLst>
        </pc:picChg>
      </pc:sldChg>
      <pc:sldChg chg="addSp modSp new del mod">
        <pc:chgData name="Sahand Khodabandehloo" userId="cb03d64890cf78b3" providerId="LiveId" clId="{9B2AE7E9-7C49-4D57-B3AA-17FD70D3A0B1}" dt="2022-03-21T14:16:13.930" v="461" actId="47"/>
        <pc:sldMkLst>
          <pc:docMk/>
          <pc:sldMk cId="833291001" sldId="277"/>
        </pc:sldMkLst>
        <pc:spChg chg="mod">
          <ac:chgData name="Sahand Khodabandehloo" userId="cb03d64890cf78b3" providerId="LiveId" clId="{9B2AE7E9-7C49-4D57-B3AA-17FD70D3A0B1}" dt="2022-03-21T14:15:16.364" v="441"/>
          <ac:spMkLst>
            <pc:docMk/>
            <pc:sldMk cId="833291001" sldId="277"/>
            <ac:spMk id="2" creationId="{A53BAAAA-0F66-4C89-8697-BC3EF194CA7C}"/>
          </ac:spMkLst>
        </pc:spChg>
        <pc:spChg chg="mod">
          <ac:chgData name="Sahand Khodabandehloo" userId="cb03d64890cf78b3" providerId="LiveId" clId="{9B2AE7E9-7C49-4D57-B3AA-17FD70D3A0B1}" dt="2022-03-21T14:16:10.884" v="460" actId="20577"/>
          <ac:spMkLst>
            <pc:docMk/>
            <pc:sldMk cId="833291001" sldId="277"/>
            <ac:spMk id="3" creationId="{2F26A18E-78B8-4923-9148-0B07B7284A77}"/>
          </ac:spMkLst>
        </pc:spChg>
        <pc:picChg chg="add mod">
          <ac:chgData name="Sahand Khodabandehloo" userId="cb03d64890cf78b3" providerId="LiveId" clId="{9B2AE7E9-7C49-4D57-B3AA-17FD70D3A0B1}" dt="2022-03-21T14:15:49.994" v="449" actId="14100"/>
          <ac:picMkLst>
            <pc:docMk/>
            <pc:sldMk cId="833291001" sldId="277"/>
            <ac:picMk id="4" creationId="{45A20D10-DCCD-4A42-A67C-627BA6D0DE0C}"/>
          </ac:picMkLst>
        </pc:picChg>
        <pc:picChg chg="add mod">
          <ac:chgData name="Sahand Khodabandehloo" userId="cb03d64890cf78b3" providerId="LiveId" clId="{9B2AE7E9-7C49-4D57-B3AA-17FD70D3A0B1}" dt="2022-03-21T14:15:52.717" v="450" actId="1076"/>
          <ac:picMkLst>
            <pc:docMk/>
            <pc:sldMk cId="833291001" sldId="277"/>
            <ac:picMk id="5" creationId="{02AB68B5-7F0E-44F4-99E9-04403AD3710C}"/>
          </ac:picMkLst>
        </pc:picChg>
      </pc:sldChg>
      <pc:sldChg chg="modSp mod modNotesTx">
        <pc:chgData name="Sahand Khodabandehloo" userId="cb03d64890cf78b3" providerId="LiveId" clId="{9B2AE7E9-7C49-4D57-B3AA-17FD70D3A0B1}" dt="2022-03-23T09:52:55.916" v="744" actId="14100"/>
        <pc:sldMkLst>
          <pc:docMk/>
          <pc:sldMk cId="2931231379" sldId="277"/>
        </pc:sldMkLst>
        <pc:spChg chg="mod">
          <ac:chgData name="Sahand Khodabandehloo" userId="cb03d64890cf78b3" providerId="LiveId" clId="{9B2AE7E9-7C49-4D57-B3AA-17FD70D3A0B1}" dt="2022-03-23T09:52:55.438" v="743" actId="1076"/>
          <ac:spMkLst>
            <pc:docMk/>
            <pc:sldMk cId="2931231379" sldId="277"/>
            <ac:spMk id="5" creationId="{12B25A66-24AC-4A12-88CC-83C417EC63D1}"/>
          </ac:spMkLst>
        </pc:spChg>
        <pc:picChg chg="mod">
          <ac:chgData name="Sahand Khodabandehloo" userId="cb03d64890cf78b3" providerId="LiveId" clId="{9B2AE7E9-7C49-4D57-B3AA-17FD70D3A0B1}" dt="2022-03-23T09:52:55.916" v="744" actId="14100"/>
          <ac:picMkLst>
            <pc:docMk/>
            <pc:sldMk cId="2931231379" sldId="277"/>
            <ac:picMk id="1026" creationId="{581A82E9-0EF0-4EC2-A80D-B92E9AA23CBD}"/>
          </ac:picMkLst>
        </pc:picChg>
      </pc:sldChg>
      <pc:sldChg chg="addSp delSp modSp new del mod">
        <pc:chgData name="Sahand Khodabandehloo" userId="cb03d64890cf78b3" providerId="LiveId" clId="{9B2AE7E9-7C49-4D57-B3AA-17FD70D3A0B1}" dt="2022-03-21T12:58:42.962" v="257" actId="47"/>
        <pc:sldMkLst>
          <pc:docMk/>
          <pc:sldMk cId="3036836857" sldId="277"/>
        </pc:sldMkLst>
        <pc:spChg chg="mod">
          <ac:chgData name="Sahand Khodabandehloo" userId="cb03d64890cf78b3" providerId="LiveId" clId="{9B2AE7E9-7C49-4D57-B3AA-17FD70D3A0B1}" dt="2022-03-21T12:57:34.605" v="223" actId="122"/>
          <ac:spMkLst>
            <pc:docMk/>
            <pc:sldMk cId="3036836857" sldId="277"/>
            <ac:spMk id="2" creationId="{9B230E44-E1F6-4331-9146-E2309626704D}"/>
          </ac:spMkLst>
        </pc:spChg>
        <pc:spChg chg="del mod">
          <ac:chgData name="Sahand Khodabandehloo" userId="cb03d64890cf78b3" providerId="LiveId" clId="{9B2AE7E9-7C49-4D57-B3AA-17FD70D3A0B1}" dt="2022-03-21T12:57:05.037" v="195" actId="478"/>
          <ac:spMkLst>
            <pc:docMk/>
            <pc:sldMk cId="3036836857" sldId="277"/>
            <ac:spMk id="3" creationId="{28E894E9-A8BA-4F51-A301-E775DCA1676D}"/>
          </ac:spMkLst>
        </pc:spChg>
        <pc:spChg chg="add mod">
          <ac:chgData name="Sahand Khodabandehloo" userId="cb03d64890cf78b3" providerId="LiveId" clId="{9B2AE7E9-7C49-4D57-B3AA-17FD70D3A0B1}" dt="2022-03-21T12:57:13.351" v="198" actId="403"/>
          <ac:spMkLst>
            <pc:docMk/>
            <pc:sldMk cId="3036836857" sldId="277"/>
            <ac:spMk id="5" creationId="{C0646907-BC6E-49BE-9656-A1FD4FB333B3}"/>
          </ac:spMkLst>
        </pc:spChg>
      </pc:sldChg>
      <pc:sldChg chg="modSp mod">
        <pc:chgData name="Sahand Khodabandehloo" userId="cb03d64890cf78b3" providerId="LiveId" clId="{9B2AE7E9-7C49-4D57-B3AA-17FD70D3A0B1}" dt="2022-03-23T09:02:45.761" v="714" actId="20577"/>
        <pc:sldMkLst>
          <pc:docMk/>
          <pc:sldMk cId="666790812" sldId="278"/>
        </pc:sldMkLst>
        <pc:spChg chg="mod">
          <ac:chgData name="Sahand Khodabandehloo" userId="cb03d64890cf78b3" providerId="LiveId" clId="{9B2AE7E9-7C49-4D57-B3AA-17FD70D3A0B1}" dt="2022-03-23T09:02:45.761" v="714" actId="20577"/>
          <ac:spMkLst>
            <pc:docMk/>
            <pc:sldMk cId="666790812" sldId="278"/>
            <ac:spMk id="3" creationId="{5767B233-6F82-4C57-A436-618F16CBB2C2}"/>
          </ac:spMkLst>
        </pc:spChg>
      </pc:sldChg>
    </pc:docChg>
  </pc:docChgLst>
  <pc:docChgLst>
    <pc:chgData name="Sahand Khodabandehloo" userId="cb03d64890cf78b3" providerId="LiveId" clId="{1CED9A32-6EED-4869-9925-8E44BFBD3BFD}"/>
    <pc:docChg chg="undo redo custSel mod addSld delSld modSld sldOrd">
      <pc:chgData name="Sahand Khodabandehloo" userId="cb03d64890cf78b3" providerId="LiveId" clId="{1CED9A32-6EED-4869-9925-8E44BFBD3BFD}" dt="2022-03-22T03:43:20.512" v="2602" actId="20577"/>
      <pc:docMkLst>
        <pc:docMk/>
      </pc:docMkLst>
      <pc:sldChg chg="addSp delSp modSp delDesignElem">
        <pc:chgData name="Sahand Khodabandehloo" userId="cb03d64890cf78b3" providerId="LiveId" clId="{1CED9A32-6EED-4869-9925-8E44BFBD3BFD}" dt="2022-03-09T10:02:35.705" v="401" actId="478"/>
        <pc:sldMkLst>
          <pc:docMk/>
          <pc:sldMk cId="1487700712" sldId="256"/>
        </pc:sldMkLst>
        <pc:spChg chg="mod">
          <ac:chgData name="Sahand Khodabandehloo" userId="cb03d64890cf78b3" providerId="LiveId" clId="{1CED9A32-6EED-4869-9925-8E44BFBD3BFD}" dt="2022-03-09T09:54:52.025" v="387" actId="20577"/>
          <ac:spMkLst>
            <pc:docMk/>
            <pc:sldMk cId="1487700712" sldId="256"/>
            <ac:spMk id="2" creationId="{C02C5318-1A1E-49D0-B2E2-A4B0FA9E8A40}"/>
          </ac:spMkLst>
        </pc:spChg>
        <pc:spChg chg="mod">
          <ac:chgData name="Sahand Khodabandehloo" userId="cb03d64890cf78b3" providerId="LiveId" clId="{1CED9A32-6EED-4869-9925-8E44BFBD3BFD}" dt="2022-03-09T09:56:02.175" v="398"/>
          <ac:spMkLst>
            <pc:docMk/>
            <pc:sldMk cId="1487700712" sldId="256"/>
            <ac:spMk id="3" creationId="{48B6CF59-4E5B-494D-A2F7-97ADD01E6497}"/>
          </ac:spMkLst>
        </pc:spChg>
        <pc:spChg chg="add del">
          <ac:chgData name="Sahand Khodabandehloo" userId="cb03d64890cf78b3" providerId="LiveId" clId="{1CED9A32-6EED-4869-9925-8E44BFBD3BFD}" dt="2022-03-09T09:56:02.175" v="398"/>
          <ac:spMkLst>
            <pc:docMk/>
            <pc:sldMk cId="1487700712" sldId="256"/>
            <ac:spMk id="15" creationId="{493D4EDA-58E0-40CC-B3CA-14CDEB349D24}"/>
          </ac:spMkLst>
        </pc:spChg>
        <pc:spChg chg="add del">
          <ac:chgData name="Sahand Khodabandehloo" userId="cb03d64890cf78b3" providerId="LiveId" clId="{1CED9A32-6EED-4869-9925-8E44BFBD3BFD}" dt="2022-03-09T09:56:02.175" v="398"/>
          <ac:spMkLst>
            <pc:docMk/>
            <pc:sldMk cId="1487700712" sldId="256"/>
            <ac:spMk id="22" creationId="{4A2E7EC3-E07C-46CE-9B25-41865A50681C}"/>
          </ac:spMkLst>
        </pc:spChg>
        <pc:grpChg chg="add del">
          <ac:chgData name="Sahand Khodabandehloo" userId="cb03d64890cf78b3" providerId="LiveId" clId="{1CED9A32-6EED-4869-9925-8E44BFBD3BFD}" dt="2022-03-09T09:56:02.175" v="398"/>
          <ac:grpSpMkLst>
            <pc:docMk/>
            <pc:sldMk cId="1487700712" sldId="256"/>
            <ac:grpSpMk id="17" creationId="{AA9EB0BC-A85E-4C26-B355-5DFCEF6CCB49}"/>
          </ac:grpSpMkLst>
        </pc:grpChg>
        <pc:picChg chg="add del">
          <ac:chgData name="Sahand Khodabandehloo" userId="cb03d64890cf78b3" providerId="LiveId" clId="{1CED9A32-6EED-4869-9925-8E44BFBD3BFD}" dt="2022-03-09T10:02:35.705" v="401" actId="478"/>
          <ac:picMkLst>
            <pc:docMk/>
            <pc:sldMk cId="1487700712" sldId="256"/>
            <ac:picMk id="7" creationId="{3840F91C-EDD0-4D4E-A4AB-E6C77856C88C}"/>
          </ac:picMkLst>
        </pc:picChg>
      </pc:sldChg>
      <pc:sldChg chg="modSp del">
        <pc:chgData name="Sahand Khodabandehloo" userId="cb03d64890cf78b3" providerId="LiveId" clId="{1CED9A32-6EED-4869-9925-8E44BFBD3BFD}" dt="2022-03-22T01:46:58.152" v="1920" actId="2696"/>
        <pc:sldMkLst>
          <pc:docMk/>
          <pc:sldMk cId="497607547" sldId="258"/>
        </pc:sldMkLst>
        <pc:spChg chg="mod">
          <ac:chgData name="Sahand Khodabandehloo" userId="cb03d64890cf78b3" providerId="LiveId" clId="{1CED9A32-6EED-4869-9925-8E44BFBD3BFD}" dt="2022-02-23T13:22:44.310" v="68"/>
          <ac:spMkLst>
            <pc:docMk/>
            <pc:sldMk cId="497607547" sldId="258"/>
            <ac:spMk id="2" creationId="{921633EB-7DCB-4DDC-80AF-C885A3EE1245}"/>
          </ac:spMkLst>
        </pc:spChg>
      </pc:sldChg>
      <pc:sldChg chg="addSp delSp modSp del delDesignElem">
        <pc:chgData name="Sahand Khodabandehloo" userId="cb03d64890cf78b3" providerId="LiveId" clId="{1CED9A32-6EED-4869-9925-8E44BFBD3BFD}" dt="2022-03-22T01:46:56.989" v="1919" actId="2696"/>
        <pc:sldMkLst>
          <pc:docMk/>
          <pc:sldMk cId="4209322005" sldId="259"/>
        </pc:sldMkLst>
        <pc:spChg chg="mod">
          <ac:chgData name="Sahand Khodabandehloo" userId="cb03d64890cf78b3" providerId="LiveId" clId="{1CED9A32-6EED-4869-9925-8E44BFBD3BFD}" dt="2022-02-23T13:22:53.694" v="69"/>
          <ac:spMkLst>
            <pc:docMk/>
            <pc:sldMk cId="4209322005" sldId="259"/>
            <ac:spMk id="2" creationId="{7F2616EE-270D-4F4C-BA1F-2708D387B800}"/>
          </ac:spMkLst>
        </pc:spChg>
        <pc:spChg chg="add del">
          <ac:chgData name="Sahand Khodabandehloo" userId="cb03d64890cf78b3" providerId="LiveId" clId="{1CED9A32-6EED-4869-9925-8E44BFBD3BFD}" dt="2022-03-09T09:56:02.175" v="398"/>
          <ac:spMkLst>
            <pc:docMk/>
            <pc:sldMk cId="4209322005" sldId="259"/>
            <ac:spMk id="13" creationId="{4AE9D071-98CF-435C-BD2B-976514544DC5}"/>
          </ac:spMkLst>
        </pc:spChg>
        <pc:grpChg chg="add del">
          <ac:chgData name="Sahand Khodabandehloo" userId="cb03d64890cf78b3" providerId="LiveId" clId="{1CED9A32-6EED-4869-9925-8E44BFBD3BFD}" dt="2022-03-09T09:56:02.175" v="398"/>
          <ac:grpSpMkLst>
            <pc:docMk/>
            <pc:sldMk cId="4209322005" sldId="259"/>
            <ac:grpSpMk id="15" creationId="{D619FC33-16ED-4246-9596-BEFEB55E4CF6}"/>
          </ac:grpSpMkLst>
        </pc:grpChg>
        <pc:graphicFrameChg chg="mod">
          <ac:chgData name="Sahand Khodabandehloo" userId="cb03d64890cf78b3" providerId="LiveId" clId="{1CED9A32-6EED-4869-9925-8E44BFBD3BFD}" dt="2022-02-23T13:23:03.289" v="80" actId="20577"/>
          <ac:graphicFrameMkLst>
            <pc:docMk/>
            <pc:sldMk cId="4209322005" sldId="259"/>
            <ac:graphicFrameMk id="6" creationId="{BF629521-FFD2-45DA-9D1D-A5F09BD5A2D9}"/>
          </ac:graphicFrameMkLst>
        </pc:graphicFrameChg>
      </pc:sldChg>
      <pc:sldChg chg="addSp delSp modSp delDesignElem">
        <pc:chgData name="Sahand Khodabandehloo" userId="cb03d64890cf78b3" providerId="LiveId" clId="{1CED9A32-6EED-4869-9925-8E44BFBD3BFD}" dt="2022-03-09T10:47:24.280" v="1445" actId="207"/>
        <pc:sldMkLst>
          <pc:docMk/>
          <pc:sldMk cId="3501347425" sldId="260"/>
        </pc:sldMkLst>
        <pc:spChg chg="mod">
          <ac:chgData name="Sahand Khodabandehloo" userId="cb03d64890cf78b3" providerId="LiveId" clId="{1CED9A32-6EED-4869-9925-8E44BFBD3BFD}" dt="2022-02-23T13:24:04.153" v="92" actId="20577"/>
          <ac:spMkLst>
            <pc:docMk/>
            <pc:sldMk cId="3501347425" sldId="260"/>
            <ac:spMk id="2" creationId="{0F87E73C-2B1A-4602-BFBE-CFE1E55D9B38}"/>
          </ac:spMkLst>
        </pc:spChg>
        <pc:spChg chg="mod">
          <ac:chgData name="Sahand Khodabandehloo" userId="cb03d64890cf78b3" providerId="LiveId" clId="{1CED9A32-6EED-4869-9925-8E44BFBD3BFD}" dt="2022-03-09T10:47:24.280" v="1445" actId="207"/>
          <ac:spMkLst>
            <pc:docMk/>
            <pc:sldMk cId="3501347425" sldId="260"/>
            <ac:spMk id="3" creationId="{A9CB511D-EA45-4336-847C-1252667143B5}"/>
          </ac:spMkLst>
        </pc:spChg>
        <pc:spChg chg="add del">
          <ac:chgData name="Sahand Khodabandehloo" userId="cb03d64890cf78b3" providerId="LiveId" clId="{1CED9A32-6EED-4869-9925-8E44BFBD3BFD}" dt="2022-03-09T09:56:02.175" v="398"/>
          <ac:spMkLst>
            <pc:docMk/>
            <pc:sldMk cId="3501347425" sldId="260"/>
            <ac:spMk id="10" creationId="{379F11E2-8BA5-4C5C-AE7C-361E5EA011FF}"/>
          </ac:spMkLst>
        </pc:spChg>
        <pc:spChg chg="add del">
          <ac:chgData name="Sahand Khodabandehloo" userId="cb03d64890cf78b3" providerId="LiveId" clId="{1CED9A32-6EED-4869-9925-8E44BFBD3BFD}" dt="2022-03-09T09:56:02.175" v="398"/>
          <ac:spMkLst>
            <pc:docMk/>
            <pc:sldMk cId="3501347425" sldId="260"/>
            <ac:spMk id="12" creationId="{7C00E1DA-EC7C-40FC-95E3-11FDCD2E4291}"/>
          </ac:spMkLst>
        </pc:spChg>
        <pc:grpChg chg="add del">
          <ac:chgData name="Sahand Khodabandehloo" userId="cb03d64890cf78b3" providerId="LiveId" clId="{1CED9A32-6EED-4869-9925-8E44BFBD3BFD}" dt="2022-03-09T09:56:02.175" v="398"/>
          <ac:grpSpMkLst>
            <pc:docMk/>
            <pc:sldMk cId="3501347425" sldId="260"/>
            <ac:grpSpMk id="14" creationId="{9A421166-2996-41A7-B094-AE5316F347DD}"/>
          </ac:grpSpMkLst>
        </pc:grpChg>
      </pc:sldChg>
      <pc:sldChg chg="addSp delSp modSp del ord delDesignElem">
        <pc:chgData name="Sahand Khodabandehloo" userId="cb03d64890cf78b3" providerId="LiveId" clId="{1CED9A32-6EED-4869-9925-8E44BFBD3BFD}" dt="2022-03-22T01:46:55.828" v="1918" actId="2696"/>
        <pc:sldMkLst>
          <pc:docMk/>
          <pc:sldMk cId="1703342593" sldId="261"/>
        </pc:sldMkLst>
        <pc:spChg chg="mod">
          <ac:chgData name="Sahand Khodabandehloo" userId="cb03d64890cf78b3" providerId="LiveId" clId="{1CED9A32-6EED-4869-9925-8E44BFBD3BFD}" dt="2022-03-09T09:56:02.175" v="398"/>
          <ac:spMkLst>
            <pc:docMk/>
            <pc:sldMk cId="1703342593" sldId="261"/>
            <ac:spMk id="2" creationId="{5B040558-A365-4CCE-92FA-5A48CD98F9C9}"/>
          </ac:spMkLst>
        </pc:spChg>
        <pc:spChg chg="add del">
          <ac:chgData name="Sahand Khodabandehloo" userId="cb03d64890cf78b3" providerId="LiveId" clId="{1CED9A32-6EED-4869-9925-8E44BFBD3BFD}" dt="2022-03-09T09:56:02.175" v="398"/>
          <ac:spMkLst>
            <pc:docMk/>
            <pc:sldMk cId="1703342593" sldId="261"/>
            <ac:spMk id="29" creationId="{BFDA9692-ECDC-4B59-86B2-8C90FDE1A055}"/>
          </ac:spMkLst>
        </pc:spChg>
        <pc:spChg chg="add del">
          <ac:chgData name="Sahand Khodabandehloo" userId="cb03d64890cf78b3" providerId="LiveId" clId="{1CED9A32-6EED-4869-9925-8E44BFBD3BFD}" dt="2022-03-09T09:56:02.175" v="398"/>
          <ac:spMkLst>
            <pc:docMk/>
            <pc:sldMk cId="1703342593" sldId="261"/>
            <ac:spMk id="31" creationId="{12C05506-42A1-49C0-9D87-081CCD9023D6}"/>
          </ac:spMkLst>
        </pc:spChg>
        <pc:picChg chg="del">
          <ac:chgData name="Sahand Khodabandehloo" userId="cb03d64890cf78b3" providerId="LiveId" clId="{1CED9A32-6EED-4869-9925-8E44BFBD3BFD}" dt="2022-03-09T10:38:59.206" v="1417" actId="478"/>
          <ac:picMkLst>
            <pc:docMk/>
            <pc:sldMk cId="1703342593" sldId="261"/>
            <ac:picMk id="41" creationId="{F70F510A-4252-4541-9A18-A6A1669F53F1}"/>
          </ac:picMkLst>
        </pc:picChg>
      </pc:sldChg>
      <pc:sldChg chg="addSp delSp modSp add mod ord modClrScheme chgLayout modNotesTx">
        <pc:chgData name="Sahand Khodabandehloo" userId="cb03d64890cf78b3" providerId="LiveId" clId="{1CED9A32-6EED-4869-9925-8E44BFBD3BFD}" dt="2022-03-22T03:31:28.749" v="2432" actId="20577"/>
        <pc:sldMkLst>
          <pc:docMk/>
          <pc:sldMk cId="181987771" sldId="262"/>
        </pc:sldMkLst>
        <pc:spChg chg="mod">
          <ac:chgData name="Sahand Khodabandehloo" userId="cb03d64890cf78b3" providerId="LiveId" clId="{1CED9A32-6EED-4869-9925-8E44BFBD3BFD}" dt="2022-03-09T10:21:49.869" v="885" actId="20577"/>
          <ac:spMkLst>
            <pc:docMk/>
            <pc:sldMk cId="181987771" sldId="262"/>
            <ac:spMk id="2" creationId="{A69278E0-259E-45F2-BD6B-53C76868065E}"/>
          </ac:spMkLst>
        </pc:spChg>
        <pc:spChg chg="add del">
          <ac:chgData name="Sahand Khodabandehloo" userId="cb03d64890cf78b3" providerId="LiveId" clId="{1CED9A32-6EED-4869-9925-8E44BFBD3BFD}" dt="2022-02-23T13:24:16.069" v="96"/>
          <ac:spMkLst>
            <pc:docMk/>
            <pc:sldMk cId="181987771" sldId="262"/>
            <ac:spMk id="3" creationId="{077526B7-9B92-4AE2-AB06-26C9D432E724}"/>
          </ac:spMkLst>
        </pc:spChg>
        <pc:spChg chg="add del mod">
          <ac:chgData name="Sahand Khodabandehloo" userId="cb03d64890cf78b3" providerId="LiveId" clId="{1CED9A32-6EED-4869-9925-8E44BFBD3BFD}" dt="2022-03-22T00:29:08.105" v="1847" actId="478"/>
          <ac:spMkLst>
            <pc:docMk/>
            <pc:sldMk cId="181987771" sldId="262"/>
            <ac:spMk id="3" creationId="{AA7ECAD5-091A-4E1E-BDB4-AED85D8756C7}"/>
          </ac:spMkLst>
        </pc:spChg>
        <pc:spChg chg="add mod">
          <ac:chgData name="Sahand Khodabandehloo" userId="cb03d64890cf78b3" providerId="LiveId" clId="{1CED9A32-6EED-4869-9925-8E44BFBD3BFD}" dt="2022-03-22T03:08:18.006" v="2145" actId="20577"/>
          <ac:spMkLst>
            <pc:docMk/>
            <pc:sldMk cId="181987771" sldId="262"/>
            <ac:spMk id="9" creationId="{D0BAA219-7E15-4298-8732-A9BAD7FE358B}"/>
          </ac:spMkLst>
        </pc:spChg>
        <pc:spChg chg="add del mod">
          <ac:chgData name="Sahand Khodabandehloo" userId="cb03d64890cf78b3" providerId="LiveId" clId="{1CED9A32-6EED-4869-9925-8E44BFBD3BFD}" dt="2022-03-09T10:21:10.083" v="874" actId="478"/>
          <ac:spMkLst>
            <pc:docMk/>
            <pc:sldMk cId="181987771" sldId="262"/>
            <ac:spMk id="10" creationId="{BE7B8FE5-4396-49E9-B715-D85F7F912DEA}"/>
          </ac:spMkLst>
        </pc:spChg>
        <pc:spChg chg="add mod">
          <ac:chgData name="Sahand Khodabandehloo" userId="cb03d64890cf78b3" providerId="LiveId" clId="{1CED9A32-6EED-4869-9925-8E44BFBD3BFD}" dt="2022-03-09T10:24:11.536" v="972" actId="404"/>
          <ac:spMkLst>
            <pc:docMk/>
            <pc:sldMk cId="181987771" sldId="262"/>
            <ac:spMk id="11" creationId="{806D7320-847C-4052-9F78-C699A4FDB4E4}"/>
          </ac:spMkLst>
        </pc:spChg>
        <pc:picChg chg="add del mod">
          <ac:chgData name="Sahand Khodabandehloo" userId="cb03d64890cf78b3" providerId="LiveId" clId="{1CED9A32-6EED-4869-9925-8E44BFBD3BFD}" dt="2022-03-09T10:20:15.759" v="871" actId="478"/>
          <ac:picMkLst>
            <pc:docMk/>
            <pc:sldMk cId="181987771" sldId="262"/>
            <ac:picMk id="4" creationId="{8C287F12-22CE-4E08-9AAD-04D8E5038F5F}"/>
          </ac:picMkLst>
        </pc:picChg>
        <pc:picChg chg="add del mod">
          <ac:chgData name="Sahand Khodabandehloo" userId="cb03d64890cf78b3" providerId="LiveId" clId="{1CED9A32-6EED-4869-9925-8E44BFBD3BFD}" dt="2022-03-09T10:11:18.727" v="773" actId="478"/>
          <ac:picMkLst>
            <pc:docMk/>
            <pc:sldMk cId="181987771" sldId="262"/>
            <ac:picMk id="5" creationId="{9D6721B2-323B-42D6-AC44-11A75278FA0E}"/>
          </ac:picMkLst>
        </pc:picChg>
        <pc:picChg chg="add del mod">
          <ac:chgData name="Sahand Khodabandehloo" userId="cb03d64890cf78b3" providerId="LiveId" clId="{1CED9A32-6EED-4869-9925-8E44BFBD3BFD}" dt="2022-03-09T10:14:38.326" v="780"/>
          <ac:picMkLst>
            <pc:docMk/>
            <pc:sldMk cId="181987771" sldId="262"/>
            <ac:picMk id="6" creationId="{E156E719-9057-49C1-8DE0-528E3ECB5AEF}"/>
          </ac:picMkLst>
        </pc:picChg>
        <pc:picChg chg="add del">
          <ac:chgData name="Sahand Khodabandehloo" userId="cb03d64890cf78b3" providerId="LiveId" clId="{1CED9A32-6EED-4869-9925-8E44BFBD3BFD}" dt="2022-03-09T10:15:45.584" v="782"/>
          <ac:picMkLst>
            <pc:docMk/>
            <pc:sldMk cId="181987771" sldId="262"/>
            <ac:picMk id="7" creationId="{46F6CAE2-0BF8-4409-A203-0048736194A7}"/>
          </ac:picMkLst>
        </pc:picChg>
        <pc:picChg chg="add mod">
          <ac:chgData name="Sahand Khodabandehloo" userId="cb03d64890cf78b3" providerId="LiveId" clId="{1CED9A32-6EED-4869-9925-8E44BFBD3BFD}" dt="2022-03-09T10:21:40.767" v="883" actId="26606"/>
          <ac:picMkLst>
            <pc:docMk/>
            <pc:sldMk cId="181987771" sldId="262"/>
            <ac:picMk id="8" creationId="{80A6013D-4B06-4F90-94FF-FC2CDA480C0E}"/>
          </ac:picMkLst>
        </pc:picChg>
      </pc:sldChg>
      <pc:sldChg chg="modSp add">
        <pc:chgData name="Sahand Khodabandehloo" userId="cb03d64890cf78b3" providerId="LiveId" clId="{1CED9A32-6EED-4869-9925-8E44BFBD3BFD}" dt="2022-02-23T13:31:53.119" v="133"/>
        <pc:sldMkLst>
          <pc:docMk/>
          <pc:sldMk cId="2591522528" sldId="263"/>
        </pc:sldMkLst>
        <pc:spChg chg="mod">
          <ac:chgData name="Sahand Khodabandehloo" userId="cb03d64890cf78b3" providerId="LiveId" clId="{1CED9A32-6EED-4869-9925-8E44BFBD3BFD}" dt="2022-02-23T13:30:37.631" v="119" actId="20577"/>
          <ac:spMkLst>
            <pc:docMk/>
            <pc:sldMk cId="2591522528" sldId="263"/>
            <ac:spMk id="2" creationId="{5D33917E-CEC7-4E58-BDA2-113D9D91B298}"/>
          </ac:spMkLst>
        </pc:spChg>
        <pc:spChg chg="mod">
          <ac:chgData name="Sahand Khodabandehloo" userId="cb03d64890cf78b3" providerId="LiveId" clId="{1CED9A32-6EED-4869-9925-8E44BFBD3BFD}" dt="2022-02-23T13:31:53.119" v="133"/>
          <ac:spMkLst>
            <pc:docMk/>
            <pc:sldMk cId="2591522528" sldId="263"/>
            <ac:spMk id="3" creationId="{083E6DC2-BC65-42DA-A1B9-65FAF6CAE42E}"/>
          </ac:spMkLst>
        </pc:spChg>
      </pc:sldChg>
      <pc:sldChg chg="addSp delSp modSp add mod modClrScheme chgLayout">
        <pc:chgData name="Sahand Khodabandehloo" userId="cb03d64890cf78b3" providerId="LiveId" clId="{1CED9A32-6EED-4869-9925-8E44BFBD3BFD}" dt="2022-03-22T03:43:20.512" v="2602" actId="20577"/>
        <pc:sldMkLst>
          <pc:docMk/>
          <pc:sldMk cId="1808750117" sldId="264"/>
        </pc:sldMkLst>
        <pc:spChg chg="del">
          <ac:chgData name="Sahand Khodabandehloo" userId="cb03d64890cf78b3" providerId="LiveId" clId="{1CED9A32-6EED-4869-9925-8E44BFBD3BFD}" dt="2022-02-23T14:23:44.040" v="288" actId="26606"/>
          <ac:spMkLst>
            <pc:docMk/>
            <pc:sldMk cId="1808750117" sldId="264"/>
            <ac:spMk id="2" creationId="{D031F3F1-A45C-47AB-B50D-DB6C4B7AAE80}"/>
          </ac:spMkLst>
        </pc:spChg>
        <pc:spChg chg="add mod">
          <ac:chgData name="Sahand Khodabandehloo" userId="cb03d64890cf78b3" providerId="LiveId" clId="{1CED9A32-6EED-4869-9925-8E44BFBD3BFD}" dt="2022-03-09T10:40:44.184" v="1443" actId="1076"/>
          <ac:spMkLst>
            <pc:docMk/>
            <pc:sldMk cId="1808750117" sldId="264"/>
            <ac:spMk id="2" creationId="{D5EA5825-DC29-4503-8AB6-05FEF31507F5}"/>
          </ac:spMkLst>
        </pc:spChg>
        <pc:spChg chg="add del">
          <ac:chgData name="Sahand Khodabandehloo" userId="cb03d64890cf78b3" providerId="LiveId" clId="{1CED9A32-6EED-4869-9925-8E44BFBD3BFD}" dt="2022-02-23T14:23:34.991" v="286"/>
          <ac:spMkLst>
            <pc:docMk/>
            <pc:sldMk cId="1808750117" sldId="264"/>
            <ac:spMk id="3" creationId="{8B43B2FD-F3FE-40C7-BFA4-35F75D83C029}"/>
          </ac:spMkLst>
        </pc:spChg>
        <pc:spChg chg="add mod">
          <ac:chgData name="Sahand Khodabandehloo" userId="cb03d64890cf78b3" providerId="LiveId" clId="{1CED9A32-6EED-4869-9925-8E44BFBD3BFD}" dt="2022-03-22T03:38:33.121" v="2520"/>
          <ac:spMkLst>
            <pc:docMk/>
            <pc:sldMk cId="1808750117" sldId="264"/>
            <ac:spMk id="10" creationId="{E7531112-58B0-4622-9C72-0D9DB1D92B07}"/>
          </ac:spMkLst>
        </pc:spChg>
        <pc:spChg chg="add mod">
          <ac:chgData name="Sahand Khodabandehloo" userId="cb03d64890cf78b3" providerId="LiveId" clId="{1CED9A32-6EED-4869-9925-8E44BFBD3BFD}" dt="2022-03-22T03:43:20.512" v="2602" actId="20577"/>
          <ac:spMkLst>
            <pc:docMk/>
            <pc:sldMk cId="1808750117" sldId="264"/>
            <ac:spMk id="12" creationId="{D40B15CF-379B-4814-B5D6-D5C7B81AE6E8}"/>
          </ac:spMkLst>
        </pc:spChg>
        <pc:picChg chg="add">
          <ac:chgData name="Sahand Khodabandehloo" userId="cb03d64890cf78b3" providerId="LiveId" clId="{1CED9A32-6EED-4869-9925-8E44BFBD3BFD}" dt="2022-02-23T14:23:28.054" v="284"/>
          <ac:picMkLst>
            <pc:docMk/>
            <pc:sldMk cId="1808750117" sldId="264"/>
            <ac:picMk id="4" creationId="{70FBB042-8744-4AA1-A972-F821DB2BF892}"/>
          </ac:picMkLst>
        </pc:picChg>
        <pc:picChg chg="add mod">
          <ac:chgData name="Sahand Khodabandehloo" userId="cb03d64890cf78b3" providerId="LiveId" clId="{1CED9A32-6EED-4869-9925-8E44BFBD3BFD}" dt="2022-03-09T10:39:52.705" v="1432" actId="962"/>
          <ac:picMkLst>
            <pc:docMk/>
            <pc:sldMk cId="1808750117" sldId="264"/>
            <ac:picMk id="5" creationId="{7D92EAF4-3305-40A2-A3E1-28F1C9FDE711}"/>
          </ac:picMkLst>
        </pc:picChg>
      </pc:sldChg>
      <pc:sldChg chg="addSp delSp modSp del">
        <pc:chgData name="Sahand Khodabandehloo" userId="cb03d64890cf78b3" providerId="LiveId" clId="{1CED9A32-6EED-4869-9925-8E44BFBD3BFD}" dt="2022-03-09T10:36:00.692" v="1269" actId="2696"/>
        <pc:sldMkLst>
          <pc:docMk/>
          <pc:sldMk cId="3394016038" sldId="265"/>
        </pc:sldMkLst>
        <pc:spChg chg="add del mod">
          <ac:chgData name="Sahand Khodabandehloo" userId="cb03d64890cf78b3" providerId="LiveId" clId="{1CED9A32-6EED-4869-9925-8E44BFBD3BFD}" dt="2022-03-09T10:35:23.075" v="1212"/>
          <ac:spMkLst>
            <pc:docMk/>
            <pc:sldMk cId="3394016038" sldId="265"/>
            <ac:spMk id="3" creationId="{F08FD738-3837-466D-867E-ADFE27E5CF8D}"/>
          </ac:spMkLst>
        </pc:spChg>
        <pc:picChg chg="add del">
          <ac:chgData name="Sahand Khodabandehloo" userId="cb03d64890cf78b3" providerId="LiveId" clId="{1CED9A32-6EED-4869-9925-8E44BFBD3BFD}" dt="2022-03-09T10:35:23.075" v="1212"/>
          <ac:picMkLst>
            <pc:docMk/>
            <pc:sldMk cId="3394016038" sldId="265"/>
            <ac:picMk id="4" creationId="{7AEE0DF9-4AFD-4879-922E-6F75E9675726}"/>
          </ac:picMkLst>
        </pc:picChg>
      </pc:sldChg>
      <pc:sldChg chg="modSp add">
        <pc:chgData name="Sahand Khodabandehloo" userId="cb03d64890cf78b3" providerId="LiveId" clId="{1CED9A32-6EED-4869-9925-8E44BFBD3BFD}" dt="2022-02-23T14:34:48.212" v="362" actId="20577"/>
        <pc:sldMkLst>
          <pc:docMk/>
          <pc:sldMk cId="4051653810" sldId="267"/>
        </pc:sldMkLst>
        <pc:spChg chg="mod">
          <ac:chgData name="Sahand Khodabandehloo" userId="cb03d64890cf78b3" providerId="LiveId" clId="{1CED9A32-6EED-4869-9925-8E44BFBD3BFD}" dt="2022-02-23T14:34:48.212" v="362" actId="20577"/>
          <ac:spMkLst>
            <pc:docMk/>
            <pc:sldMk cId="4051653810" sldId="267"/>
            <ac:spMk id="2" creationId="{1D68C047-6183-4B6B-AA15-4CF375FB08B6}"/>
          </ac:spMkLst>
        </pc:spChg>
      </pc:sldChg>
      <pc:sldChg chg="addSp delSp modSp mod setBg modNotesTx">
        <pc:chgData name="Sahand Khodabandehloo" userId="cb03d64890cf78b3" providerId="LiveId" clId="{1CED9A32-6EED-4869-9925-8E44BFBD3BFD}" dt="2022-03-22T03:31:43.047" v="2436" actId="20577"/>
        <pc:sldMkLst>
          <pc:docMk/>
          <pc:sldMk cId="4276114735" sldId="269"/>
        </pc:sldMkLst>
        <pc:spChg chg="mod">
          <ac:chgData name="Sahand Khodabandehloo" userId="cb03d64890cf78b3" providerId="LiveId" clId="{1CED9A32-6EED-4869-9925-8E44BFBD3BFD}" dt="2022-03-09T10:54:36.986" v="1636" actId="20577"/>
          <ac:spMkLst>
            <pc:docMk/>
            <pc:sldMk cId="4276114735" sldId="269"/>
            <ac:spMk id="2" creationId="{344B530D-CE49-49D3-8250-FFA15895E976}"/>
          </ac:spMkLst>
        </pc:spChg>
        <pc:spChg chg="add del">
          <ac:chgData name="Sahand Khodabandehloo" userId="cb03d64890cf78b3" providerId="LiveId" clId="{1CED9A32-6EED-4869-9925-8E44BFBD3BFD}" dt="2022-03-22T03:31:40.800" v="2435"/>
          <ac:spMkLst>
            <pc:docMk/>
            <pc:sldMk cId="4276114735" sldId="269"/>
            <ac:spMk id="3" creationId="{835AEF9B-306B-4150-8159-D3DEC32B7A2B}"/>
          </ac:spMkLst>
        </pc:spChg>
        <pc:spChg chg="mod">
          <ac:chgData name="Sahand Khodabandehloo" userId="cb03d64890cf78b3" providerId="LiveId" clId="{1CED9A32-6EED-4869-9925-8E44BFBD3BFD}" dt="2022-03-22T03:29:58.578" v="2381" actId="20577"/>
          <ac:spMkLst>
            <pc:docMk/>
            <pc:sldMk cId="4276114735" sldId="269"/>
            <ac:spMk id="7" creationId="{6DBCC830-1CA3-423B-A634-8B2985A2D036}"/>
          </ac:spMkLst>
        </pc:spChg>
        <pc:spChg chg="mod">
          <ac:chgData name="Sahand Khodabandehloo" userId="cb03d64890cf78b3" providerId="LiveId" clId="{1CED9A32-6EED-4869-9925-8E44BFBD3BFD}" dt="2022-03-22T03:30:58.549" v="2431" actId="20577"/>
          <ac:spMkLst>
            <pc:docMk/>
            <pc:sldMk cId="4276114735" sldId="269"/>
            <ac:spMk id="8" creationId="{9F34EFD4-7932-4DCC-B737-7E1FA8B3446F}"/>
          </ac:spMkLst>
        </pc:spChg>
        <pc:spChg chg="add del">
          <ac:chgData name="Sahand Khodabandehloo" userId="cb03d64890cf78b3" providerId="LiveId" clId="{1CED9A32-6EED-4869-9925-8E44BFBD3BFD}" dt="2022-03-09T09:55:59.724" v="396" actId="26606"/>
          <ac:spMkLst>
            <pc:docMk/>
            <pc:sldMk cId="4276114735" sldId="269"/>
            <ac:spMk id="10" creationId="{3FF35A48-04B2-4B90-BD16-AD639649C6B7}"/>
          </ac:spMkLst>
        </pc:spChg>
        <pc:picChg chg="mod ord">
          <ac:chgData name="Sahand Khodabandehloo" userId="cb03d64890cf78b3" providerId="LiveId" clId="{1CED9A32-6EED-4869-9925-8E44BFBD3BFD}" dt="2022-03-09T09:55:59.724" v="396" actId="26606"/>
          <ac:picMkLst>
            <pc:docMk/>
            <pc:sldMk cId="4276114735" sldId="269"/>
            <ac:picMk id="5" creationId="{508BA3E1-BD5C-4E83-86EC-DA49CBE1E5DB}"/>
          </ac:picMkLst>
        </pc:picChg>
        <pc:picChg chg="mod">
          <ac:chgData name="Sahand Khodabandehloo" userId="cb03d64890cf78b3" providerId="LiveId" clId="{1CED9A32-6EED-4869-9925-8E44BFBD3BFD}" dt="2022-03-09T09:55:59.724" v="396" actId="26606"/>
          <ac:picMkLst>
            <pc:docMk/>
            <pc:sldMk cId="4276114735" sldId="269"/>
            <ac:picMk id="6" creationId="{CE167EAC-3848-4977-BD72-24F428928B8A}"/>
          </ac:picMkLst>
        </pc:picChg>
      </pc:sldChg>
      <pc:sldChg chg="addSp delSp modSp add mod modClrScheme chgLayout modNotesTx">
        <pc:chgData name="Sahand Khodabandehloo" userId="cb03d64890cf78b3" providerId="LiveId" clId="{1CED9A32-6EED-4869-9925-8E44BFBD3BFD}" dt="2022-03-22T03:39:05.004" v="2536"/>
        <pc:sldMkLst>
          <pc:docMk/>
          <pc:sldMk cId="43279297" sldId="270"/>
        </pc:sldMkLst>
        <pc:spChg chg="mod">
          <ac:chgData name="Sahand Khodabandehloo" userId="cb03d64890cf78b3" providerId="LiveId" clId="{1CED9A32-6EED-4869-9925-8E44BFBD3BFD}" dt="2022-03-22T01:46:18.661" v="1917" actId="20577"/>
          <ac:spMkLst>
            <pc:docMk/>
            <pc:sldMk cId="43279297" sldId="270"/>
            <ac:spMk id="2" creationId="{82CD2C96-7EB8-4223-BAF0-2CE9587F74CE}"/>
          </ac:spMkLst>
        </pc:spChg>
        <pc:spChg chg="mod">
          <ac:chgData name="Sahand Khodabandehloo" userId="cb03d64890cf78b3" providerId="LiveId" clId="{1CED9A32-6EED-4869-9925-8E44BFBD3BFD}" dt="2022-03-22T03:39:05.004" v="2536"/>
          <ac:spMkLst>
            <pc:docMk/>
            <pc:sldMk cId="43279297" sldId="270"/>
            <ac:spMk id="3" creationId="{AE479A1E-49A1-4EE8-8DCB-CB45AC374A92}"/>
          </ac:spMkLst>
        </pc:spChg>
        <pc:spChg chg="add mod">
          <ac:chgData name="Sahand Khodabandehloo" userId="cb03d64890cf78b3" providerId="LiveId" clId="{1CED9A32-6EED-4869-9925-8E44BFBD3BFD}" dt="2022-03-09T10:40:11.703" v="1441" actId="313"/>
          <ac:spMkLst>
            <pc:docMk/>
            <pc:sldMk cId="43279297" sldId="270"/>
            <ac:spMk id="5" creationId="{959D7CF7-D2E7-4292-BF41-C44A423367AC}"/>
          </ac:spMkLst>
        </pc:spChg>
        <pc:spChg chg="del">
          <ac:chgData name="Sahand Khodabandehloo" userId="cb03d64890cf78b3" providerId="LiveId" clId="{1CED9A32-6EED-4869-9925-8E44BFBD3BFD}" dt="2022-03-09T10:33:51.889" v="1204" actId="478"/>
          <ac:spMkLst>
            <pc:docMk/>
            <pc:sldMk cId="43279297" sldId="270"/>
            <ac:spMk id="6" creationId="{1A834642-2879-4597-8A84-E4076DF32E8D}"/>
          </ac:spMkLst>
        </pc:spChg>
        <pc:picChg chg="add mod">
          <ac:chgData name="Sahand Khodabandehloo" userId="cb03d64890cf78b3" providerId="LiveId" clId="{1CED9A32-6EED-4869-9925-8E44BFBD3BFD}" dt="2022-03-09T10:26:15.562" v="979" actId="26606"/>
          <ac:picMkLst>
            <pc:docMk/>
            <pc:sldMk cId="43279297" sldId="270"/>
            <ac:picMk id="4" creationId="{107A12C3-DB63-4890-9EAD-742E7A78130E}"/>
          </ac:picMkLst>
        </pc:picChg>
      </pc:sldChg>
      <pc:sldChg chg="add del">
        <pc:chgData name="Sahand Khodabandehloo" userId="cb03d64890cf78b3" providerId="LiveId" clId="{1CED9A32-6EED-4869-9925-8E44BFBD3BFD}" dt="2022-03-09T10:10:32.838" v="731"/>
        <pc:sldMkLst>
          <pc:docMk/>
          <pc:sldMk cId="3728374191" sldId="270"/>
        </pc:sldMkLst>
      </pc:sldChg>
      <pc:sldChg chg="addSp delSp modSp add">
        <pc:chgData name="Sahand Khodabandehloo" userId="cb03d64890cf78b3" providerId="LiveId" clId="{1CED9A32-6EED-4869-9925-8E44BFBD3BFD}" dt="2022-03-09T10:43:30.845" v="1444" actId="790"/>
        <pc:sldMkLst>
          <pc:docMk/>
          <pc:sldMk cId="3716388896" sldId="272"/>
        </pc:sldMkLst>
        <pc:spChg chg="mod">
          <ac:chgData name="Sahand Khodabandehloo" userId="cb03d64890cf78b3" providerId="LiveId" clId="{1CED9A32-6EED-4869-9925-8E44BFBD3BFD}" dt="2022-03-09T10:21:53.475" v="887" actId="20577"/>
          <ac:spMkLst>
            <pc:docMk/>
            <pc:sldMk cId="3716388896" sldId="272"/>
            <ac:spMk id="2" creationId="{CB0CE285-125A-431A-96D0-6CAB67359260}"/>
          </ac:spMkLst>
        </pc:spChg>
        <pc:spChg chg="add del mod">
          <ac:chgData name="Sahand Khodabandehloo" userId="cb03d64890cf78b3" providerId="LiveId" clId="{1CED9A32-6EED-4869-9925-8E44BFBD3BFD}" dt="2022-03-09T10:43:30.845" v="1444" actId="790"/>
          <ac:spMkLst>
            <pc:docMk/>
            <pc:sldMk cId="3716388896" sldId="272"/>
            <ac:spMk id="3" creationId="{F16A5F08-DF51-4665-B66E-B8A478DFB392}"/>
          </ac:spMkLst>
        </pc:spChg>
        <pc:picChg chg="add del mod">
          <ac:chgData name="Sahand Khodabandehloo" userId="cb03d64890cf78b3" providerId="LiveId" clId="{1CED9A32-6EED-4869-9925-8E44BFBD3BFD}" dt="2022-03-09T10:16:17.520" v="787"/>
          <ac:picMkLst>
            <pc:docMk/>
            <pc:sldMk cId="3716388896" sldId="272"/>
            <ac:picMk id="4" creationId="{3AD6FD74-067F-4177-8B79-9E718C62CBC4}"/>
          </ac:picMkLst>
        </pc:picChg>
        <pc:picChg chg="add del mod">
          <ac:chgData name="Sahand Khodabandehloo" userId="cb03d64890cf78b3" providerId="LiveId" clId="{1CED9A32-6EED-4869-9925-8E44BFBD3BFD}" dt="2022-03-09T10:20:13.103" v="869"/>
          <ac:picMkLst>
            <pc:docMk/>
            <pc:sldMk cId="3716388896" sldId="272"/>
            <ac:picMk id="5" creationId="{37D41A3B-2BB0-4AE6-869D-77F94E59A2D7}"/>
          </ac:picMkLst>
        </pc:picChg>
      </pc:sldChg>
      <pc:sldChg chg="addSp modSp add del">
        <pc:chgData name="Sahand Khodabandehloo" userId="cb03d64890cf78b3" providerId="LiveId" clId="{1CED9A32-6EED-4869-9925-8E44BFBD3BFD}" dt="2022-03-09T10:38:26.959" v="1412" actId="2696"/>
        <pc:sldMkLst>
          <pc:docMk/>
          <pc:sldMk cId="2769478068" sldId="274"/>
        </pc:sldMkLst>
        <pc:spChg chg="mod">
          <ac:chgData name="Sahand Khodabandehloo" userId="cb03d64890cf78b3" providerId="LiveId" clId="{1CED9A32-6EED-4869-9925-8E44BFBD3BFD}" dt="2022-03-09T10:36:03.268" v="1276" actId="20577"/>
          <ac:spMkLst>
            <pc:docMk/>
            <pc:sldMk cId="2769478068" sldId="274"/>
            <ac:spMk id="2" creationId="{41CAB23E-0EA6-40D7-96DE-0CAFDCE63D9B}"/>
          </ac:spMkLst>
        </pc:spChg>
        <pc:spChg chg="mod">
          <ac:chgData name="Sahand Khodabandehloo" userId="cb03d64890cf78b3" providerId="LiveId" clId="{1CED9A32-6EED-4869-9925-8E44BFBD3BFD}" dt="2022-03-09T10:36:40.291" v="1318" actId="20577"/>
          <ac:spMkLst>
            <pc:docMk/>
            <pc:sldMk cId="2769478068" sldId="274"/>
            <ac:spMk id="3" creationId="{FABF5DE4-C843-4ACB-A230-973C1914218E}"/>
          </ac:spMkLst>
        </pc:spChg>
        <pc:picChg chg="add">
          <ac:chgData name="Sahand Khodabandehloo" userId="cb03d64890cf78b3" providerId="LiveId" clId="{1CED9A32-6EED-4869-9925-8E44BFBD3BFD}" dt="2022-03-09T10:35:19.884" v="1210"/>
          <ac:picMkLst>
            <pc:docMk/>
            <pc:sldMk cId="2769478068" sldId="274"/>
            <ac:picMk id="4" creationId="{9C3CC14D-D22F-40B2-9E3C-62C8837B2174}"/>
          </ac:picMkLst>
        </pc:picChg>
        <pc:picChg chg="add">
          <ac:chgData name="Sahand Khodabandehloo" userId="cb03d64890cf78b3" providerId="LiveId" clId="{1CED9A32-6EED-4869-9925-8E44BFBD3BFD}" dt="2022-03-09T10:35:24.202" v="1213"/>
          <ac:picMkLst>
            <pc:docMk/>
            <pc:sldMk cId="2769478068" sldId="274"/>
            <ac:picMk id="5" creationId="{D6B5ACCE-04EF-4482-9B10-FDB0F31E6994}"/>
          </ac:picMkLst>
        </pc:picChg>
      </pc:sldChg>
      <pc:sldChg chg="addSp delSp modSp add">
        <pc:chgData name="Sahand Khodabandehloo" userId="cb03d64890cf78b3" providerId="LiveId" clId="{1CED9A32-6EED-4869-9925-8E44BFBD3BFD}" dt="2022-03-09T10:38:39.989" v="1416" actId="1076"/>
        <pc:sldMkLst>
          <pc:docMk/>
          <pc:sldMk cId="408468264" sldId="275"/>
        </pc:sldMkLst>
        <pc:spChg chg="mod">
          <ac:chgData name="Sahand Khodabandehloo" userId="cb03d64890cf78b3" providerId="LiveId" clId="{1CED9A32-6EED-4869-9925-8E44BFBD3BFD}" dt="2022-03-09T10:38:22.464" v="1411" actId="20577"/>
          <ac:spMkLst>
            <pc:docMk/>
            <pc:sldMk cId="408468264" sldId="275"/>
            <ac:spMk id="2" creationId="{D89D742B-C7EB-4DCD-A6C2-F9C0028AC30D}"/>
          </ac:spMkLst>
        </pc:spChg>
        <pc:spChg chg="mod">
          <ac:chgData name="Sahand Khodabandehloo" userId="cb03d64890cf78b3" providerId="LiveId" clId="{1CED9A32-6EED-4869-9925-8E44BFBD3BFD}" dt="2022-03-09T10:37:59.639" v="1398" actId="122"/>
          <ac:spMkLst>
            <pc:docMk/>
            <pc:sldMk cId="408468264" sldId="275"/>
            <ac:spMk id="3" creationId="{F9244F87-6862-49D4-9CC1-A2FAE9BEBA8D}"/>
          </ac:spMkLst>
        </pc:spChg>
        <pc:spChg chg="del">
          <ac:chgData name="Sahand Khodabandehloo" userId="cb03d64890cf78b3" providerId="LiveId" clId="{1CED9A32-6EED-4869-9925-8E44BFBD3BFD}" dt="2022-03-09T10:38:06.822" v="1400" actId="478"/>
          <ac:spMkLst>
            <pc:docMk/>
            <pc:sldMk cId="408468264" sldId="275"/>
            <ac:spMk id="4" creationId="{AEFA0C37-8B51-42EF-B487-9A79FEA9C324}"/>
          </ac:spMkLst>
        </pc:spChg>
        <pc:spChg chg="mod">
          <ac:chgData name="Sahand Khodabandehloo" userId="cb03d64890cf78b3" providerId="LiveId" clId="{1CED9A32-6EED-4869-9925-8E44BFBD3BFD}" dt="2022-03-09T10:38:01.627" v="1399" actId="122"/>
          <ac:spMkLst>
            <pc:docMk/>
            <pc:sldMk cId="408468264" sldId="275"/>
            <ac:spMk id="5" creationId="{189B2748-B950-4AFA-9CBA-22E2BF57FB3D}"/>
          </ac:spMkLst>
        </pc:spChg>
        <pc:spChg chg="del">
          <ac:chgData name="Sahand Khodabandehloo" userId="cb03d64890cf78b3" providerId="LiveId" clId="{1CED9A32-6EED-4869-9925-8E44BFBD3BFD}" dt="2022-03-09T10:38:07.875" v="1401" actId="478"/>
          <ac:spMkLst>
            <pc:docMk/>
            <pc:sldMk cId="408468264" sldId="275"/>
            <ac:spMk id="6" creationId="{BA286197-CE1D-40FD-8987-C2798D87024A}"/>
          </ac:spMkLst>
        </pc:spChg>
        <pc:picChg chg="add mod">
          <ac:chgData name="Sahand Khodabandehloo" userId="cb03d64890cf78b3" providerId="LiveId" clId="{1CED9A32-6EED-4869-9925-8E44BFBD3BFD}" dt="2022-03-09T10:38:39.989" v="1416" actId="1076"/>
          <ac:picMkLst>
            <pc:docMk/>
            <pc:sldMk cId="408468264" sldId="275"/>
            <ac:picMk id="7" creationId="{67235402-2F29-4950-8EA6-29979D5FDD5E}"/>
          </ac:picMkLst>
        </pc:picChg>
        <pc:picChg chg="add mod">
          <ac:chgData name="Sahand Khodabandehloo" userId="cb03d64890cf78b3" providerId="LiveId" clId="{1CED9A32-6EED-4869-9925-8E44BFBD3BFD}" dt="2022-03-09T10:38:18.887" v="1404" actId="1076"/>
          <ac:picMkLst>
            <pc:docMk/>
            <pc:sldMk cId="408468264" sldId="275"/>
            <ac:picMk id="8" creationId="{AB6A6DB4-6984-42FF-A74B-236872AE9DA5}"/>
          </ac:picMkLst>
        </pc:picChg>
      </pc:sldChg>
      <pc:sldChg chg="modSp">
        <pc:chgData name="Sahand Khodabandehloo" userId="cb03d64890cf78b3" providerId="LiveId" clId="{1CED9A32-6EED-4869-9925-8E44BFBD3BFD}" dt="2022-03-22T01:46:14.497" v="1915" actId="20577"/>
        <pc:sldMkLst>
          <pc:docMk/>
          <pc:sldMk cId="4064840370" sldId="276"/>
        </pc:sldMkLst>
        <pc:spChg chg="mod">
          <ac:chgData name="Sahand Khodabandehloo" userId="cb03d64890cf78b3" providerId="LiveId" clId="{1CED9A32-6EED-4869-9925-8E44BFBD3BFD}" dt="2022-03-22T01:46:14.497" v="1915" actId="20577"/>
          <ac:spMkLst>
            <pc:docMk/>
            <pc:sldMk cId="4064840370" sldId="276"/>
            <ac:spMk id="2" creationId="{22CF3512-BBFF-44F5-937E-C780CB915CCC}"/>
          </ac:spMkLst>
        </pc:spChg>
      </pc:sldChg>
      <pc:sldChg chg="addSp modSp add mod ord modClrScheme chgLayout modNotesTx">
        <pc:chgData name="Sahand Khodabandehloo" userId="cb03d64890cf78b3" providerId="LiveId" clId="{1CED9A32-6EED-4869-9925-8E44BFBD3BFD}" dt="2022-03-22T03:31:35.236" v="2433" actId="20577"/>
        <pc:sldMkLst>
          <pc:docMk/>
          <pc:sldMk cId="2931231379" sldId="277"/>
        </pc:sldMkLst>
        <pc:spChg chg="mod">
          <ac:chgData name="Sahand Khodabandehloo" userId="cb03d64890cf78b3" providerId="LiveId" clId="{1CED9A32-6EED-4869-9925-8E44BFBD3BFD}" dt="2022-03-22T01:11:15.580" v="1913" actId="26606"/>
          <ac:spMkLst>
            <pc:docMk/>
            <pc:sldMk cId="2931231379" sldId="277"/>
            <ac:spMk id="2" creationId="{AD902552-3A20-4A6F-B93C-9627084EFD67}"/>
          </ac:spMkLst>
        </pc:spChg>
        <pc:spChg chg="mod">
          <ac:chgData name="Sahand Khodabandehloo" userId="cb03d64890cf78b3" providerId="LiveId" clId="{1CED9A32-6EED-4869-9925-8E44BFBD3BFD}" dt="2022-03-22T03:28:15.822" v="2373" actId="12"/>
          <ac:spMkLst>
            <pc:docMk/>
            <pc:sldMk cId="2931231379" sldId="277"/>
            <ac:spMk id="3" creationId="{9891B57F-AD60-4E81-B696-4136E8D6B55A}"/>
          </ac:spMkLst>
        </pc:spChg>
        <pc:spChg chg="add mod">
          <ac:chgData name="Sahand Khodabandehloo" userId="cb03d64890cf78b3" providerId="LiveId" clId="{1CED9A32-6EED-4869-9925-8E44BFBD3BFD}" dt="2022-03-22T03:10:20.306" v="2202" actId="313"/>
          <ac:spMkLst>
            <pc:docMk/>
            <pc:sldMk cId="2931231379" sldId="277"/>
            <ac:spMk id="5" creationId="{12B25A66-24AC-4A12-88CC-83C417EC63D1}"/>
          </ac:spMkLst>
        </pc:spChg>
        <pc:picChg chg="add mod">
          <ac:chgData name="Sahand Khodabandehloo" userId="cb03d64890cf78b3" providerId="LiveId" clId="{1CED9A32-6EED-4869-9925-8E44BFBD3BFD}" dt="2022-03-22T01:11:15.580" v="1913" actId="26606"/>
          <ac:picMkLst>
            <pc:docMk/>
            <pc:sldMk cId="2931231379" sldId="277"/>
            <ac:picMk id="1026" creationId="{581A82E9-0EF0-4EC2-A80D-B92E9AA23CBD}"/>
          </ac:picMkLst>
        </pc:picChg>
      </pc:sldChg>
      <pc:sldChg chg="modSp add">
        <pc:chgData name="Sahand Khodabandehloo" userId="cb03d64890cf78b3" providerId="LiveId" clId="{1CED9A32-6EED-4869-9925-8E44BFBD3BFD}" dt="2022-03-22T03:22:47.669" v="2367" actId="113"/>
        <pc:sldMkLst>
          <pc:docMk/>
          <pc:sldMk cId="666790812" sldId="278"/>
        </pc:sldMkLst>
        <pc:spChg chg="mod">
          <ac:chgData name="Sahand Khodabandehloo" userId="cb03d64890cf78b3" providerId="LiveId" clId="{1CED9A32-6EED-4869-9925-8E44BFBD3BFD}" dt="2022-03-22T03:17:36.117" v="2209" actId="20577"/>
          <ac:spMkLst>
            <pc:docMk/>
            <pc:sldMk cId="666790812" sldId="278"/>
            <ac:spMk id="2" creationId="{F8B51130-E38B-4A05-A7AF-C5F650AC313E}"/>
          </ac:spMkLst>
        </pc:spChg>
        <pc:spChg chg="mod">
          <ac:chgData name="Sahand Khodabandehloo" userId="cb03d64890cf78b3" providerId="LiveId" clId="{1CED9A32-6EED-4869-9925-8E44BFBD3BFD}" dt="2022-03-22T03:22:47.669" v="2367" actId="113"/>
          <ac:spMkLst>
            <pc:docMk/>
            <pc:sldMk cId="666790812" sldId="278"/>
            <ac:spMk id="3" creationId="{5767B233-6F82-4C57-A436-618F16CBB2C2}"/>
          </ac:spMkLst>
        </pc:spChg>
      </pc:sldChg>
    </pc:docChg>
  </pc:docChgLst>
  <pc:docChgLst>
    <pc:chgData name="tor modin" userId="5de60e9d544f81f5" providerId="Windows Live" clId="Web-{CD46F305-A3DA-4492-A4FE-F94250698AC8}"/>
    <pc:docChg chg="modSld">
      <pc:chgData name="tor modin" userId="5de60e9d544f81f5" providerId="Windows Live" clId="Web-{CD46F305-A3DA-4492-A4FE-F94250698AC8}" dt="2022-03-23T12:24:20.023" v="3"/>
      <pc:docMkLst>
        <pc:docMk/>
      </pc:docMkLst>
      <pc:sldChg chg="addSp modSp modNotes">
        <pc:chgData name="tor modin" userId="5de60e9d544f81f5" providerId="Windows Live" clId="Web-{CD46F305-A3DA-4492-A4FE-F94250698AC8}" dt="2022-03-23T12:24:20.023" v="3"/>
        <pc:sldMkLst>
          <pc:docMk/>
          <pc:sldMk cId="4054357673" sldId="266"/>
        </pc:sldMkLst>
        <pc:picChg chg="add mod">
          <ac:chgData name="tor modin" userId="5de60e9d544f81f5" providerId="Windows Live" clId="Web-{CD46F305-A3DA-4492-A4FE-F94250698AC8}" dt="2022-03-23T12:23:58.537" v="1" actId="1076"/>
          <ac:picMkLst>
            <pc:docMk/>
            <pc:sldMk cId="4054357673" sldId="266"/>
            <ac:picMk id="4" creationId="{BBE08034-9A36-0CCA-776E-A6951B73B3C8}"/>
          </ac:picMkLst>
        </pc:picChg>
      </pc:sldChg>
    </pc:docChg>
  </pc:docChgLst>
  <pc:docChgLst>
    <pc:chgData clId="Web-{D5D638CE-0CCD-46F9-822A-640BDAAD1BB1}"/>
    <pc:docChg chg="modSld">
      <pc:chgData name="" userId="" providerId="" clId="Web-{D5D638CE-0CCD-46F9-822A-640BDAAD1BB1}" dt="2022-02-23T14:28:38.676" v="0" actId="20577"/>
      <pc:docMkLst>
        <pc:docMk/>
      </pc:docMkLst>
      <pc:sldChg chg="modSp">
        <pc:chgData name="" userId="" providerId="" clId="Web-{D5D638CE-0CCD-46F9-822A-640BDAAD1BB1}" dt="2022-02-23T14:28:38.676" v="0" actId="20577"/>
        <pc:sldMkLst>
          <pc:docMk/>
          <pc:sldMk cId="1487700712" sldId="256"/>
        </pc:sldMkLst>
        <pc:spChg chg="mod">
          <ac:chgData name="" userId="" providerId="" clId="Web-{D5D638CE-0CCD-46F9-822A-640BDAAD1BB1}" dt="2022-02-23T14:28:38.676" v="0" actId="20577"/>
          <ac:spMkLst>
            <pc:docMk/>
            <pc:sldMk cId="1487700712" sldId="256"/>
            <ac:spMk id="2" creationId="{C02C5318-1A1E-49D0-B2E2-A4B0FA9E8A40}"/>
          </ac:spMkLst>
        </pc:spChg>
      </pc:sldChg>
    </pc:docChg>
  </pc:docChgLst>
  <pc:docChgLst>
    <pc:chgData name="Gästanvändare" providerId="Windows Live" clId="Web-{7078C216-41B6-4F54-BE4F-6096F5922683}"/>
    <pc:docChg chg="addSld delSld modSld">
      <pc:chgData name="Gästanvändare" userId="" providerId="Windows Live" clId="Web-{7078C216-41B6-4F54-BE4F-6096F5922683}" dt="2022-03-09T10:36:13.819" v="204" actId="20577"/>
      <pc:docMkLst>
        <pc:docMk/>
      </pc:docMkLst>
      <pc:sldChg chg="modSp">
        <pc:chgData name="Gästanvändare" userId="" providerId="Windows Live" clId="Web-{7078C216-41B6-4F54-BE4F-6096F5922683}" dt="2022-03-09T10:36:13.819" v="204" actId="20577"/>
        <pc:sldMkLst>
          <pc:docMk/>
          <pc:sldMk cId="3501347425" sldId="260"/>
        </pc:sldMkLst>
        <pc:spChg chg="mod">
          <ac:chgData name="Gästanvändare" userId="" providerId="Windows Live" clId="Web-{7078C216-41B6-4F54-BE4F-6096F5922683}" dt="2022-03-09T10:36:13.819" v="204" actId="20577"/>
          <ac:spMkLst>
            <pc:docMk/>
            <pc:sldMk cId="3501347425" sldId="260"/>
            <ac:spMk id="3" creationId="{A9CB511D-EA45-4336-847C-1252667143B5}"/>
          </ac:spMkLst>
        </pc:spChg>
      </pc:sldChg>
      <pc:sldChg chg="addSp modSp">
        <pc:chgData name="Gästanvändare" userId="" providerId="Windows Live" clId="Web-{7078C216-41B6-4F54-BE4F-6096F5922683}" dt="2022-03-09T10:30:40.574" v="138" actId="14100"/>
        <pc:sldMkLst>
          <pc:docMk/>
          <pc:sldMk cId="1703342593" sldId="261"/>
        </pc:sldMkLst>
        <pc:picChg chg="add mod">
          <ac:chgData name="Gästanvändare" userId="" providerId="Windows Live" clId="Web-{7078C216-41B6-4F54-BE4F-6096F5922683}" dt="2022-03-09T10:30:40.574" v="138" actId="14100"/>
          <ac:picMkLst>
            <pc:docMk/>
            <pc:sldMk cId="1703342593" sldId="261"/>
            <ac:picMk id="41" creationId="{F70F510A-4252-4541-9A18-A6A1669F53F1}"/>
          </ac:picMkLst>
        </pc:picChg>
      </pc:sldChg>
      <pc:sldChg chg="addSp modSp">
        <pc:chgData name="Gästanvändare" userId="" providerId="Windows Live" clId="Web-{7078C216-41B6-4F54-BE4F-6096F5922683}" dt="2022-03-09T10:07:12.796" v="4" actId="1076"/>
        <pc:sldMkLst>
          <pc:docMk/>
          <pc:sldMk cId="2591522528" sldId="263"/>
        </pc:sldMkLst>
        <pc:picChg chg="add mod">
          <ac:chgData name="Gästanvändare" userId="" providerId="Windows Live" clId="Web-{7078C216-41B6-4F54-BE4F-6096F5922683}" dt="2022-03-09T10:07:12.796" v="4" actId="1076"/>
          <ac:picMkLst>
            <pc:docMk/>
            <pc:sldMk cId="2591522528" sldId="263"/>
            <ac:picMk id="4" creationId="{8F33376D-0125-43DA-BC51-D1C823BBC00C}"/>
          </ac:picMkLst>
        </pc:picChg>
      </pc:sldChg>
      <pc:sldChg chg="addSp">
        <pc:chgData name="Gästanvändare" userId="" providerId="Windows Live" clId="Web-{7078C216-41B6-4F54-BE4F-6096F5922683}" dt="2022-03-09T10:30:21.995" v="135"/>
        <pc:sldMkLst>
          <pc:docMk/>
          <pc:sldMk cId="43279297" sldId="270"/>
        </pc:sldMkLst>
        <pc:spChg chg="add">
          <ac:chgData name="Gästanvändare" userId="" providerId="Windows Live" clId="Web-{7078C216-41B6-4F54-BE4F-6096F5922683}" dt="2022-03-09T10:30:21.995" v="135"/>
          <ac:spMkLst>
            <pc:docMk/>
            <pc:sldMk cId="43279297" sldId="270"/>
            <ac:spMk id="6" creationId="{1A834642-2879-4597-8A84-E4076DF32E8D}"/>
          </ac:spMkLst>
        </pc:spChg>
      </pc:sldChg>
      <pc:sldChg chg="addSp delSp modSp new del">
        <pc:chgData name="Gästanvändare" userId="" providerId="Windows Live" clId="Web-{7078C216-41B6-4F54-BE4F-6096F5922683}" dt="2022-03-09T10:19:39.131" v="134"/>
        <pc:sldMkLst>
          <pc:docMk/>
          <pc:sldMk cId="1699220156" sldId="271"/>
        </pc:sldMkLst>
        <pc:spChg chg="mod">
          <ac:chgData name="Gästanvändare" userId="" providerId="Windows Live" clId="Web-{7078C216-41B6-4F54-BE4F-6096F5922683}" dt="2022-03-09T10:13:12.352" v="9" actId="20577"/>
          <ac:spMkLst>
            <pc:docMk/>
            <pc:sldMk cId="1699220156" sldId="271"/>
            <ac:spMk id="2" creationId="{16F39C03-1624-42BC-921D-A7A4AE7E3126}"/>
          </ac:spMkLst>
        </pc:spChg>
        <pc:spChg chg="mod">
          <ac:chgData name="Gästanvändare" userId="" providerId="Windows Live" clId="Web-{7078C216-41B6-4F54-BE4F-6096F5922683}" dt="2022-03-09T10:16:14.390" v="105" actId="20577"/>
          <ac:spMkLst>
            <pc:docMk/>
            <pc:sldMk cId="1699220156" sldId="271"/>
            <ac:spMk id="3" creationId="{96FB0A79-3AB6-4B0B-86BF-288C957D5F49}"/>
          </ac:spMkLst>
        </pc:spChg>
        <pc:spChg chg="del">
          <ac:chgData name="Gästanvändare" userId="" providerId="Windows Live" clId="Web-{7078C216-41B6-4F54-BE4F-6096F5922683}" dt="2022-03-09T10:14:24.136" v="78"/>
          <ac:spMkLst>
            <pc:docMk/>
            <pc:sldMk cId="1699220156" sldId="271"/>
            <ac:spMk id="4" creationId="{ADCBBAE0-937C-4C9D-872C-7BEEA58895B2}"/>
          </ac:spMkLst>
        </pc:spChg>
        <pc:picChg chg="add mod ord">
          <ac:chgData name="Gästanvändare" userId="" providerId="Windows Live" clId="Web-{7078C216-41B6-4F54-BE4F-6096F5922683}" dt="2022-03-09T10:14:36.152" v="80" actId="1076"/>
          <ac:picMkLst>
            <pc:docMk/>
            <pc:sldMk cId="1699220156" sldId="271"/>
            <ac:picMk id="5" creationId="{482DEF9A-906B-4C0B-A007-2889B7B1091F}"/>
          </ac:picMkLst>
        </pc:picChg>
        <pc:picChg chg="add mod">
          <ac:chgData name="Gästanvändare" userId="" providerId="Windows Live" clId="Web-{7078C216-41B6-4F54-BE4F-6096F5922683}" dt="2022-03-09T10:14:39.527" v="81" actId="1076"/>
          <ac:picMkLst>
            <pc:docMk/>
            <pc:sldMk cId="1699220156" sldId="271"/>
            <ac:picMk id="6" creationId="{41EF0836-3AB6-4371-BEB8-50ACE039D6C2}"/>
          </ac:picMkLst>
        </pc:picChg>
        <pc:picChg chg="add mod">
          <ac:chgData name="Gästanvändare" userId="" providerId="Windows Live" clId="Web-{7078C216-41B6-4F54-BE4F-6096F5922683}" dt="2022-03-09T10:14:51.965" v="83" actId="14100"/>
          <ac:picMkLst>
            <pc:docMk/>
            <pc:sldMk cId="1699220156" sldId="271"/>
            <ac:picMk id="7" creationId="{40027D14-2046-4584-A282-29B8AA506401}"/>
          </ac:picMkLst>
        </pc:picChg>
      </pc:sldChg>
      <pc:sldChg chg="addSp modSp">
        <pc:chgData name="Gästanvändare" userId="" providerId="Windows Live" clId="Web-{7078C216-41B6-4F54-BE4F-6096F5922683}" dt="2022-03-09T10:19:24.615" v="133" actId="1076"/>
        <pc:sldMkLst>
          <pc:docMk/>
          <pc:sldMk cId="3716388896" sldId="272"/>
        </pc:sldMkLst>
        <pc:spChg chg="mod">
          <ac:chgData name="Gästanvändare" userId="" providerId="Windows Live" clId="Web-{7078C216-41B6-4F54-BE4F-6096F5922683}" dt="2022-03-09T10:17:43.939" v="111" actId="20577"/>
          <ac:spMkLst>
            <pc:docMk/>
            <pc:sldMk cId="3716388896" sldId="272"/>
            <ac:spMk id="3" creationId="{F16A5F08-DF51-4665-B66E-B8A478DFB392}"/>
          </ac:spMkLst>
        </pc:spChg>
        <pc:spChg chg="add mod">
          <ac:chgData name="Gästanvändare" userId="" providerId="Windows Live" clId="Web-{7078C216-41B6-4F54-BE4F-6096F5922683}" dt="2022-03-09T10:18:03.471" v="117" actId="20577"/>
          <ac:spMkLst>
            <pc:docMk/>
            <pc:sldMk cId="3716388896" sldId="272"/>
            <ac:spMk id="4" creationId="{5A1DB406-EBBE-487E-8E7F-98FB6CE86824}"/>
          </ac:spMkLst>
        </pc:spChg>
        <pc:picChg chg="mod">
          <ac:chgData name="Gästanvändare" userId="" providerId="Windows Live" clId="Web-{7078C216-41B6-4F54-BE4F-6096F5922683}" dt="2022-03-09T10:17:47.940" v="112" actId="1076"/>
          <ac:picMkLst>
            <pc:docMk/>
            <pc:sldMk cId="3716388896" sldId="272"/>
            <ac:picMk id="5" creationId="{37D41A3B-2BB0-4AE6-869D-77F94E59A2D7}"/>
          </ac:picMkLst>
        </pc:picChg>
        <pc:picChg chg="add mod">
          <ac:chgData name="Gästanvändare" userId="" providerId="Windows Live" clId="Web-{7078C216-41B6-4F54-BE4F-6096F5922683}" dt="2022-03-09T10:18:30.863" v="121" actId="14100"/>
          <ac:picMkLst>
            <pc:docMk/>
            <pc:sldMk cId="3716388896" sldId="272"/>
            <ac:picMk id="7" creationId="{A3C67D60-C8A9-45BA-8E82-1EF270132126}"/>
          </ac:picMkLst>
        </pc:picChg>
        <pc:picChg chg="add mod">
          <ac:chgData name="Gästanvändare" userId="" providerId="Windows Live" clId="Web-{7078C216-41B6-4F54-BE4F-6096F5922683}" dt="2022-03-09T10:18:48.473" v="124" actId="1076"/>
          <ac:picMkLst>
            <pc:docMk/>
            <pc:sldMk cId="3716388896" sldId="272"/>
            <ac:picMk id="9" creationId="{5D9B6E79-82A8-4E28-8372-76A5EE3528C4}"/>
          </ac:picMkLst>
        </pc:picChg>
        <pc:picChg chg="add mod">
          <ac:chgData name="Gästanvändare" userId="" providerId="Windows Live" clId="Web-{7078C216-41B6-4F54-BE4F-6096F5922683}" dt="2022-03-09T10:19:12.708" v="130" actId="1076"/>
          <ac:picMkLst>
            <pc:docMk/>
            <pc:sldMk cId="3716388896" sldId="272"/>
            <ac:picMk id="11" creationId="{BC91A434-7744-4C4A-A905-03CB117F5118}"/>
          </ac:picMkLst>
        </pc:picChg>
        <pc:picChg chg="add mod">
          <ac:chgData name="Gästanvändare" userId="" providerId="Windows Live" clId="Web-{7078C216-41B6-4F54-BE4F-6096F5922683}" dt="2022-03-09T10:19:24.615" v="133" actId="1076"/>
          <ac:picMkLst>
            <pc:docMk/>
            <pc:sldMk cId="3716388896" sldId="272"/>
            <ac:picMk id="13" creationId="{8F2E9DC6-7626-4380-AC50-2A75FF81DC31}"/>
          </ac:picMkLst>
        </pc:picChg>
      </pc:sldChg>
      <pc:sldChg chg="addSp modSp new">
        <pc:chgData name="Gästanvändare" userId="" providerId="Windows Live" clId="Web-{7078C216-41B6-4F54-BE4F-6096F5922683}" dt="2022-03-09T10:34:54.488" v="196" actId="20577"/>
        <pc:sldMkLst>
          <pc:docMk/>
          <pc:sldMk cId="2366570078" sldId="273"/>
        </pc:sldMkLst>
        <pc:spChg chg="mod">
          <ac:chgData name="Gästanvändare" userId="" providerId="Windows Live" clId="Web-{7078C216-41B6-4F54-BE4F-6096F5922683}" dt="2022-03-09T10:32:21.437" v="152" actId="20577"/>
          <ac:spMkLst>
            <pc:docMk/>
            <pc:sldMk cId="2366570078" sldId="273"/>
            <ac:spMk id="2" creationId="{5E322E08-EF5D-495E-8966-7C47AC2E2AA1}"/>
          </ac:spMkLst>
        </pc:spChg>
        <pc:spChg chg="mod">
          <ac:chgData name="Gästanvändare" userId="" providerId="Windows Live" clId="Web-{7078C216-41B6-4F54-BE4F-6096F5922683}" dt="2022-03-09T10:34:54.488" v="196" actId="20577"/>
          <ac:spMkLst>
            <pc:docMk/>
            <pc:sldMk cId="2366570078" sldId="273"/>
            <ac:spMk id="3" creationId="{0CFE8EB4-087C-4CD3-8A99-BC9845B90840}"/>
          </ac:spMkLst>
        </pc:spChg>
        <pc:spChg chg="mod">
          <ac:chgData name="Gästanvändare" userId="" providerId="Windows Live" clId="Web-{7078C216-41B6-4F54-BE4F-6096F5922683}" dt="2022-03-09T10:32:28.390" v="155" actId="20577"/>
          <ac:spMkLst>
            <pc:docMk/>
            <pc:sldMk cId="2366570078" sldId="273"/>
            <ac:spMk id="4" creationId="{793CDB07-0F3E-4C2C-994D-2A4EA5F89818}"/>
          </ac:spMkLst>
        </pc:spChg>
        <pc:picChg chg="add mod">
          <ac:chgData name="Gästanvändare" userId="" providerId="Windows Live" clId="Web-{7078C216-41B6-4F54-BE4F-6096F5922683}" dt="2022-03-09T10:32:46.594" v="158" actId="1076"/>
          <ac:picMkLst>
            <pc:docMk/>
            <pc:sldMk cId="2366570078" sldId="273"/>
            <ac:picMk id="6" creationId="{3833FE2A-81B0-4C9A-8F12-82D87447A79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a:p>
        </p:txBody>
      </p:sp>
      <p:sp>
        <p:nvSpPr>
          <p:cNvPr id="3" name="Platshållare för datum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0E8C04-2B3A-43E3-AA15-27B2295511E7}" type="datetime1">
              <a:rPr lang="sv-SE" smtClean="0"/>
              <a:t>2022-03-23</a:t>
            </a:fld>
            <a:endParaRPr lang="sv-SE"/>
          </a:p>
        </p:txBody>
      </p:sp>
      <p:sp>
        <p:nvSpPr>
          <p:cNvPr id="4" name="Platshållare för sidfot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a:p>
        </p:txBody>
      </p:sp>
      <p:sp>
        <p:nvSpPr>
          <p:cNvPr id="5" name="Platshållare för bildnumm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sv-SE" smtClean="0"/>
              <a:t>‹#›</a:t>
            </a:fld>
            <a:endParaRPr lang="sv-SE"/>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noProof="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B20316A-1642-487C-A38D-E918FFCD580A}" type="datetime1">
              <a:rPr lang="sv-SE" noProof="0" smtClean="0"/>
              <a:t>2022-03-23</a:t>
            </a:fld>
            <a:endParaRPr lang="sv-SE" noProof="0"/>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sv-SE" noProof="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noProof="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sv-SE" noProof="0" smtClean="0"/>
              <a:t>‹#›</a:t>
            </a:fld>
            <a:endParaRPr lang="sv-SE"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C6B3AB32-59DF-41F1-9618-EDFBF5049629}" type="slidenum">
              <a:rPr lang="sv-SE" smtClean="0"/>
              <a:t>1</a:t>
            </a:fld>
            <a:endParaRPr lang="sv-SE"/>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lnSpc>
                <a:spcPct val="115000"/>
              </a:lnSpc>
              <a:spcAft>
                <a:spcPts val="800"/>
              </a:spcAft>
            </a:pPr>
            <a:r>
              <a:rPr lang="sv-SE" sz="1800">
                <a:solidFill>
                  <a:srgbClr val="000000"/>
                </a:solidFill>
                <a:effectLst/>
                <a:latin typeface="Calibri" panose="020F0502020204030204" pitchFamily="34" charset="0"/>
                <a:ea typeface="MS Mincho" panose="02020609040205080304" pitchFamily="49" charset="-128"/>
                <a:cs typeface="Arial" panose="020B0604020202020204" pitchFamily="34" charset="0"/>
              </a:rPr>
              <a:t>En ultraljudsskanning är en bildbehandlingsmetod som baserar sig på högfrekventa ljudvågor och tre fysikaliska principer för att producera tredimensionella bilder av strukturer i kroppen: </a:t>
            </a:r>
            <a:r>
              <a:rPr lang="sv-SE" sz="1800" i="1" err="1">
                <a:solidFill>
                  <a:srgbClr val="000000"/>
                </a:solidFill>
                <a:effectLst/>
                <a:latin typeface="Calibri" panose="020F0502020204030204" pitchFamily="34" charset="0"/>
                <a:ea typeface="MS Mincho" panose="02020609040205080304" pitchFamily="49" charset="-128"/>
                <a:cs typeface="Arial" panose="020B0604020202020204" pitchFamily="34" charset="0"/>
              </a:rPr>
              <a:t>Time</a:t>
            </a:r>
            <a:r>
              <a:rPr lang="sv-SE" sz="1800" i="1">
                <a:solidFill>
                  <a:srgbClr val="000000"/>
                </a:solidFill>
                <a:effectLst/>
                <a:latin typeface="Calibri" panose="020F0502020204030204" pitchFamily="34" charset="0"/>
                <a:ea typeface="MS Mincho" panose="02020609040205080304" pitchFamily="49" charset="-128"/>
                <a:cs typeface="Arial" panose="020B0604020202020204" pitchFamily="34" charset="0"/>
              </a:rPr>
              <a:t>-</a:t>
            </a:r>
            <a:r>
              <a:rPr lang="sv-SE" sz="1800" i="1" err="1">
                <a:solidFill>
                  <a:srgbClr val="000000"/>
                </a:solidFill>
                <a:effectLst/>
                <a:latin typeface="Calibri" panose="020F0502020204030204" pitchFamily="34" charset="0"/>
                <a:ea typeface="MS Mincho" panose="02020609040205080304" pitchFamily="49" charset="-128"/>
                <a:cs typeface="Arial" panose="020B0604020202020204" pitchFamily="34" charset="0"/>
              </a:rPr>
              <a:t>of</a:t>
            </a:r>
            <a:r>
              <a:rPr lang="sv-SE" sz="1800" i="1">
                <a:solidFill>
                  <a:srgbClr val="000000"/>
                </a:solidFill>
                <a:effectLst/>
                <a:latin typeface="Calibri" panose="020F0502020204030204" pitchFamily="34" charset="0"/>
                <a:ea typeface="MS Mincho" panose="02020609040205080304" pitchFamily="49" charset="-128"/>
                <a:cs typeface="Arial" panose="020B0604020202020204" pitchFamily="34" charset="0"/>
              </a:rPr>
              <a:t>-Flight </a:t>
            </a:r>
            <a:r>
              <a:rPr lang="sv-SE" sz="1800">
                <a:solidFill>
                  <a:srgbClr val="000000"/>
                </a:solidFill>
                <a:effectLst/>
                <a:latin typeface="Calibri" panose="020F0502020204030204" pitchFamily="34" charset="0"/>
                <a:ea typeface="MS Mincho" panose="02020609040205080304" pitchFamily="49" charset="-128"/>
                <a:cs typeface="Arial" panose="020B0604020202020204" pitchFamily="34" charset="0"/>
              </a:rPr>
              <a:t>(för avkänning av längd), Dopplereffekt (för avkänning av hastighet) och dämpning av ljudvågor i vävnad. Med frekvenser över 20 kHz är ultraljudvågor inte hörbara för människor, och i kliniska sammanhang används vanligtvis frekvenser mellan 1–15 MHz.</a:t>
            </a: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2</a:t>
            </a:fld>
            <a:endParaRPr lang="sv-SE" noProof="0"/>
          </a:p>
        </p:txBody>
      </p:sp>
    </p:spTree>
    <p:extLst>
      <p:ext uri="{BB962C8B-B14F-4D97-AF65-F5344CB8AC3E}">
        <p14:creationId xmlns:p14="http://schemas.microsoft.com/office/powerpoint/2010/main" val="2649802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lnSpc>
                <a:spcPct val="115000"/>
              </a:lnSpc>
              <a:spcAft>
                <a:spcPts val="800"/>
              </a:spcAft>
            </a:pPr>
            <a:r>
              <a:rPr lang="sv-SE" sz="1800">
                <a:solidFill>
                  <a:srgbClr val="000000"/>
                </a:solidFill>
                <a:effectLst/>
                <a:latin typeface="Calibri" panose="020F0502020204030204" pitchFamily="34" charset="0"/>
                <a:ea typeface="MS Mincho" panose="02020609040205080304" pitchFamily="49" charset="-128"/>
                <a:cs typeface="Arial" panose="020B0604020202020204" pitchFamily="34" charset="0"/>
              </a:rPr>
              <a:t>Det finns flera anledningar till att ultraljud är en av de vanligaste kliniska avbildningsteknikerna. För det första finns det handhållna enheter, vilket sparar mycket tid och resurser. För det andra kan tekniken kontinuerligt ta bilder med en bildhastighet i realtid. För det tredje medför proceduren få eller inga negativa hälsoeffekter med tanke på bristen på joniserande strålning och starka magnetfält, vilket bidrar till dess utbredda användning inom obstetrik och gynekologi. Andra medicinska tillämpningar sträcker sig från att diagnostisera ett tillstånd till att vägleda en kirurg under en procedur.</a:t>
            </a: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3</a:t>
            </a:fld>
            <a:endParaRPr lang="sv-SE" noProof="0"/>
          </a:p>
        </p:txBody>
      </p:sp>
    </p:spTree>
    <p:extLst>
      <p:ext uri="{BB962C8B-B14F-4D97-AF65-F5344CB8AC3E}">
        <p14:creationId xmlns:p14="http://schemas.microsoft.com/office/powerpoint/2010/main" val="2161146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lnSpc>
                <a:spcPct val="115000"/>
              </a:lnSpc>
              <a:spcAft>
                <a:spcPts val="800"/>
              </a:spcAft>
            </a:pPr>
            <a:r>
              <a:rPr lang="sv-SE" sz="1800">
                <a:solidFill>
                  <a:srgbClr val="000000"/>
                </a:solidFill>
                <a:effectLst/>
                <a:latin typeface="Calibri" panose="020F0502020204030204" pitchFamily="34" charset="0"/>
                <a:ea typeface="MS Mincho" panose="02020609040205080304" pitchFamily="49" charset="-128"/>
                <a:cs typeface="Arial" panose="020B0604020202020204" pitchFamily="34" charset="0"/>
              </a:rPr>
              <a:t>Ultraljudvågorna produceras av en ultraljudssändare med en uppsättning av en eller flera individuella aktiva källor, från vilka parallella ultraljudstålar utsänds och passerar genom vävnad. Varje källa är ett piezoelektriskt element. När en oscillerande spänning appliceras, oscillerar tjockleken av varje element med samma frekvens, där tjockleksändringen är proportionell mot storleken och polariteten av denna spänning. En för hög spänning kan orsaka skada hos patienten.</a:t>
            </a: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4</a:t>
            </a:fld>
            <a:endParaRPr lang="sv-SE" noProof="0"/>
          </a:p>
        </p:txBody>
      </p:sp>
    </p:spTree>
    <p:extLst>
      <p:ext uri="{BB962C8B-B14F-4D97-AF65-F5344CB8AC3E}">
        <p14:creationId xmlns:p14="http://schemas.microsoft.com/office/powerpoint/2010/main" val="3590140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lnSpc>
                <a:spcPct val="115000"/>
              </a:lnSpc>
              <a:spcAft>
                <a:spcPts val="800"/>
              </a:spcAft>
            </a:pPr>
            <a:r>
              <a:rPr lang="sv-SE" sz="1800">
                <a:solidFill>
                  <a:srgbClr val="000000"/>
                </a:solidFill>
                <a:effectLst/>
                <a:latin typeface="Calibri" panose="020F0502020204030204" pitchFamily="34" charset="0"/>
                <a:ea typeface="MS Mincho" panose="02020609040205080304" pitchFamily="49" charset="-128"/>
                <a:cs typeface="Arial" panose="020B0604020202020204" pitchFamily="34" charset="0"/>
              </a:rPr>
              <a:t>Det första steget är att placera ultraljudsändaren i fysisk kontakt med patientens hud. När den oscillerande spänningen appliceras, omvandlas den mekaniska rörelsen av de piezoelektriska elementen till en tryckvåg som sänds in i kroppen. En bråkdel av energin reflekteras från gränserna mellan vävnader på grund av skillnader i akustiska och fysikaliska egenskaper; resterande energi transmitteras vidare genom gränsen.</a:t>
            </a: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6</a:t>
            </a:fld>
            <a:endParaRPr lang="sv-SE" noProof="0"/>
          </a:p>
        </p:txBody>
      </p:sp>
    </p:spTree>
    <p:extLst>
      <p:ext uri="{BB962C8B-B14F-4D97-AF65-F5344CB8AC3E}">
        <p14:creationId xmlns:p14="http://schemas.microsoft.com/office/powerpoint/2010/main" val="280495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800">
                <a:solidFill>
                  <a:srgbClr val="000000"/>
                </a:solidFill>
                <a:effectLst/>
                <a:latin typeface="Calibri" panose="020F0502020204030204" pitchFamily="34" charset="0"/>
                <a:ea typeface="MS Mincho" panose="02020609040205080304" pitchFamily="49" charset="-128"/>
                <a:cs typeface="Arial" panose="020B0604020202020204" pitchFamily="34" charset="0"/>
              </a:rPr>
              <a:t>Den reflekterade vågen detekteras av sändaren. När signalen från den djupaste vävnaden detekterats, skickas nästa våg av ultraljud. Processen upprepas tills hela bilden framställts och en monitor visar bilden medan skanningen utförs. Pixelintensiteten i bilden är proportionell mot styrkan av den reflekterade signalen.</a:t>
            </a: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7</a:t>
            </a:fld>
            <a:endParaRPr lang="sv-SE" noProof="0"/>
          </a:p>
        </p:txBody>
      </p:sp>
    </p:spTree>
    <p:extLst>
      <p:ext uri="{BB962C8B-B14F-4D97-AF65-F5344CB8AC3E}">
        <p14:creationId xmlns:p14="http://schemas.microsoft.com/office/powerpoint/2010/main" val="4084710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a:cs typeface="Calibri"/>
              </a:rPr>
              <a:t>Risk </a:t>
            </a:r>
            <a:r>
              <a:rPr lang="en-US" err="1">
                <a:cs typeface="Calibri"/>
              </a:rPr>
              <a:t>att</a:t>
            </a:r>
            <a:r>
              <a:rPr lang="en-US">
                <a:cs typeface="Calibri"/>
              </a:rPr>
              <a:t> </a:t>
            </a:r>
            <a:r>
              <a:rPr lang="en-US" err="1">
                <a:cs typeface="Calibri"/>
              </a:rPr>
              <a:t>ett</a:t>
            </a:r>
            <a:r>
              <a:rPr lang="en-US">
                <a:cs typeface="Calibri"/>
              </a:rPr>
              <a:t> foster </a:t>
            </a:r>
            <a:r>
              <a:rPr lang="en-US" err="1">
                <a:cs typeface="Calibri"/>
              </a:rPr>
              <a:t>värms</a:t>
            </a:r>
            <a:r>
              <a:rPr lang="en-US">
                <a:cs typeface="Calibri"/>
              </a:rPr>
              <a:t> </a:t>
            </a:r>
            <a:r>
              <a:rPr lang="en-US" err="1">
                <a:cs typeface="Calibri"/>
              </a:rPr>
              <a:t>upp</a:t>
            </a:r>
            <a:r>
              <a:rPr lang="en-US">
                <a:cs typeface="Calibri"/>
              </a:rPr>
              <a:t> vid </a:t>
            </a:r>
            <a:r>
              <a:rPr lang="en-US" err="1">
                <a:cs typeface="Calibri"/>
              </a:rPr>
              <a:t>felaktig</a:t>
            </a:r>
            <a:r>
              <a:rPr lang="en-US">
                <a:cs typeface="Calibri"/>
              </a:rPr>
              <a:t> </a:t>
            </a:r>
            <a:r>
              <a:rPr lang="en-US" err="1">
                <a:cs typeface="Calibri"/>
              </a:rPr>
              <a:t>användning</a:t>
            </a:r>
            <a:r>
              <a:rPr lang="en-US">
                <a:cs typeface="Calibri"/>
              </a:rPr>
              <a:t>. </a:t>
            </a:r>
          </a:p>
          <a:p>
            <a:r>
              <a:rPr lang="en-US">
                <a:cs typeface="Calibri"/>
              </a:rPr>
              <a:t>Man </a:t>
            </a:r>
            <a:r>
              <a:rPr lang="en-US" err="1">
                <a:cs typeface="Calibri"/>
              </a:rPr>
              <a:t>har</a:t>
            </a:r>
            <a:r>
              <a:rPr lang="en-US">
                <a:cs typeface="Calibri"/>
              </a:rPr>
              <a:t> </a:t>
            </a:r>
            <a:r>
              <a:rPr lang="en-US" err="1">
                <a:cs typeface="Calibri"/>
              </a:rPr>
              <a:t>visat</a:t>
            </a:r>
            <a:r>
              <a:rPr lang="en-US">
                <a:cs typeface="Calibri"/>
              </a:rPr>
              <a:t> I </a:t>
            </a:r>
            <a:r>
              <a:rPr lang="en-US" err="1">
                <a:cs typeface="Calibri"/>
              </a:rPr>
              <a:t>djurförsök</a:t>
            </a:r>
            <a:r>
              <a:rPr lang="en-US">
                <a:cs typeface="Calibri"/>
              </a:rPr>
              <a:t> </a:t>
            </a:r>
            <a:r>
              <a:rPr lang="en-US" err="1">
                <a:cs typeface="Calibri"/>
              </a:rPr>
              <a:t>att</a:t>
            </a:r>
            <a:r>
              <a:rPr lang="en-US">
                <a:cs typeface="Calibri"/>
              </a:rPr>
              <a:t> </a:t>
            </a:r>
            <a:r>
              <a:rPr lang="en-US" err="1">
                <a:cs typeface="Calibri"/>
              </a:rPr>
              <a:t>upprepade</a:t>
            </a:r>
            <a:r>
              <a:rPr lang="en-US">
                <a:cs typeface="Calibri"/>
              </a:rPr>
              <a:t> </a:t>
            </a:r>
            <a:r>
              <a:rPr lang="en-US" err="1">
                <a:cs typeface="Calibri"/>
              </a:rPr>
              <a:t>intensiva</a:t>
            </a:r>
            <a:r>
              <a:rPr lang="en-US">
                <a:cs typeface="Calibri"/>
              </a:rPr>
              <a:t> </a:t>
            </a:r>
            <a:r>
              <a:rPr lang="en-US" err="1">
                <a:cs typeface="Calibri"/>
              </a:rPr>
              <a:t>försök</a:t>
            </a:r>
            <a:r>
              <a:rPr lang="en-US">
                <a:cs typeface="Calibri"/>
              </a:rPr>
              <a:t> med </a:t>
            </a:r>
            <a:r>
              <a:rPr lang="en-US" err="1">
                <a:cs typeface="Calibri"/>
              </a:rPr>
              <a:t>ultraljud</a:t>
            </a:r>
            <a:r>
              <a:rPr lang="en-US">
                <a:cs typeface="Calibri"/>
              </a:rPr>
              <a:t> </a:t>
            </a:r>
            <a:r>
              <a:rPr lang="en-US" err="1">
                <a:cs typeface="Calibri"/>
              </a:rPr>
              <a:t>har</a:t>
            </a:r>
            <a:r>
              <a:rPr lang="en-US">
                <a:cs typeface="Calibri"/>
              </a:rPr>
              <a:t> </a:t>
            </a:r>
            <a:r>
              <a:rPr lang="en-US" err="1">
                <a:cs typeface="Calibri"/>
              </a:rPr>
              <a:t>lett</a:t>
            </a:r>
            <a:r>
              <a:rPr lang="en-US">
                <a:cs typeface="Calibri"/>
              </a:rPr>
              <a:t> till </a:t>
            </a:r>
            <a:r>
              <a:rPr lang="en-US" err="1">
                <a:cs typeface="Calibri"/>
              </a:rPr>
              <a:t>hjärnskador</a:t>
            </a:r>
            <a:r>
              <a:rPr lang="en-US">
                <a:cs typeface="Calibri"/>
              </a:rPr>
              <a:t>. (</a:t>
            </a:r>
            <a:r>
              <a:rPr lang="en-US" err="1">
                <a:cs typeface="Calibri"/>
              </a:rPr>
              <a:t>Hur</a:t>
            </a:r>
            <a:r>
              <a:rPr lang="en-US">
                <a:cs typeface="Calibri"/>
              </a:rPr>
              <a:t> </a:t>
            </a:r>
            <a:r>
              <a:rPr lang="en-US" err="1">
                <a:cs typeface="Calibri"/>
              </a:rPr>
              <a:t>ofta</a:t>
            </a:r>
            <a:r>
              <a:rPr lang="en-US">
                <a:cs typeface="Calibri"/>
              </a:rPr>
              <a:t> </a:t>
            </a:r>
            <a:r>
              <a:rPr lang="en-US" err="1">
                <a:cs typeface="Calibri"/>
              </a:rPr>
              <a:t>och</a:t>
            </a:r>
            <a:r>
              <a:rPr lang="en-US">
                <a:cs typeface="Calibri"/>
              </a:rPr>
              <a:t> </a:t>
            </a:r>
            <a:r>
              <a:rPr lang="en-US" err="1">
                <a:cs typeface="Calibri"/>
              </a:rPr>
              <a:t>vilken</a:t>
            </a:r>
            <a:r>
              <a:rPr lang="en-US">
                <a:cs typeface="Calibri"/>
              </a:rPr>
              <a:t> dos </a:t>
            </a:r>
            <a:r>
              <a:rPr lang="en-US" err="1">
                <a:cs typeface="Calibri"/>
              </a:rPr>
              <a:t>hittade</a:t>
            </a:r>
            <a:r>
              <a:rPr lang="en-US">
                <a:cs typeface="Calibri"/>
              </a:rPr>
              <a:t> jag </a:t>
            </a:r>
            <a:r>
              <a:rPr lang="en-US" err="1">
                <a:cs typeface="Calibri"/>
              </a:rPr>
              <a:t>inte</a:t>
            </a:r>
            <a:r>
              <a:rPr lang="en-US">
                <a:cs typeface="Calibri"/>
              </a:rPr>
              <a:t>?)</a:t>
            </a: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9</a:t>
            </a:fld>
            <a:endParaRPr lang="sv-SE" noProof="0"/>
          </a:p>
        </p:txBody>
      </p:sp>
    </p:spTree>
    <p:extLst>
      <p:ext uri="{BB962C8B-B14F-4D97-AF65-F5344CB8AC3E}">
        <p14:creationId xmlns:p14="http://schemas.microsoft.com/office/powerpoint/2010/main" val="528094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305435" indent="-305435">
              <a:spcBef>
                <a:spcPct val="20000"/>
              </a:spcBef>
              <a:spcAft>
                <a:spcPts val="600"/>
              </a:spcAft>
              <a:buFont typeface="Arial"/>
              <a:buChar char="•"/>
            </a:pPr>
            <a:r>
              <a:rPr lang="sv-SE"/>
              <a:t>Livstid på ungefär 8 år</a:t>
            </a:r>
          </a:p>
          <a:p>
            <a:pPr marL="305435" indent="-305435">
              <a:spcBef>
                <a:spcPct val="20000"/>
              </a:spcBef>
              <a:spcAft>
                <a:spcPts val="600"/>
              </a:spcAft>
              <a:buFont typeface="Arial"/>
              <a:buChar char="•"/>
            </a:pPr>
            <a:r>
              <a:rPr lang="sv-SE"/>
              <a:t>Behöver regelbundet underhåll</a:t>
            </a:r>
            <a:endParaRPr lang="en-US"/>
          </a:p>
          <a:p>
            <a:pPr marL="305435" indent="-305435">
              <a:spcBef>
                <a:spcPct val="20000"/>
              </a:spcBef>
              <a:spcAft>
                <a:spcPts val="600"/>
              </a:spcAft>
              <a:buFont typeface="Arial"/>
              <a:buChar char="•"/>
            </a:pPr>
            <a:r>
              <a:rPr lang="sv-SE"/>
              <a:t>Vanliga förslitningsskador är att kablar går sönder och att </a:t>
            </a:r>
            <a:r>
              <a:rPr lang="sv-SE" err="1"/>
              <a:t>transducerelementen</a:t>
            </a:r>
            <a:r>
              <a:rPr lang="sv-SE"/>
              <a:t> skadas så att de inte skickar iväg en bra signal</a:t>
            </a:r>
            <a:endParaRPr lang="en-US"/>
          </a:p>
          <a:p>
            <a:pPr marL="305435" indent="-305435">
              <a:spcBef>
                <a:spcPct val="20000"/>
              </a:spcBef>
              <a:spcAft>
                <a:spcPts val="600"/>
              </a:spcAft>
              <a:buFont typeface="Arial"/>
              <a:buChar char="•"/>
            </a:pPr>
            <a:r>
              <a:rPr lang="sv-SE"/>
              <a:t>Återvinning är möjlig</a:t>
            </a:r>
            <a:br>
              <a:rPr lang="sv-SE">
                <a:cs typeface="+mn-lt"/>
              </a:rPr>
            </a:br>
            <a:r>
              <a:rPr lang="sv-SE"/>
              <a:t> </a:t>
            </a:r>
            <a:endParaRPr lang="sv-SE">
              <a:cs typeface="Calibri"/>
            </a:endParaRPr>
          </a:p>
        </p:txBody>
      </p:sp>
      <p:sp>
        <p:nvSpPr>
          <p:cNvPr id="4" name="Platshållare för bildnummer 3"/>
          <p:cNvSpPr>
            <a:spLocks noGrp="1"/>
          </p:cNvSpPr>
          <p:nvPr>
            <p:ph type="sldNum" sz="quarter" idx="5"/>
          </p:nvPr>
        </p:nvSpPr>
        <p:spPr/>
        <p:txBody>
          <a:bodyPr/>
          <a:lstStyle/>
          <a:p>
            <a:pPr rtl="0"/>
            <a:fld id="{C6B3AB32-59DF-41F1-9618-EDFBF5049629}" type="slidenum">
              <a:rPr lang="sv-SE" noProof="0" smtClean="0"/>
              <a:t>11</a:t>
            </a:fld>
            <a:endParaRPr lang="sv-SE" noProof="0"/>
          </a:p>
        </p:txBody>
      </p:sp>
    </p:spTree>
    <p:extLst>
      <p:ext uri="{BB962C8B-B14F-4D97-AF65-F5344CB8AC3E}">
        <p14:creationId xmlns:p14="http://schemas.microsoft.com/office/powerpoint/2010/main" val="681614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C6B3AB32-59DF-41F1-9618-EDFBF5049629}" type="slidenum">
              <a:rPr lang="sv-SE" smtClean="0"/>
              <a:t>15</a:t>
            </a:fld>
            <a:endParaRPr lang="sv-SE"/>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7" name="Rektangulär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sv-SE" noProof="0"/>
              <a:t>Klicka här för att ändra format</a:t>
            </a:r>
          </a:p>
        </p:txBody>
      </p:sp>
      <p:sp>
        <p:nvSpPr>
          <p:cNvPr id="3" name="Underrubrik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sv-SE" noProof="0"/>
              <a:t>Klicka om du vill redigera mall för underrubrikformat</a:t>
            </a:r>
          </a:p>
        </p:txBody>
      </p:sp>
      <p:sp>
        <p:nvSpPr>
          <p:cNvPr id="4" name="Platshållare för datum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9E1C7E15-A5D9-44CB-AA09-BDE68780EFAC}" type="datetime1">
              <a:rPr lang="sv-SE" noProof="0" smtClean="0"/>
              <a:t>2022-03-23</a:t>
            </a:fld>
            <a:endParaRPr lang="sv-SE" noProof="0"/>
          </a:p>
        </p:txBody>
      </p:sp>
      <p:sp>
        <p:nvSpPr>
          <p:cNvPr id="5" name="Platshållare för sidfot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sv-SE" noProof="0"/>
          </a:p>
        </p:txBody>
      </p:sp>
      <p:sp>
        <p:nvSpPr>
          <p:cNvPr id="6" name="Platshållare för bildnumm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7" name="Rektangulär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2" y="702156"/>
            <a:ext cx="11029616" cy="1013800"/>
          </a:xfrm>
        </p:spPr>
        <p:txBody>
          <a:bodyPr rtlCol="0"/>
          <a:lstStyle/>
          <a:p>
            <a:pPr rtl="0"/>
            <a:r>
              <a:rPr lang="sv-SE" noProof="0"/>
              <a:t>Klicka här för att ändra format</a:t>
            </a:r>
          </a:p>
        </p:txBody>
      </p:sp>
      <p:sp>
        <p:nvSpPr>
          <p:cNvPr id="3" name="Platshållare för innehåll 2"/>
          <p:cNvSpPr>
            <a:spLocks noGrp="1"/>
          </p:cNvSpPr>
          <p:nvPr>
            <p:ph idx="1" hasCustomPrompt="1"/>
          </p:nvPr>
        </p:nvSpPr>
        <p:spPr>
          <a:xfrm>
            <a:off x="581192" y="2180496"/>
            <a:ext cx="11029615" cy="3678303"/>
          </a:xfrm>
        </p:spPr>
        <p:txBody>
          <a:bodyPr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18BA5819-876C-40D7-B05D-82DAC82D5655}" type="datetime1">
              <a:rPr lang="sv-SE" noProof="0" smtClean="0"/>
              <a:t>2022-03-23</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a:xfrm>
            <a:off x="10558300" y="5956137"/>
            <a:ext cx="1052508" cy="365125"/>
          </a:xfrm>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8" name="Rektangulär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sv-SE" noProof="0"/>
              <a:t>Klicka här för att ändra format</a:t>
            </a:r>
          </a:p>
        </p:txBody>
      </p:sp>
      <p:sp>
        <p:nvSpPr>
          <p:cNvPr id="3" name="Platshållare för text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lvl1pPr>
              <a:defRPr>
                <a:solidFill>
                  <a:schemeClr val="accent1">
                    <a:lumMod val="75000"/>
                    <a:lumOff val="25000"/>
                  </a:schemeClr>
                </a:solidFill>
              </a:defRPr>
            </a:lvl1pPr>
          </a:lstStyle>
          <a:p>
            <a:pPr rtl="0"/>
            <a:fld id="{7949AA0E-6A47-4365-A56F-C26D07467938}" type="datetime1">
              <a:rPr lang="sv-SE" noProof="0" smtClean="0"/>
              <a:t>2022-03-23</a:t>
            </a:fld>
            <a:endParaRPr lang="sv-SE" noProof="0"/>
          </a:p>
        </p:txBody>
      </p:sp>
      <p:sp>
        <p:nvSpPr>
          <p:cNvPr id="5" name="Platshållare för sidfot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sv-SE" noProof="0"/>
          </a:p>
        </p:txBody>
      </p:sp>
      <p:sp>
        <p:nvSpPr>
          <p:cNvPr id="6" name="Platshållare för bildnumm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
    <p:spTree>
      <p:nvGrpSpPr>
        <p:cNvPr id="1" name=""/>
        <p:cNvGrpSpPr/>
        <p:nvPr/>
      </p:nvGrpSpPr>
      <p:grpSpPr>
        <a:xfrm>
          <a:off x="0" y="0"/>
          <a:ext cx="0" cy="0"/>
          <a:chOff x="0" y="0"/>
          <a:chExt cx="0" cy="0"/>
        </a:xfrm>
      </p:grpSpPr>
      <p:sp>
        <p:nvSpPr>
          <p:cNvPr id="8" name="Rektangulär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3" y="729658"/>
            <a:ext cx="11029616" cy="988332"/>
          </a:xfrm>
        </p:spPr>
        <p:txBody>
          <a:bodyPr rtlCol="0"/>
          <a:lstStyle/>
          <a:p>
            <a:pPr rtl="0"/>
            <a:r>
              <a:rPr lang="sv-SE" noProof="0"/>
              <a:t>Klicka här för att ändra format</a:t>
            </a:r>
          </a:p>
        </p:txBody>
      </p:sp>
      <p:sp>
        <p:nvSpPr>
          <p:cNvPr id="3" name="Platshållare för innehåll 2"/>
          <p:cNvSpPr>
            <a:spLocks noGrp="1"/>
          </p:cNvSpPr>
          <p:nvPr>
            <p:ph sz="half" idx="1" hasCustomPrompt="1"/>
          </p:nvPr>
        </p:nvSpPr>
        <p:spPr>
          <a:xfrm>
            <a:off x="581193" y="2228003"/>
            <a:ext cx="5422390" cy="3633047"/>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innehåll 3"/>
          <p:cNvSpPr>
            <a:spLocks noGrp="1"/>
          </p:cNvSpPr>
          <p:nvPr>
            <p:ph sz="half" idx="2" hasCustomPrompt="1"/>
          </p:nvPr>
        </p:nvSpPr>
        <p:spPr>
          <a:xfrm>
            <a:off x="6188417" y="2228003"/>
            <a:ext cx="5422392" cy="3633047"/>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datum 4"/>
          <p:cNvSpPr>
            <a:spLocks noGrp="1"/>
          </p:cNvSpPr>
          <p:nvPr>
            <p:ph type="dt" sz="half" idx="10"/>
          </p:nvPr>
        </p:nvSpPr>
        <p:spPr/>
        <p:txBody>
          <a:bodyPr rtlCol="0"/>
          <a:lstStyle/>
          <a:p>
            <a:pPr rtl="0"/>
            <a:fld id="{B352CDAE-0DBF-4CCE-8D8D-BCC1A1B963F7}" type="datetime1">
              <a:rPr lang="sv-SE" noProof="0" smtClean="0"/>
              <a:t>2022-03-23</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11" name="Rektangulär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Rubrik 1"/>
          <p:cNvSpPr>
            <a:spLocks noGrp="1"/>
          </p:cNvSpPr>
          <p:nvPr>
            <p:ph type="title" hasCustomPrompt="1"/>
          </p:nvPr>
        </p:nvSpPr>
        <p:spPr>
          <a:xfrm>
            <a:off x="581193" y="729658"/>
            <a:ext cx="11029616" cy="988332"/>
          </a:xfrm>
        </p:spPr>
        <p:txBody>
          <a:bodyPr rtlCol="0"/>
          <a:lstStyle/>
          <a:p>
            <a:pPr rtl="0"/>
            <a:r>
              <a:rPr lang="sv-SE" noProof="0"/>
              <a:t>Klicka här för att ändra format</a:t>
            </a:r>
          </a:p>
        </p:txBody>
      </p:sp>
      <p:sp>
        <p:nvSpPr>
          <p:cNvPr id="3" name="Platshållare för text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4" name="Platshållare för innehåll 3"/>
          <p:cNvSpPr>
            <a:spLocks noGrp="1"/>
          </p:cNvSpPr>
          <p:nvPr>
            <p:ph sz="half" idx="2" hasCustomPrompt="1"/>
          </p:nvPr>
        </p:nvSpPr>
        <p:spPr>
          <a:xfrm>
            <a:off x="581194" y="2926052"/>
            <a:ext cx="5393100" cy="2934999"/>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text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6" name="Platshållare för innehåll 5"/>
          <p:cNvSpPr>
            <a:spLocks noGrp="1"/>
          </p:cNvSpPr>
          <p:nvPr>
            <p:ph sz="quarter" idx="4" hasCustomPrompt="1"/>
          </p:nvPr>
        </p:nvSpPr>
        <p:spPr>
          <a:xfrm>
            <a:off x="6217709" y="2926052"/>
            <a:ext cx="5393100" cy="2934999"/>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7" name="Platshållare för datum 6"/>
          <p:cNvSpPr>
            <a:spLocks noGrp="1"/>
          </p:cNvSpPr>
          <p:nvPr>
            <p:ph type="dt" sz="half" idx="10"/>
          </p:nvPr>
        </p:nvSpPr>
        <p:spPr/>
        <p:txBody>
          <a:bodyPr rtlCol="0"/>
          <a:lstStyle/>
          <a:p>
            <a:pPr rtl="0"/>
            <a:fld id="{EE769021-A962-41DC-B2BE-B2D5BE48197E}" type="datetime1">
              <a:rPr lang="sv-SE" noProof="0" smtClean="0"/>
              <a:t>2022-03-23</a:t>
            </a:fld>
            <a:endParaRPr lang="sv-SE" noProof="0"/>
          </a:p>
        </p:txBody>
      </p:sp>
      <p:sp>
        <p:nvSpPr>
          <p:cNvPr id="8" name="Platshållare för sidfot 7"/>
          <p:cNvSpPr>
            <a:spLocks noGrp="1"/>
          </p:cNvSpPr>
          <p:nvPr>
            <p:ph type="ftr" sz="quarter" idx="11"/>
          </p:nvPr>
        </p:nvSpPr>
        <p:spPr/>
        <p:txBody>
          <a:bodyPr rtlCol="0"/>
          <a:lstStyle/>
          <a:p>
            <a:pPr rtl="0"/>
            <a:endParaRPr lang="sv-SE" noProof="0"/>
          </a:p>
        </p:txBody>
      </p:sp>
      <p:sp>
        <p:nvSpPr>
          <p:cNvPr id="9" name="Platshållare för bildnummer 8"/>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3" name="Platshållare för datum 2"/>
          <p:cNvSpPr>
            <a:spLocks noGrp="1"/>
          </p:cNvSpPr>
          <p:nvPr>
            <p:ph type="dt" sz="half" idx="10"/>
          </p:nvPr>
        </p:nvSpPr>
        <p:spPr/>
        <p:txBody>
          <a:bodyPr rtlCol="0"/>
          <a:lstStyle/>
          <a:p>
            <a:pPr rtl="0"/>
            <a:fld id="{1D21C337-78CE-4B42-B3F9-57AA2C8CE673}" type="datetime1">
              <a:rPr lang="sv-SE" noProof="0" smtClean="0"/>
              <a:t>2022-03-23</a:t>
            </a:fld>
            <a:endParaRPr lang="sv-SE" noProof="0"/>
          </a:p>
        </p:txBody>
      </p:sp>
      <p:sp>
        <p:nvSpPr>
          <p:cNvPr id="4" name="Platshållare för sidfot 3"/>
          <p:cNvSpPr>
            <a:spLocks noGrp="1"/>
          </p:cNvSpPr>
          <p:nvPr>
            <p:ph type="ftr" sz="quarter" idx="11"/>
          </p:nvPr>
        </p:nvSpPr>
        <p:spPr/>
        <p:txBody>
          <a:bodyPr rtlCol="0"/>
          <a:lstStyle/>
          <a:p>
            <a:pPr rtl="0"/>
            <a:endParaRPr lang="sv-SE" noProof="0"/>
          </a:p>
        </p:txBody>
      </p:sp>
      <p:sp>
        <p:nvSpPr>
          <p:cNvPr id="5" name="Platshållare för bildnummer 4"/>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
        <p:nvSpPr>
          <p:cNvPr id="7" name="Rektangulär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Rubrik 1"/>
          <p:cNvSpPr>
            <a:spLocks noGrp="1"/>
          </p:cNvSpPr>
          <p:nvPr>
            <p:ph type="title" hasCustomPrompt="1"/>
          </p:nvPr>
        </p:nvSpPr>
        <p:spPr>
          <a:xfrm>
            <a:off x="575894" y="729658"/>
            <a:ext cx="11029616" cy="988332"/>
          </a:xfrm>
        </p:spPr>
        <p:txBody>
          <a:bodyPr rtlCol="0"/>
          <a:lstStyle/>
          <a:p>
            <a:pPr rtl="0"/>
            <a:r>
              <a:rPr lang="sv-SE" noProof="0"/>
              <a:t>Klicka här för att ändra format</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rtlCol="0"/>
          <a:lstStyle/>
          <a:p>
            <a:pPr rtl="0"/>
            <a:fld id="{944A4472-8FEF-4AB6-8DC5-BBF8799EDA3C}" type="datetime1">
              <a:rPr lang="sv-SE" noProof="0" smtClean="0"/>
              <a:t>2022-03-23</a:t>
            </a:fld>
            <a:endParaRPr lang="sv-SE" noProof="0"/>
          </a:p>
        </p:txBody>
      </p:sp>
      <p:sp>
        <p:nvSpPr>
          <p:cNvPr id="3" name="Platshållare för sidfot 2"/>
          <p:cNvSpPr>
            <a:spLocks noGrp="1"/>
          </p:cNvSpPr>
          <p:nvPr>
            <p:ph type="ftr" sz="quarter" idx="11"/>
          </p:nvPr>
        </p:nvSpPr>
        <p:spPr/>
        <p:txBody>
          <a:bodyPr rtlCol="0"/>
          <a:lstStyle/>
          <a:p>
            <a:pPr rtl="0"/>
            <a:endParaRPr lang="sv-SE" noProof="0"/>
          </a:p>
        </p:txBody>
      </p:sp>
      <p:sp>
        <p:nvSpPr>
          <p:cNvPr id="4" name="Platshållare för bildnummer 3"/>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9" name="Rektangulär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sv-SE" noProof="0"/>
              <a:t>Klicka här för att ändra format</a:t>
            </a:r>
          </a:p>
        </p:txBody>
      </p:sp>
      <p:sp>
        <p:nvSpPr>
          <p:cNvPr id="3" name="Platshållare för innehåll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text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lvl1pPr>
              <a:defRPr>
                <a:solidFill>
                  <a:schemeClr val="accent1">
                    <a:lumMod val="75000"/>
                    <a:lumOff val="25000"/>
                  </a:schemeClr>
                </a:solidFill>
              </a:defRPr>
            </a:lvl1pPr>
          </a:lstStyle>
          <a:p>
            <a:pPr rtl="0"/>
            <a:fld id="{9C951709-E3CE-4C6A-8C9B-0A975C581F46}" type="datetime1">
              <a:rPr lang="sv-SE" noProof="0" smtClean="0"/>
              <a:t>2022-03-23</a:t>
            </a:fld>
            <a:endParaRPr lang="sv-SE" noProof="0"/>
          </a:p>
        </p:txBody>
      </p:sp>
      <p:sp>
        <p:nvSpPr>
          <p:cNvPr id="6" name="Platshållare för sidfot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sv-SE" noProof="0"/>
          </a:p>
        </p:txBody>
      </p:sp>
      <p:sp>
        <p:nvSpPr>
          <p:cNvPr id="7" name="Platshållare för bildnumm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sv-SE" noProof="0"/>
              <a:t>Klicka här för att ändra format</a:t>
            </a:r>
          </a:p>
        </p:txBody>
      </p:sp>
      <p:sp>
        <p:nvSpPr>
          <p:cNvPr id="3" name="Platshållare för bild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AE076600-0888-48C6-B089-DF3A6834FC41}" type="datetime1">
              <a:rPr lang="sv-SE" noProof="0" smtClean="0"/>
              <a:t>2022-03-23</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8" name="Rektangulär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Rubrik 1"/>
          <p:cNvSpPr>
            <a:spLocks noGrp="1"/>
          </p:cNvSpPr>
          <p:nvPr>
            <p:ph type="title" hasCustomPrompt="1"/>
          </p:nvPr>
        </p:nvSpPr>
        <p:spPr>
          <a:xfrm>
            <a:off x="581192" y="702156"/>
            <a:ext cx="11029616" cy="1013800"/>
          </a:xfrm>
        </p:spPr>
        <p:txBody>
          <a:bodyPr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561EE234-DC73-444A-954B-E89CE88AD6A7}" type="datetime1">
              <a:rPr lang="sv-SE" noProof="0" smtClean="0"/>
              <a:t>2022-03-23</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7" name="Rektangulär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Lodrät rubrik 1"/>
          <p:cNvSpPr>
            <a:spLocks noGrp="1"/>
          </p:cNvSpPr>
          <p:nvPr>
            <p:ph type="title" orient="vert" hasCustomPrompt="1"/>
          </p:nvPr>
        </p:nvSpPr>
        <p:spPr>
          <a:xfrm>
            <a:off x="8839201" y="675726"/>
            <a:ext cx="2004164" cy="5183073"/>
          </a:xfrm>
        </p:spPr>
        <p:txBody>
          <a:bodyPr vert="eaVert"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a:xfrm>
            <a:off x="774923" y="675726"/>
            <a:ext cx="7896279" cy="5183073"/>
          </a:xfrm>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A06512CE-127A-4A92-B425-5C3D57FDA44B}" type="datetime1">
              <a:rPr lang="sv-SE" noProof="0" smtClean="0"/>
              <a:t>2022-03-23</a:t>
            </a:fld>
            <a:endParaRPr lang="sv-SE" noProof="0"/>
          </a:p>
        </p:txBody>
      </p:sp>
      <p:sp>
        <p:nvSpPr>
          <p:cNvPr id="5" name="Platshållare för sidfot 4"/>
          <p:cNvSpPr>
            <a:spLocks noGrp="1"/>
          </p:cNvSpPr>
          <p:nvPr>
            <p:ph type="ftr" sz="quarter" idx="11"/>
          </p:nvPr>
        </p:nvSpPr>
        <p:spPr>
          <a:xfrm>
            <a:off x="774923" y="5951811"/>
            <a:ext cx="7896279" cy="365125"/>
          </a:xfrm>
        </p:spPr>
        <p:txBody>
          <a:bodyPr rtlCol="0"/>
          <a:lstStyle/>
          <a:p>
            <a:pPr rtl="0"/>
            <a:endParaRPr lang="sv-SE" noProof="0"/>
          </a:p>
        </p:txBody>
      </p:sp>
      <p:sp>
        <p:nvSpPr>
          <p:cNvPr id="6" name="Platshållare för bildnumm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sv-SE" noProof="0"/>
              <a:t>Klicka här för att ändra format</a:t>
            </a:r>
          </a:p>
        </p:txBody>
      </p:sp>
      <p:sp>
        <p:nvSpPr>
          <p:cNvPr id="3" name="Platshållare för text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DCB5594E-A726-475C-AA0A-CE0BD647288B}" type="datetime1">
              <a:rPr lang="sv-SE" noProof="0" smtClean="0"/>
              <a:t>2022-03-23</a:t>
            </a:fld>
            <a:endParaRPr lang="sv-SE" noProof="0"/>
          </a:p>
        </p:txBody>
      </p:sp>
      <p:sp>
        <p:nvSpPr>
          <p:cNvPr id="5" name="Platshållare för sidfot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sv-SE" noProof="0"/>
          </a:p>
        </p:txBody>
      </p:sp>
      <p:sp>
        <p:nvSpPr>
          <p:cNvPr id="6" name="Platshållare för bildnumm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sv-SE" noProof="0" smtClean="0"/>
              <a:pPr rtl="0"/>
              <a:t>‹#›</a:t>
            </a:fld>
            <a:endParaRPr lang="sv-SE" noProof="0"/>
          </a:p>
        </p:txBody>
      </p:sp>
      <p:sp>
        <p:nvSpPr>
          <p:cNvPr id="9" name="Rektangulär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ktangulär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ktangulär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hyperlink" Target="https://www.wearebodybeautiful.com/app/uploads/2019/03/Ultrasound-ranges.png"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hyperlink" Target="https://upload.wikimedia.org/wikipedia/commons/thumb/c/c7/CRL_Crown_rump_length_12_weeks_ecografia_Dr._Wolfgang_Moroder.jpg/220px-CRL_Crown_rump_length_12_weeks_ecografia_Dr._Wolfgang_Moroder.jpg" TargetMode="External"/><Relationship Id="rId4" Type="http://schemas.openxmlformats.org/officeDocument/2006/relationships/hyperlink" Target="https://upload.wikimedia.org/wikipedia/commons/thumb/c/c7/CRL_Crown_rump_length_12_weeks_ecografia_Dr._Wolfgang_Moroder.jpg/220px"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medistore.se/category/medicinsk-utrustning/ultraljudsutrustning/&#160;" TargetMode="External"/><Relationship Id="rId2" Type="http://schemas.openxmlformats.org/officeDocument/2006/relationships/hyperlink" Target="https://www.nhs.uk/conditions/ultrasound-sca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sahandkh@kth.s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2.jpeg"/><Relationship Id="rId4" Type="http://schemas.openxmlformats.org/officeDocument/2006/relationships/hyperlink" Target="mailto:T.modin@kth.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ktangulär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7" name="Bild 6">
            <a:extLst>
              <a:ext uri="{FF2B5EF4-FFF2-40B4-BE49-F238E27FC236}">
                <a16:creationId xmlns:a16="http://schemas.microsoft.com/office/drawing/2014/main" id="{3840F91C-EDD0-4D4E-A4AB-E6C77856C88C}"/>
              </a:ext>
            </a:extLst>
          </p:cNvPr>
          <p:cNvPicPr>
            <a:picLocks noChangeAspect="1"/>
          </p:cNvPicPr>
          <p:nvPr/>
        </p:nvPicPr>
        <p:blipFill>
          <a:blip r:embed="rId3"/>
          <a:srcRect t="9386" b="9386"/>
          <a:stretch/>
        </p:blipFill>
        <p:spPr>
          <a:xfrm>
            <a:off x="20" y="10"/>
            <a:ext cx="12191980" cy="6857990"/>
          </a:xfrm>
          <a:prstGeom prst="rect">
            <a:avLst/>
          </a:prstGeom>
        </p:spPr>
      </p:pic>
      <p:grpSp>
        <p:nvGrpSpPr>
          <p:cNvPr id="17" name="Grup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ktangulär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ktangulär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ktangulär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ktangulär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Rubrik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sv-SE" sz="6000">
                <a:solidFill>
                  <a:schemeClr val="bg1"/>
                </a:solidFill>
              </a:rPr>
              <a:t>Ultraljud</a:t>
            </a:r>
          </a:p>
        </p:txBody>
      </p:sp>
      <p:sp>
        <p:nvSpPr>
          <p:cNvPr id="3" name="Underrubrik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r>
              <a:rPr lang="sv-SE">
                <a:solidFill>
                  <a:srgbClr val="7CEBFF"/>
                </a:solidFill>
              </a:rPr>
              <a:t>Tor Modin &amp; Sahand Khodabandehloo</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69278E0-259E-45F2-BD6B-53C76868065E}"/>
              </a:ext>
            </a:extLst>
          </p:cNvPr>
          <p:cNvSpPr>
            <a:spLocks noGrp="1"/>
          </p:cNvSpPr>
          <p:nvPr>
            <p:ph type="title"/>
          </p:nvPr>
        </p:nvSpPr>
        <p:spPr>
          <a:xfrm>
            <a:off x="581193" y="729658"/>
            <a:ext cx="11029616" cy="988332"/>
          </a:xfrm>
        </p:spPr>
        <p:txBody>
          <a:bodyPr anchor="b">
            <a:normAutofit/>
          </a:bodyPr>
          <a:lstStyle/>
          <a:p>
            <a:r>
              <a:rPr lang="sv-SE"/>
              <a:t>Introduktion</a:t>
            </a:r>
          </a:p>
        </p:txBody>
      </p:sp>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D0BAA219-7E15-4298-8732-A9BAD7FE358B}"/>
                  </a:ext>
                </a:extLst>
              </p:cNvPr>
              <p:cNvSpPr>
                <a:spLocks noGrp="1"/>
              </p:cNvSpPr>
              <p:nvPr>
                <p:ph sz="half" idx="1"/>
              </p:nvPr>
            </p:nvSpPr>
            <p:spPr>
              <a:xfrm>
                <a:off x="581193" y="2228003"/>
                <a:ext cx="5422390" cy="3633047"/>
              </a:xfrm>
            </p:spPr>
            <p:txBody>
              <a:bodyPr anchor="ctr">
                <a:normAutofit/>
              </a:bodyPr>
              <a:lstStyle/>
              <a:p>
                <a:pPr marL="305435" indent="-305435"/>
                <a:r>
                  <a:rPr lang="sv-SE"/>
                  <a:t>Högfrekvent mekanisk våg (</a:t>
                </a:r>
                <a14:m>
                  <m:oMath xmlns:m="http://schemas.openxmlformats.org/officeDocument/2006/math">
                    <m:r>
                      <a:rPr lang="sv-SE" i="1" dirty="0" smtClean="0">
                        <a:latin typeface="Cambria Math" panose="02040503050406030204" pitchFamily="18" charset="0"/>
                      </a:rPr>
                      <m:t>1−15 </m:t>
                    </m:r>
                    <m:r>
                      <a:rPr lang="sv-SE" b="0" i="1" dirty="0" smtClean="0">
                        <a:latin typeface="Cambria Math" panose="02040503050406030204" pitchFamily="18" charset="0"/>
                      </a:rPr>
                      <m:t>𝑀</m:t>
                    </m:r>
                    <m:r>
                      <a:rPr lang="sv-SE" i="1" dirty="0" smtClean="0">
                        <a:latin typeface="Cambria Math" panose="02040503050406030204" pitchFamily="18" charset="0"/>
                      </a:rPr>
                      <m:t>𝐻𝑧</m:t>
                    </m:r>
                  </m:oMath>
                </a14:m>
                <a:r>
                  <a:rPr lang="sv-SE"/>
                  <a:t>)</a:t>
                </a:r>
              </a:p>
              <a:p>
                <a:pPr marL="305435" indent="-305435"/>
                <a:r>
                  <a:rPr lang="sv-SE"/>
                  <a:t>Tre fysikaliska principer:</a:t>
                </a:r>
              </a:p>
              <a:p>
                <a:pPr marL="629435" lvl="1" indent="-305435"/>
                <a:r>
                  <a:rPr lang="sv-SE" i="1" err="1"/>
                  <a:t>Time</a:t>
                </a:r>
                <a:r>
                  <a:rPr lang="sv-SE" i="1"/>
                  <a:t>-</a:t>
                </a:r>
                <a:r>
                  <a:rPr lang="sv-SE" i="1" err="1"/>
                  <a:t>of</a:t>
                </a:r>
                <a:r>
                  <a:rPr lang="sv-SE" i="1"/>
                  <a:t>-flight</a:t>
                </a:r>
              </a:p>
              <a:p>
                <a:pPr marL="629435" lvl="1" indent="-305435"/>
                <a:r>
                  <a:rPr lang="sv-SE" i="1"/>
                  <a:t>Dopplereffekt</a:t>
                </a:r>
              </a:p>
              <a:p>
                <a:pPr marL="629435" lvl="1" indent="-305435"/>
                <a:r>
                  <a:rPr lang="sv-SE" i="1"/>
                  <a:t>Dämpning av ljudvågor (akustiska svängningar)</a:t>
                </a:r>
              </a:p>
              <a:p>
                <a:endParaRPr lang="sv-SE"/>
              </a:p>
            </p:txBody>
          </p:sp>
        </mc:Choice>
        <mc:Fallback>
          <p:sp>
            <p:nvSpPr>
              <p:cNvPr id="9" name="Content Placeholder 2">
                <a:extLst>
                  <a:ext uri="{FF2B5EF4-FFF2-40B4-BE49-F238E27FC236}">
                    <a16:creationId xmlns:a16="http://schemas.microsoft.com/office/drawing/2014/main" id="{D0BAA219-7E15-4298-8732-A9BAD7FE358B}"/>
                  </a:ext>
                </a:extLst>
              </p:cNvPr>
              <p:cNvSpPr>
                <a:spLocks noGrp="1" noRot="1" noChangeAspect="1" noMove="1" noResize="1" noEditPoints="1" noAdjustHandles="1" noChangeArrowheads="1" noChangeShapeType="1" noTextEdit="1"/>
              </p:cNvSpPr>
              <p:nvPr>
                <p:ph sz="half" idx="1"/>
              </p:nvPr>
            </p:nvSpPr>
            <p:spPr>
              <a:xfrm>
                <a:off x="581193" y="2228003"/>
                <a:ext cx="5422390" cy="3633047"/>
              </a:xfrm>
              <a:blipFill>
                <a:blip r:embed="rId3"/>
                <a:stretch>
                  <a:fillRect l="-674"/>
                </a:stretch>
              </a:blipFill>
            </p:spPr>
            <p:txBody>
              <a:bodyPr/>
              <a:lstStyle/>
              <a:p>
                <a:r>
                  <a:rPr lang="en-US">
                    <a:noFill/>
                  </a:rPr>
                  <a:t> </a:t>
                </a:r>
              </a:p>
            </p:txBody>
          </p:sp>
        </mc:Fallback>
      </mc:AlternateContent>
      <p:pic>
        <p:nvPicPr>
          <p:cNvPr id="8" name="Bildobjekt 7" descr="Ultrasound-ranges - We Are Body Beautiful">
            <a:extLst>
              <a:ext uri="{FF2B5EF4-FFF2-40B4-BE49-F238E27FC236}">
                <a16:creationId xmlns:a16="http://schemas.microsoft.com/office/drawing/2014/main" id="{80A6013D-4B06-4F90-94FF-FC2CDA480C0E}"/>
              </a:ext>
            </a:extLst>
          </p:cNvPr>
          <p:cNvPicPr/>
          <p:nvPr/>
        </p:nvPicPr>
        <p:blipFill>
          <a:blip r:embed="rId4" cstate="print">
            <a:extLst>
              <a:ext uri="{28A0092B-C50C-407E-A947-70E740481C1C}">
                <a14:useLocalDpi xmlns:a14="http://schemas.microsoft.com/office/drawing/2010/main" val="0"/>
              </a:ext>
            </a:extLst>
          </a:blip>
          <a:stretch>
            <a:fillRect/>
          </a:stretch>
        </p:blipFill>
        <p:spPr bwMode="auto">
          <a:xfrm>
            <a:off x="6188417" y="2802299"/>
            <a:ext cx="5422392" cy="2484455"/>
          </a:xfrm>
          <a:prstGeom prst="rect">
            <a:avLst/>
          </a:prstGeom>
          <a:noFill/>
          <a:ln>
            <a:noFill/>
          </a:ln>
        </p:spPr>
      </p:pic>
      <p:sp>
        <p:nvSpPr>
          <p:cNvPr id="11" name="textruta 10">
            <a:extLst>
              <a:ext uri="{FF2B5EF4-FFF2-40B4-BE49-F238E27FC236}">
                <a16:creationId xmlns:a16="http://schemas.microsoft.com/office/drawing/2014/main" id="{806D7320-847C-4052-9F78-C699A4FDB4E4}"/>
              </a:ext>
            </a:extLst>
          </p:cNvPr>
          <p:cNvSpPr txBox="1"/>
          <p:nvPr/>
        </p:nvSpPr>
        <p:spPr>
          <a:xfrm>
            <a:off x="6188415" y="5374433"/>
            <a:ext cx="5422392" cy="400110"/>
          </a:xfrm>
          <a:prstGeom prst="rect">
            <a:avLst/>
          </a:prstGeom>
          <a:noFill/>
        </p:spPr>
        <p:txBody>
          <a:bodyPr wrap="square" rtlCol="0">
            <a:spAutoFit/>
          </a:bodyPr>
          <a:lstStyle/>
          <a:p>
            <a:r>
              <a:rPr lang="sv-SE" sz="1000"/>
              <a:t>Figur 1 – Spektrum av ultraljud (inklusive frekvenser).</a:t>
            </a:r>
            <a:br>
              <a:rPr lang="sv-SE" sz="1000"/>
            </a:br>
            <a:r>
              <a:rPr lang="sv-SE" sz="1000"/>
              <a:t>Bildkälla: </a:t>
            </a:r>
            <a:r>
              <a:rPr lang="sv-SE" sz="1000">
                <a:hlinkClick r:id="rId5"/>
              </a:rPr>
              <a:t>https://www.wearebodybeautiful.com/app/uploads/2019/03/Ultrasound-ranges.png</a:t>
            </a:r>
            <a:r>
              <a:rPr lang="sv-SE" sz="1000"/>
              <a:t> </a:t>
            </a:r>
          </a:p>
        </p:txBody>
      </p:sp>
    </p:spTree>
    <p:extLst>
      <p:ext uri="{BB962C8B-B14F-4D97-AF65-F5344CB8AC3E}">
        <p14:creationId xmlns:p14="http://schemas.microsoft.com/office/powerpoint/2010/main" val="181987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D902552-3A20-4A6F-B93C-9627084EFD67}"/>
              </a:ext>
            </a:extLst>
          </p:cNvPr>
          <p:cNvSpPr>
            <a:spLocks noGrp="1"/>
          </p:cNvSpPr>
          <p:nvPr>
            <p:ph type="title"/>
          </p:nvPr>
        </p:nvSpPr>
        <p:spPr>
          <a:xfrm>
            <a:off x="581193" y="729658"/>
            <a:ext cx="11029616" cy="988332"/>
          </a:xfrm>
        </p:spPr>
        <p:txBody>
          <a:bodyPr anchor="b">
            <a:normAutofit/>
          </a:bodyPr>
          <a:lstStyle/>
          <a:p>
            <a:r>
              <a:rPr lang="sv-SE"/>
              <a:t>Introduktion</a:t>
            </a:r>
          </a:p>
        </p:txBody>
      </p:sp>
      <p:sp>
        <p:nvSpPr>
          <p:cNvPr id="3" name="Platshållare för innehåll 2">
            <a:extLst>
              <a:ext uri="{FF2B5EF4-FFF2-40B4-BE49-F238E27FC236}">
                <a16:creationId xmlns:a16="http://schemas.microsoft.com/office/drawing/2014/main" id="{9891B57F-AD60-4E81-B696-4136E8D6B55A}"/>
              </a:ext>
            </a:extLst>
          </p:cNvPr>
          <p:cNvSpPr>
            <a:spLocks noGrp="1"/>
          </p:cNvSpPr>
          <p:nvPr>
            <p:ph sz="half" idx="1"/>
          </p:nvPr>
        </p:nvSpPr>
        <p:spPr>
          <a:xfrm>
            <a:off x="581193" y="2228003"/>
            <a:ext cx="5422390" cy="3633047"/>
          </a:xfrm>
        </p:spPr>
        <p:txBody>
          <a:bodyPr anchor="ctr">
            <a:normAutofit/>
          </a:bodyPr>
          <a:lstStyle/>
          <a:p>
            <a:pPr marL="305435" indent="-305435"/>
            <a:r>
              <a:rPr lang="sv-SE"/>
              <a:t>Diagnostisk mätinstrument</a:t>
            </a:r>
          </a:p>
          <a:p>
            <a:pPr marL="305435" indent="-305435"/>
            <a:r>
              <a:rPr lang="sv-SE"/>
              <a:t>Användningsområden</a:t>
            </a:r>
            <a:endParaRPr lang="sv-SE" i="1"/>
          </a:p>
          <a:p>
            <a:pPr lvl="1">
              <a:buFont typeface="Wingdings" panose="05000000000000000000" pitchFamily="2" charset="2"/>
              <a:buChar char="v"/>
            </a:pPr>
            <a:r>
              <a:rPr lang="sv-SE" sz="1800" i="1"/>
              <a:t>Obstetrik (fosterdiagnostik)</a:t>
            </a:r>
          </a:p>
          <a:p>
            <a:pPr lvl="1">
              <a:buFont typeface="Wingdings" panose="05000000000000000000" pitchFamily="2" charset="2"/>
              <a:buChar char="v"/>
            </a:pPr>
            <a:r>
              <a:rPr lang="sv-SE" sz="1800" i="1"/>
              <a:t>Gynekologi</a:t>
            </a:r>
          </a:p>
          <a:p>
            <a:pPr lvl="1">
              <a:buFont typeface="Wingdings" panose="05000000000000000000" pitchFamily="2" charset="2"/>
              <a:buChar char="v"/>
            </a:pPr>
            <a:r>
              <a:rPr lang="sv-SE" sz="1800" i="1"/>
              <a:t>Organdiagnostik</a:t>
            </a:r>
          </a:p>
          <a:p>
            <a:pPr lvl="1">
              <a:buFont typeface="Wingdings" panose="05000000000000000000" pitchFamily="2" charset="2"/>
              <a:buChar char="v"/>
            </a:pPr>
            <a:r>
              <a:rPr lang="sv-SE" sz="1800" i="1"/>
              <a:t>Avbildning av hjärta och kärl (blodhastighet)</a:t>
            </a:r>
          </a:p>
        </p:txBody>
      </p:sp>
      <p:pic>
        <p:nvPicPr>
          <p:cNvPr id="1026" name="Picture 2" descr="Ultrasound - Wikipedia">
            <a:extLst>
              <a:ext uri="{FF2B5EF4-FFF2-40B4-BE49-F238E27FC236}">
                <a16:creationId xmlns:a16="http://schemas.microsoft.com/office/drawing/2014/main" id="{581A82E9-0EF0-4EC2-A80D-B92E9AA23C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962"/>
          <a:stretch/>
        </p:blipFill>
        <p:spPr bwMode="auto">
          <a:xfrm>
            <a:off x="6188417" y="2228003"/>
            <a:ext cx="5422392" cy="3633047"/>
          </a:xfrm>
          <a:prstGeom prst="rect">
            <a:avLst/>
          </a:prstGeom>
          <a:solidFill>
            <a:srgbClr val="FFFFFF"/>
          </a:solidFill>
        </p:spPr>
      </p:pic>
      <p:sp>
        <p:nvSpPr>
          <p:cNvPr id="5" name="textruta 4">
            <a:extLst>
              <a:ext uri="{FF2B5EF4-FFF2-40B4-BE49-F238E27FC236}">
                <a16:creationId xmlns:a16="http://schemas.microsoft.com/office/drawing/2014/main" id="{12B25A66-24AC-4A12-88CC-83C417EC63D1}"/>
              </a:ext>
            </a:extLst>
          </p:cNvPr>
          <p:cNvSpPr txBox="1"/>
          <p:nvPr/>
        </p:nvSpPr>
        <p:spPr>
          <a:xfrm>
            <a:off x="6188415" y="5861050"/>
            <a:ext cx="5422392" cy="861774"/>
          </a:xfrm>
          <a:prstGeom prst="rect">
            <a:avLst/>
          </a:prstGeom>
          <a:noFill/>
        </p:spPr>
        <p:txBody>
          <a:bodyPr wrap="square" rtlCol="0">
            <a:spAutoFit/>
          </a:bodyPr>
          <a:lstStyle/>
          <a:p>
            <a:r>
              <a:rPr lang="sv-SE" sz="1000"/>
              <a:t>Figur 2 – Ultraljudsbild på foster.</a:t>
            </a:r>
            <a:br>
              <a:rPr lang="sv-SE" sz="1000"/>
            </a:br>
            <a:r>
              <a:rPr lang="sv-SE" sz="1000"/>
              <a:t>Bildkälla: </a:t>
            </a:r>
            <a:r>
              <a:rPr lang="sv-SE" sz="1000">
                <a:hlinkClick r:id="rId4"/>
              </a:rPr>
              <a:t>https://upload.wikimedia.org/wikipedia/commons/thumb/c/c7/CRL_Crown_rump_length_12_weeks_ecografia_Dr._Wolfgang_Moroder.jpg/220px</a:t>
            </a:r>
            <a:r>
              <a:rPr lang="sv-SE" sz="1000">
                <a:hlinkClick r:id="rId5"/>
              </a:rPr>
              <a:t>-CRL_Crown_rump_length_12_weeks_ecografia_Dr._Wolfgang_Moroder.jpg</a:t>
            </a:r>
            <a:r>
              <a:rPr lang="sv-SE" sz="1000"/>
              <a:t> </a:t>
            </a:r>
          </a:p>
        </p:txBody>
      </p:sp>
    </p:spTree>
    <p:extLst>
      <p:ext uri="{BB962C8B-B14F-4D97-AF65-F5344CB8AC3E}">
        <p14:creationId xmlns:p14="http://schemas.microsoft.com/office/powerpoint/2010/main" val="2931231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44B530D-CE49-49D3-8250-FFA15895E976}"/>
              </a:ext>
            </a:extLst>
          </p:cNvPr>
          <p:cNvSpPr>
            <a:spLocks noGrp="1"/>
          </p:cNvSpPr>
          <p:nvPr>
            <p:ph type="title"/>
          </p:nvPr>
        </p:nvSpPr>
        <p:spPr/>
        <p:txBody>
          <a:bodyPr/>
          <a:lstStyle/>
          <a:p>
            <a:r>
              <a:rPr lang="sv-SE"/>
              <a:t>Sensor: </a:t>
            </a:r>
            <a:r>
              <a:rPr lang="sv-SE" i="1"/>
              <a:t>Piezoelektrisk element</a:t>
            </a:r>
            <a:endParaRPr lang="sv-SE"/>
          </a:p>
        </p:txBody>
      </p:sp>
      <p:pic>
        <p:nvPicPr>
          <p:cNvPr id="5" name="Bildobjekt 5">
            <a:extLst>
              <a:ext uri="{FF2B5EF4-FFF2-40B4-BE49-F238E27FC236}">
                <a16:creationId xmlns:a16="http://schemas.microsoft.com/office/drawing/2014/main" id="{508BA3E1-BD5C-4E83-86EC-DA49CBE1E5DB}"/>
              </a:ext>
            </a:extLst>
          </p:cNvPr>
          <p:cNvPicPr>
            <a:picLocks noGrp="1" noChangeAspect="1"/>
          </p:cNvPicPr>
          <p:nvPr>
            <p:ph sz="half" idx="1"/>
          </p:nvPr>
        </p:nvPicPr>
        <p:blipFill>
          <a:blip r:embed="rId3"/>
          <a:stretch>
            <a:fillRect/>
          </a:stretch>
        </p:blipFill>
        <p:spPr>
          <a:xfrm>
            <a:off x="581193" y="2778949"/>
            <a:ext cx="5422390" cy="2531155"/>
          </a:xfrm>
        </p:spPr>
      </p:pic>
      <p:pic>
        <p:nvPicPr>
          <p:cNvPr id="6" name="Bildobjekt 6">
            <a:extLst>
              <a:ext uri="{FF2B5EF4-FFF2-40B4-BE49-F238E27FC236}">
                <a16:creationId xmlns:a16="http://schemas.microsoft.com/office/drawing/2014/main" id="{CE167EAC-3848-4977-BD72-24F428928B8A}"/>
              </a:ext>
            </a:extLst>
          </p:cNvPr>
          <p:cNvPicPr>
            <a:picLocks noGrp="1" noChangeAspect="1"/>
          </p:cNvPicPr>
          <p:nvPr>
            <p:ph sz="half" idx="2"/>
          </p:nvPr>
        </p:nvPicPr>
        <p:blipFill>
          <a:blip r:embed="rId4"/>
          <a:stretch>
            <a:fillRect/>
          </a:stretch>
        </p:blipFill>
        <p:spPr>
          <a:xfrm>
            <a:off x="6372057" y="2778949"/>
            <a:ext cx="5238750" cy="2724150"/>
          </a:xfrm>
        </p:spPr>
      </p:pic>
      <p:sp>
        <p:nvSpPr>
          <p:cNvPr id="7" name="textruta 6">
            <a:extLst>
              <a:ext uri="{FF2B5EF4-FFF2-40B4-BE49-F238E27FC236}">
                <a16:creationId xmlns:a16="http://schemas.microsoft.com/office/drawing/2014/main" id="{6DBCC830-1CA3-423B-A634-8B2985A2D036}"/>
              </a:ext>
            </a:extLst>
          </p:cNvPr>
          <p:cNvSpPr txBox="1"/>
          <p:nvPr/>
        </p:nvSpPr>
        <p:spPr>
          <a:xfrm>
            <a:off x="581191" y="5310104"/>
            <a:ext cx="5422392" cy="246221"/>
          </a:xfrm>
          <a:prstGeom prst="rect">
            <a:avLst/>
          </a:prstGeom>
          <a:noFill/>
        </p:spPr>
        <p:txBody>
          <a:bodyPr wrap="square" rtlCol="0">
            <a:spAutoFit/>
          </a:bodyPr>
          <a:lstStyle/>
          <a:p>
            <a:r>
              <a:rPr lang="sv-SE" sz="1000"/>
              <a:t>Figur 3 – Ultraljudsändare (eng. </a:t>
            </a:r>
            <a:r>
              <a:rPr lang="sv-SE" sz="1000" i="1" err="1"/>
              <a:t>transducer</a:t>
            </a:r>
            <a:r>
              <a:rPr lang="sv-SE" sz="1000"/>
              <a:t>) med aktiva källor (piezoelektriska element)</a:t>
            </a:r>
          </a:p>
        </p:txBody>
      </p:sp>
      <p:sp>
        <p:nvSpPr>
          <p:cNvPr id="8" name="textruta 7">
            <a:extLst>
              <a:ext uri="{FF2B5EF4-FFF2-40B4-BE49-F238E27FC236}">
                <a16:creationId xmlns:a16="http://schemas.microsoft.com/office/drawing/2014/main" id="{9F34EFD4-7932-4DCC-B737-7E1FA8B3446F}"/>
              </a:ext>
            </a:extLst>
          </p:cNvPr>
          <p:cNvSpPr txBox="1"/>
          <p:nvPr/>
        </p:nvSpPr>
        <p:spPr>
          <a:xfrm>
            <a:off x="6188419" y="5310104"/>
            <a:ext cx="5422392" cy="400110"/>
          </a:xfrm>
          <a:prstGeom prst="rect">
            <a:avLst/>
          </a:prstGeom>
          <a:noFill/>
        </p:spPr>
        <p:txBody>
          <a:bodyPr wrap="square" rtlCol="0">
            <a:spAutoFit/>
          </a:bodyPr>
          <a:lstStyle/>
          <a:p>
            <a:r>
              <a:rPr lang="sv-SE" sz="1000"/>
              <a:t>Figur 4 – Mekanisk rörelse (piezoelektrisk effekt) av ett piezoelektriskt element orsakad av en applicerad oscillerande spänning.</a:t>
            </a:r>
          </a:p>
        </p:txBody>
      </p:sp>
    </p:spTree>
    <p:extLst>
      <p:ext uri="{BB962C8B-B14F-4D97-AF65-F5344CB8AC3E}">
        <p14:creationId xmlns:p14="http://schemas.microsoft.com/office/powerpoint/2010/main" val="4276114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2CF3512-BBFF-44F5-937E-C780CB915CCC}"/>
              </a:ext>
            </a:extLst>
          </p:cNvPr>
          <p:cNvSpPr>
            <a:spLocks noGrp="1"/>
          </p:cNvSpPr>
          <p:nvPr>
            <p:ph type="title"/>
          </p:nvPr>
        </p:nvSpPr>
        <p:spPr>
          <a:xfrm>
            <a:off x="581193" y="729658"/>
            <a:ext cx="11029616" cy="988332"/>
          </a:xfrm>
        </p:spPr>
        <p:txBody>
          <a:bodyPr anchor="b">
            <a:normAutofit/>
          </a:bodyPr>
          <a:lstStyle/>
          <a:p>
            <a:r>
              <a:rPr lang="sv-SE"/>
              <a:t>Funktion: </a:t>
            </a:r>
            <a:r>
              <a:rPr lang="sv-SE" i="1"/>
              <a:t>Proceduren</a:t>
            </a:r>
          </a:p>
        </p:txBody>
      </p:sp>
      <p:sp>
        <p:nvSpPr>
          <p:cNvPr id="3" name="Platshållare för innehåll 2">
            <a:extLst>
              <a:ext uri="{FF2B5EF4-FFF2-40B4-BE49-F238E27FC236}">
                <a16:creationId xmlns:a16="http://schemas.microsoft.com/office/drawing/2014/main" id="{A708787E-9F81-4617-9DE7-F474DB0920F6}"/>
              </a:ext>
            </a:extLst>
          </p:cNvPr>
          <p:cNvSpPr>
            <a:spLocks noGrp="1"/>
          </p:cNvSpPr>
          <p:nvPr>
            <p:ph sz="half" idx="1"/>
          </p:nvPr>
        </p:nvSpPr>
        <p:spPr>
          <a:xfrm>
            <a:off x="581193" y="2228003"/>
            <a:ext cx="5422390" cy="3633047"/>
          </a:xfrm>
        </p:spPr>
        <p:txBody>
          <a:bodyPr anchor="ctr">
            <a:normAutofit/>
          </a:bodyPr>
          <a:lstStyle/>
          <a:p>
            <a:r>
              <a:rPr lang="sv-SE"/>
              <a:t>Undvika luft mellan givare och patienthud</a:t>
            </a:r>
          </a:p>
          <a:p>
            <a:r>
              <a:rPr lang="sv-SE"/>
              <a:t>250 ml kostar cirka 50 kronor</a:t>
            </a:r>
          </a:p>
        </p:txBody>
      </p:sp>
      <p:pic>
        <p:nvPicPr>
          <p:cNvPr id="5" name="Bildobjekt 6" descr="En bild som visar inomhus, toalettsaker&#10;&#10;Automatiskt genererad beskrivning">
            <a:extLst>
              <a:ext uri="{FF2B5EF4-FFF2-40B4-BE49-F238E27FC236}">
                <a16:creationId xmlns:a16="http://schemas.microsoft.com/office/drawing/2014/main" id="{24F09C85-428A-487D-85A1-31AEE30A52EB}"/>
              </a:ext>
            </a:extLst>
          </p:cNvPr>
          <p:cNvPicPr>
            <a:picLocks noChangeAspect="1"/>
          </p:cNvPicPr>
          <p:nvPr/>
        </p:nvPicPr>
        <p:blipFill>
          <a:blip r:embed="rId2"/>
          <a:stretch>
            <a:fillRect/>
          </a:stretch>
        </p:blipFill>
        <p:spPr>
          <a:xfrm>
            <a:off x="3577329" y="4404810"/>
            <a:ext cx="2261938" cy="2261938"/>
          </a:xfrm>
          <a:prstGeom prst="rect">
            <a:avLst/>
          </a:prstGeom>
        </p:spPr>
      </p:pic>
      <p:pic>
        <p:nvPicPr>
          <p:cNvPr id="6" name="Bildobjekt 7" descr="En bild som visar text, köksutrustning&#10;&#10;Automatiskt genererad beskrivning">
            <a:extLst>
              <a:ext uri="{FF2B5EF4-FFF2-40B4-BE49-F238E27FC236}">
                <a16:creationId xmlns:a16="http://schemas.microsoft.com/office/drawing/2014/main" id="{4C235B04-EC7C-4BA7-9165-C051C55E852F}"/>
              </a:ext>
            </a:extLst>
          </p:cNvPr>
          <p:cNvPicPr>
            <a:picLocks noChangeAspect="1"/>
          </p:cNvPicPr>
          <p:nvPr/>
        </p:nvPicPr>
        <p:blipFill>
          <a:blip r:embed="rId3"/>
          <a:stretch>
            <a:fillRect/>
          </a:stretch>
        </p:blipFill>
        <p:spPr>
          <a:xfrm>
            <a:off x="5541266" y="2086163"/>
            <a:ext cx="2395622" cy="2395622"/>
          </a:xfrm>
          <a:prstGeom prst="rect">
            <a:avLst/>
          </a:prstGeom>
        </p:spPr>
      </p:pic>
      <p:pic>
        <p:nvPicPr>
          <p:cNvPr id="7" name="Bildobjekt 5" descr="En bild som visar text, porslin&#10;&#10;Automatiskt genererad beskrivning">
            <a:extLst>
              <a:ext uri="{FF2B5EF4-FFF2-40B4-BE49-F238E27FC236}">
                <a16:creationId xmlns:a16="http://schemas.microsoft.com/office/drawing/2014/main" id="{31321C88-7387-4CBF-A4A6-2AD1C28B40F8}"/>
              </a:ext>
            </a:extLst>
          </p:cNvPr>
          <p:cNvPicPr>
            <a:picLocks noChangeAspect="1"/>
          </p:cNvPicPr>
          <p:nvPr/>
        </p:nvPicPr>
        <p:blipFill>
          <a:blip r:embed="rId4"/>
          <a:stretch>
            <a:fillRect/>
          </a:stretch>
        </p:blipFill>
        <p:spPr>
          <a:xfrm>
            <a:off x="5657905" y="4481785"/>
            <a:ext cx="2162343" cy="2162342"/>
          </a:xfrm>
          <a:prstGeom prst="rect">
            <a:avLst/>
          </a:prstGeom>
        </p:spPr>
      </p:pic>
      <p:pic>
        <p:nvPicPr>
          <p:cNvPr id="4" name="Platshållare för innehåll 3" descr="En bild som visar text, person&#10;&#10;Automatiskt genererad beskrivning">
            <a:extLst>
              <a:ext uri="{FF2B5EF4-FFF2-40B4-BE49-F238E27FC236}">
                <a16:creationId xmlns:a16="http://schemas.microsoft.com/office/drawing/2014/main" id="{5BF973C4-A510-4D51-83F0-328C57BBCA14}"/>
              </a:ext>
            </a:extLst>
          </p:cNvPr>
          <p:cNvPicPr>
            <a:picLocks noChangeAspect="1"/>
          </p:cNvPicPr>
          <p:nvPr/>
        </p:nvPicPr>
        <p:blipFill>
          <a:blip r:embed="rId5"/>
          <a:stretch>
            <a:fillRect/>
          </a:stretch>
        </p:blipFill>
        <p:spPr>
          <a:xfrm>
            <a:off x="7389270" y="2851356"/>
            <a:ext cx="3809740" cy="3009694"/>
          </a:xfrm>
          <a:prstGeom prst="rect">
            <a:avLst/>
          </a:prstGeom>
          <a:noFill/>
        </p:spPr>
      </p:pic>
    </p:spTree>
    <p:extLst>
      <p:ext uri="{BB962C8B-B14F-4D97-AF65-F5344CB8AC3E}">
        <p14:creationId xmlns:p14="http://schemas.microsoft.com/office/powerpoint/2010/main" val="4064840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2CD2C96-7EB8-4223-BAF0-2CE9587F74CE}"/>
              </a:ext>
            </a:extLst>
          </p:cNvPr>
          <p:cNvSpPr>
            <a:spLocks noGrp="1"/>
          </p:cNvSpPr>
          <p:nvPr>
            <p:ph type="title"/>
          </p:nvPr>
        </p:nvSpPr>
        <p:spPr>
          <a:xfrm>
            <a:off x="581193" y="729658"/>
            <a:ext cx="11029616" cy="988332"/>
          </a:xfrm>
        </p:spPr>
        <p:txBody>
          <a:bodyPr anchor="b">
            <a:normAutofit/>
          </a:bodyPr>
          <a:lstStyle/>
          <a:p>
            <a:r>
              <a:rPr lang="sv-SE"/>
              <a:t>Funktion: </a:t>
            </a:r>
            <a:r>
              <a:rPr lang="sv-SE" i="1"/>
              <a:t>Från signalkälla till signaldetektion</a:t>
            </a:r>
          </a:p>
        </p:txBody>
      </p:sp>
      <p:sp>
        <p:nvSpPr>
          <p:cNvPr id="3" name="Platshållare för innehåll 2">
            <a:extLst>
              <a:ext uri="{FF2B5EF4-FFF2-40B4-BE49-F238E27FC236}">
                <a16:creationId xmlns:a16="http://schemas.microsoft.com/office/drawing/2014/main" id="{AE479A1E-49A1-4EE8-8DCB-CB45AC374A92}"/>
              </a:ext>
            </a:extLst>
          </p:cNvPr>
          <p:cNvSpPr>
            <a:spLocks noGrp="1"/>
          </p:cNvSpPr>
          <p:nvPr>
            <p:ph sz="half" idx="1"/>
          </p:nvPr>
        </p:nvSpPr>
        <p:spPr>
          <a:xfrm>
            <a:off x="581193" y="2228003"/>
            <a:ext cx="5422390" cy="3633047"/>
          </a:xfrm>
        </p:spPr>
        <p:txBody>
          <a:bodyPr anchor="ctr">
            <a:normAutofit/>
          </a:bodyPr>
          <a:lstStyle/>
          <a:p>
            <a:pPr marL="342900" indent="-342900">
              <a:buFont typeface="+mj-lt"/>
              <a:buAutoNum type="arabicPeriod"/>
            </a:pPr>
            <a:r>
              <a:rPr lang="sv-SE"/>
              <a:t>Sändaren utsänder tryckvåg</a:t>
            </a:r>
          </a:p>
          <a:p>
            <a:pPr marL="342900" indent="-342900">
              <a:buFont typeface="+mj-lt"/>
              <a:buAutoNum type="arabicPeriod"/>
            </a:pPr>
            <a:r>
              <a:rPr lang="sv-SE"/>
              <a:t>Reflektion &amp; Transmission &amp; Absorption</a:t>
            </a:r>
          </a:p>
          <a:p>
            <a:pPr marL="666900" lvl="1" indent="-342900">
              <a:buFont typeface="+mj-lt"/>
              <a:buAutoNum type="romanUcPeriod"/>
            </a:pPr>
            <a:r>
              <a:rPr lang="sv-SE"/>
              <a:t>Gränser mellan vävnader</a:t>
            </a:r>
          </a:p>
          <a:p>
            <a:pPr marL="666900" lvl="1" indent="-342900">
              <a:buFont typeface="+mj-lt"/>
              <a:buAutoNum type="romanUcPeriod"/>
            </a:pPr>
            <a:r>
              <a:rPr lang="sv-SE"/>
              <a:t>Skillnader i akustiska och fysikaliska egenskaper</a:t>
            </a:r>
          </a:p>
          <a:p>
            <a:pPr marL="666900" lvl="1" indent="-342900">
              <a:buFont typeface="+mj-lt"/>
              <a:buAutoNum type="romanUcPeriod"/>
            </a:pPr>
            <a:r>
              <a:rPr lang="sv-SE"/>
              <a:t>Ljudhastigheten skiljer sig</a:t>
            </a:r>
          </a:p>
        </p:txBody>
      </p:sp>
      <p:pic>
        <p:nvPicPr>
          <p:cNvPr id="4" name="Bildobjekt 3">
            <a:extLst>
              <a:ext uri="{FF2B5EF4-FFF2-40B4-BE49-F238E27FC236}">
                <a16:creationId xmlns:a16="http://schemas.microsoft.com/office/drawing/2014/main" id="{107A12C3-DB63-4890-9EAD-742E7A78130E}"/>
              </a:ext>
            </a:extLst>
          </p:cNvPr>
          <p:cNvPicPr>
            <a:picLocks noChangeAspect="1"/>
          </p:cNvPicPr>
          <p:nvPr/>
        </p:nvPicPr>
        <p:blipFill>
          <a:blip r:embed="rId3"/>
          <a:stretch>
            <a:fillRect/>
          </a:stretch>
        </p:blipFill>
        <p:spPr>
          <a:xfrm>
            <a:off x="6188417" y="2871934"/>
            <a:ext cx="5422392" cy="2345184"/>
          </a:xfrm>
          <a:prstGeom prst="rect">
            <a:avLst/>
          </a:prstGeom>
          <a:noFill/>
        </p:spPr>
      </p:pic>
      <p:sp>
        <p:nvSpPr>
          <p:cNvPr id="5" name="Rektangel 4">
            <a:extLst>
              <a:ext uri="{FF2B5EF4-FFF2-40B4-BE49-F238E27FC236}">
                <a16:creationId xmlns:a16="http://schemas.microsoft.com/office/drawing/2014/main" id="{959D7CF7-D2E7-4292-BF41-C44A423367AC}"/>
              </a:ext>
            </a:extLst>
          </p:cNvPr>
          <p:cNvSpPr/>
          <p:nvPr/>
        </p:nvSpPr>
        <p:spPr>
          <a:xfrm>
            <a:off x="6188415" y="5296244"/>
            <a:ext cx="5422392" cy="553998"/>
          </a:xfrm>
          <a:prstGeom prst="rect">
            <a:avLst/>
          </a:prstGeom>
        </p:spPr>
        <p:txBody>
          <a:bodyPr wrap="square">
            <a:spAutoFit/>
          </a:bodyPr>
          <a:lstStyle/>
          <a:p>
            <a:r>
              <a:rPr lang="sv-SE" sz="1000"/>
              <a:t>Figur 4  – Reflektion av ultraljudvågor och motsvarande genererade ultraljudsbild.</a:t>
            </a:r>
            <a:br>
              <a:rPr lang="sv-SE" sz="1000"/>
            </a:br>
            <a:r>
              <a:rPr lang="sv-SE" sz="1000"/>
              <a:t>Bildkälla: </a:t>
            </a:r>
            <a:r>
              <a:rPr lang="en-US" sz="1000" i="1"/>
              <a:t>Introduction to Medical Imaging </a:t>
            </a:r>
            <a:r>
              <a:rPr lang="en-US" sz="1000"/>
              <a:t>(Nadine Barrie Smith and Andrew Webb) Cambridge 2011. </a:t>
            </a:r>
            <a:r>
              <a:rPr lang="sv-SE" sz="1000"/>
              <a:t>ISBN 978-0-521-19065-7</a:t>
            </a:r>
          </a:p>
        </p:txBody>
      </p:sp>
    </p:spTree>
    <p:extLst>
      <p:ext uri="{BB962C8B-B14F-4D97-AF65-F5344CB8AC3E}">
        <p14:creationId xmlns:p14="http://schemas.microsoft.com/office/powerpoint/2010/main" val="4327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7531112-58B0-4622-9C72-0D9DB1D92B07}"/>
              </a:ext>
            </a:extLst>
          </p:cNvPr>
          <p:cNvSpPr>
            <a:spLocks noGrp="1"/>
          </p:cNvSpPr>
          <p:nvPr>
            <p:ph type="title"/>
          </p:nvPr>
        </p:nvSpPr>
        <p:spPr>
          <a:xfrm>
            <a:off x="581193" y="729658"/>
            <a:ext cx="11029616" cy="988332"/>
          </a:xfrm>
        </p:spPr>
        <p:txBody>
          <a:bodyPr/>
          <a:lstStyle/>
          <a:p>
            <a:r>
              <a:rPr lang="sv-SE"/>
              <a:t>Funktion: </a:t>
            </a:r>
            <a:r>
              <a:rPr lang="sv-SE" i="1"/>
              <a:t>Från signalkälla till signaldetektion</a:t>
            </a:r>
          </a:p>
        </p:txBody>
      </p:sp>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D40B15CF-379B-4814-B5D6-D5C7B81AE6E8}"/>
                  </a:ext>
                </a:extLst>
              </p:cNvPr>
              <p:cNvSpPr>
                <a:spLocks noGrp="1"/>
              </p:cNvSpPr>
              <p:nvPr>
                <p:ph sz="half" idx="1"/>
              </p:nvPr>
            </p:nvSpPr>
            <p:spPr>
              <a:xfrm>
                <a:off x="581193" y="2228003"/>
                <a:ext cx="5422390" cy="3633047"/>
              </a:xfrm>
            </p:spPr>
            <p:txBody>
              <a:bodyPr/>
              <a:lstStyle/>
              <a:p>
                <a:r>
                  <a:rPr lang="sv-SE"/>
                  <a:t>Akustisk impedans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𝜌</m:t>
                    </m:r>
                    <m:r>
                      <a:rPr lang="sv-SE" b="0" i="1" dirty="0" smtClean="0">
                        <a:latin typeface="Cambria Math" panose="02040503050406030204" pitchFamily="18" charset="0"/>
                      </a:rPr>
                      <m:t>𝑐</m:t>
                    </m:r>
                    <m:r>
                      <a:rPr lang="sv-SE" b="0" i="1" dirty="0" smtClean="0">
                        <a:latin typeface="Cambria Math" panose="02040503050406030204" pitchFamily="18" charset="0"/>
                      </a:rPr>
                      <m:t>=</m:t>
                    </m:r>
                    <m:rad>
                      <m:radPr>
                        <m:degHide m:val="on"/>
                        <m:ctrlPr>
                          <a:rPr lang="sv-SE" b="0" i="1" dirty="0" smtClean="0">
                            <a:latin typeface="Cambria Math" panose="02040503050406030204" pitchFamily="18" charset="0"/>
                          </a:rPr>
                        </m:ctrlPr>
                      </m:radPr>
                      <m:deg/>
                      <m:e>
                        <m:f>
                          <m:fPr>
                            <m:ctrlPr>
                              <a:rPr lang="sv-SE" b="0" i="1" dirty="0" smtClean="0">
                                <a:latin typeface="Cambria Math" panose="02040503050406030204" pitchFamily="18" charset="0"/>
                              </a:rPr>
                            </m:ctrlPr>
                          </m:fPr>
                          <m:num>
                            <m:r>
                              <a:rPr lang="en-US" i="1" dirty="0">
                                <a:latin typeface="Cambria Math" panose="02040503050406030204" pitchFamily="18" charset="0"/>
                              </a:rPr>
                              <m:t>𝜌</m:t>
                            </m:r>
                          </m:num>
                          <m:den>
                            <m:r>
                              <a:rPr lang="sv-SE" b="0" i="1" dirty="0" smtClean="0">
                                <a:latin typeface="Cambria Math" panose="02040503050406030204" pitchFamily="18" charset="0"/>
                              </a:rPr>
                              <m:t>𝐾</m:t>
                            </m:r>
                          </m:den>
                        </m:f>
                      </m:e>
                    </m:rad>
                  </m:oMath>
                </a14:m>
                <a:endParaRPr lang="sv-SE"/>
              </a:p>
              <a:p>
                <a:pPr marL="0" indent="0">
                  <a:buNone/>
                </a:pPr>
                <a:endParaRPr lang="sv-SE"/>
              </a:p>
              <a:p>
                <a:pPr marL="342900" indent="-342900">
                  <a:buFont typeface="+mj-lt"/>
                  <a:buAutoNum type="arabicPeriod" startAt="3"/>
                </a:pPr>
                <a:r>
                  <a:rPr lang="sv-SE"/>
                  <a:t>Sändaren detekterar signal</a:t>
                </a:r>
              </a:p>
              <a:p>
                <a:pPr marL="342900" indent="-342900">
                  <a:buFont typeface="+mj-lt"/>
                  <a:buAutoNum type="arabicPeriod" startAt="3"/>
                </a:pPr>
                <a:r>
                  <a:rPr lang="sv-SE"/>
                  <a:t>Bilden produceras i realtid</a:t>
                </a:r>
              </a:p>
              <a:p>
                <a:pPr marL="724050" lvl="1" indent="-400050">
                  <a:buFont typeface="+mj-lt"/>
                  <a:buAutoNum type="romanLcPeriod"/>
                </a:pPr>
                <a:r>
                  <a:rPr lang="sv-SE"/>
                  <a:t>Pixelintensitet proportionell mot styrka av signal</a:t>
                </a:r>
              </a:p>
              <a:p>
                <a:pPr marL="342900" indent="-342900">
                  <a:buFont typeface="+mj-lt"/>
                  <a:buAutoNum type="arabicPeriod" startAt="4"/>
                </a:pPr>
                <a:endParaRPr lang="sv-SE"/>
              </a:p>
            </p:txBody>
          </p:sp>
        </mc:Choice>
        <mc:Fallback>
          <p:sp>
            <p:nvSpPr>
              <p:cNvPr id="12" name="Content Placeholder 2">
                <a:extLst>
                  <a:ext uri="{FF2B5EF4-FFF2-40B4-BE49-F238E27FC236}">
                    <a16:creationId xmlns:a16="http://schemas.microsoft.com/office/drawing/2014/main" id="{D40B15CF-379B-4814-B5D6-D5C7B81AE6E8}"/>
                  </a:ext>
                </a:extLst>
              </p:cNvPr>
              <p:cNvSpPr>
                <a:spLocks noGrp="1" noRot="1" noChangeAspect="1" noMove="1" noResize="1" noEditPoints="1" noAdjustHandles="1" noChangeArrowheads="1" noChangeShapeType="1" noTextEdit="1"/>
              </p:cNvSpPr>
              <p:nvPr>
                <p:ph sz="half" idx="1"/>
              </p:nvPr>
            </p:nvSpPr>
            <p:spPr>
              <a:xfrm>
                <a:off x="581193" y="2228003"/>
                <a:ext cx="5422390" cy="3633047"/>
              </a:xfrm>
              <a:blipFill>
                <a:blip r:embed="rId3"/>
                <a:stretch>
                  <a:fillRect l="-674"/>
                </a:stretch>
              </a:blipFill>
            </p:spPr>
            <p:txBody>
              <a:bodyPr/>
              <a:lstStyle/>
              <a:p>
                <a:r>
                  <a:rPr lang="en-US">
                    <a:noFill/>
                  </a:rPr>
                  <a:t> </a:t>
                </a:r>
              </a:p>
            </p:txBody>
          </p:sp>
        </mc:Fallback>
      </mc:AlternateContent>
      <p:pic>
        <p:nvPicPr>
          <p:cNvPr id="5" name="Picture 769085873">
            <a:extLst>
              <a:ext uri="{FF2B5EF4-FFF2-40B4-BE49-F238E27FC236}">
                <a16:creationId xmlns:a16="http://schemas.microsoft.com/office/drawing/2014/main" id="{7D92EAF4-3305-40A2-A3E1-28F1C9FDE711}"/>
              </a:ext>
              <a:ext uri="{C183D7F6-B498-43B3-948B-1728B52AA6E4}">
                <adec:decorative xmlns:adec="http://schemas.microsoft.com/office/drawing/2017/decorative" val="0"/>
              </a:ext>
            </a:extLst>
          </p:cNvPr>
          <p:cNvPicPr>
            <a:picLocks noGrp="1"/>
          </p:cNvPicPr>
          <p:nvPr>
            <p:ph sz="half" idx="2"/>
          </p:nvPr>
        </p:nvPicPr>
        <p:blipFill>
          <a:blip r:embed="rId4">
            <a:extLst>
              <a:ext uri="{28A0092B-C50C-407E-A947-70E740481C1C}">
                <a14:useLocalDpi xmlns:a14="http://schemas.microsoft.com/office/drawing/2010/main" val="0"/>
              </a:ext>
            </a:extLst>
          </a:blip>
          <a:stretch>
            <a:fillRect/>
          </a:stretch>
        </p:blipFill>
        <p:spPr>
          <a:xfrm>
            <a:off x="6188417" y="2858378"/>
            <a:ext cx="5422392" cy="2372296"/>
          </a:xfrm>
          <a:prstGeom prst="rect">
            <a:avLst/>
          </a:prstGeom>
          <a:noFill/>
        </p:spPr>
      </p:pic>
      <p:sp>
        <p:nvSpPr>
          <p:cNvPr id="2" name="Rektangel 1">
            <a:extLst>
              <a:ext uri="{FF2B5EF4-FFF2-40B4-BE49-F238E27FC236}">
                <a16:creationId xmlns:a16="http://schemas.microsoft.com/office/drawing/2014/main" id="{D5EA5825-DC29-4503-8AB6-05FEF31507F5}"/>
              </a:ext>
            </a:extLst>
          </p:cNvPr>
          <p:cNvSpPr/>
          <p:nvPr/>
        </p:nvSpPr>
        <p:spPr>
          <a:xfrm>
            <a:off x="6188414" y="5307052"/>
            <a:ext cx="5422393" cy="553998"/>
          </a:xfrm>
          <a:prstGeom prst="rect">
            <a:avLst/>
          </a:prstGeom>
        </p:spPr>
        <p:txBody>
          <a:bodyPr wrap="square">
            <a:spAutoFit/>
          </a:bodyPr>
          <a:lstStyle/>
          <a:p>
            <a:r>
              <a:rPr lang="sv-SE" sz="1000"/>
              <a:t>Tabell 1  – Tabellvärden för ultraljudvågors fortplantning genom olika vävnader.</a:t>
            </a:r>
            <a:br>
              <a:rPr lang="sv-SE" sz="1000"/>
            </a:br>
            <a:r>
              <a:rPr lang="sv-SE" sz="1000"/>
              <a:t>Bildkälla: </a:t>
            </a:r>
            <a:r>
              <a:rPr lang="en-US" sz="1000" i="1"/>
              <a:t>Introduction to Medical Imaging </a:t>
            </a:r>
            <a:r>
              <a:rPr lang="en-US" sz="1000"/>
              <a:t>(Nadine Barrie Smith and Andrew Webb) Cambridge 2011. </a:t>
            </a:r>
            <a:r>
              <a:rPr lang="sv-SE" sz="1000"/>
              <a:t>ISBN 978-0-521-19065-7</a:t>
            </a:r>
          </a:p>
        </p:txBody>
      </p:sp>
    </p:spTree>
    <p:extLst>
      <p:ext uri="{BB962C8B-B14F-4D97-AF65-F5344CB8AC3E}">
        <p14:creationId xmlns:p14="http://schemas.microsoft.com/office/powerpoint/2010/main" val="1808750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E322E08-EF5D-495E-8966-7C47AC2E2AA1}"/>
              </a:ext>
            </a:extLst>
          </p:cNvPr>
          <p:cNvSpPr>
            <a:spLocks noGrp="1"/>
          </p:cNvSpPr>
          <p:nvPr>
            <p:ph type="title"/>
          </p:nvPr>
        </p:nvSpPr>
        <p:spPr/>
        <p:txBody>
          <a:bodyPr/>
          <a:lstStyle/>
          <a:p>
            <a:r>
              <a:rPr lang="sv-SE"/>
              <a:t>Teknisk uppsättning</a:t>
            </a:r>
          </a:p>
        </p:txBody>
      </p:sp>
      <p:sp>
        <p:nvSpPr>
          <p:cNvPr id="3" name="Platshållare för innehåll 2">
            <a:extLst>
              <a:ext uri="{FF2B5EF4-FFF2-40B4-BE49-F238E27FC236}">
                <a16:creationId xmlns:a16="http://schemas.microsoft.com/office/drawing/2014/main" id="{0CFE8EB4-087C-4CD3-8A99-BC9845B90840}"/>
              </a:ext>
            </a:extLst>
          </p:cNvPr>
          <p:cNvSpPr>
            <a:spLocks noGrp="1"/>
          </p:cNvSpPr>
          <p:nvPr>
            <p:ph sz="half" idx="1"/>
          </p:nvPr>
        </p:nvSpPr>
        <p:spPr/>
        <p:txBody>
          <a:bodyPr/>
          <a:lstStyle/>
          <a:p>
            <a:pPr marL="305435" indent="-305435"/>
            <a:r>
              <a:rPr lang="sv-SE"/>
              <a:t>Exempelbild (vissa delar ej universella)</a:t>
            </a:r>
          </a:p>
        </p:txBody>
      </p:sp>
      <p:sp>
        <p:nvSpPr>
          <p:cNvPr id="4" name="Platshållare för innehåll 3">
            <a:extLst>
              <a:ext uri="{FF2B5EF4-FFF2-40B4-BE49-F238E27FC236}">
                <a16:creationId xmlns:a16="http://schemas.microsoft.com/office/drawing/2014/main" id="{793CDB07-0F3E-4C2C-994D-2A4EA5F89818}"/>
              </a:ext>
            </a:extLst>
          </p:cNvPr>
          <p:cNvSpPr>
            <a:spLocks noGrp="1"/>
          </p:cNvSpPr>
          <p:nvPr>
            <p:ph sz="half" idx="2"/>
          </p:nvPr>
        </p:nvSpPr>
        <p:spPr/>
        <p:txBody>
          <a:bodyPr/>
          <a:lstStyle/>
          <a:p>
            <a:pPr marL="305435" indent="-305435"/>
            <a:endParaRPr lang="sv-SE"/>
          </a:p>
        </p:txBody>
      </p:sp>
      <p:pic>
        <p:nvPicPr>
          <p:cNvPr id="6" name="Bildobjekt 41">
            <a:extLst>
              <a:ext uri="{FF2B5EF4-FFF2-40B4-BE49-F238E27FC236}">
                <a16:creationId xmlns:a16="http://schemas.microsoft.com/office/drawing/2014/main" id="{3833FE2A-81B0-4C9A-8F12-82D87447A79E}"/>
              </a:ext>
            </a:extLst>
          </p:cNvPr>
          <p:cNvPicPr>
            <a:picLocks noChangeAspect="1"/>
          </p:cNvPicPr>
          <p:nvPr/>
        </p:nvPicPr>
        <p:blipFill>
          <a:blip r:embed="rId2"/>
          <a:stretch>
            <a:fillRect/>
          </a:stretch>
        </p:blipFill>
        <p:spPr>
          <a:xfrm>
            <a:off x="5833979" y="2030540"/>
            <a:ext cx="6018463" cy="4240710"/>
          </a:xfrm>
          <a:prstGeom prst="rect">
            <a:avLst/>
          </a:prstGeom>
        </p:spPr>
      </p:pic>
    </p:spTree>
    <p:extLst>
      <p:ext uri="{BB962C8B-B14F-4D97-AF65-F5344CB8AC3E}">
        <p14:creationId xmlns:p14="http://schemas.microsoft.com/office/powerpoint/2010/main" val="2366570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D33917E-CEC7-4E58-BDA2-113D9D91B298}"/>
              </a:ext>
            </a:extLst>
          </p:cNvPr>
          <p:cNvSpPr>
            <a:spLocks noGrp="1"/>
          </p:cNvSpPr>
          <p:nvPr>
            <p:ph type="title"/>
          </p:nvPr>
        </p:nvSpPr>
        <p:spPr/>
        <p:txBody>
          <a:bodyPr/>
          <a:lstStyle/>
          <a:p>
            <a:r>
              <a:rPr lang="sv-SE"/>
              <a:t>Risker</a:t>
            </a:r>
          </a:p>
        </p:txBody>
      </p:sp>
      <p:sp>
        <p:nvSpPr>
          <p:cNvPr id="3" name="Platshållare för innehåll 2">
            <a:extLst>
              <a:ext uri="{FF2B5EF4-FFF2-40B4-BE49-F238E27FC236}">
                <a16:creationId xmlns:a16="http://schemas.microsoft.com/office/drawing/2014/main" id="{083E6DC2-BC65-42DA-A1B9-65FAF6CAE42E}"/>
              </a:ext>
            </a:extLst>
          </p:cNvPr>
          <p:cNvSpPr>
            <a:spLocks noGrp="1"/>
          </p:cNvSpPr>
          <p:nvPr>
            <p:ph idx="1"/>
          </p:nvPr>
        </p:nvSpPr>
        <p:spPr/>
        <p:txBody>
          <a:bodyPr/>
          <a:lstStyle/>
          <a:p>
            <a:pPr marL="305435" indent="-305435"/>
            <a:r>
              <a:rPr lang="sv-SE"/>
              <a:t>Foster</a:t>
            </a:r>
          </a:p>
          <a:p>
            <a:pPr marL="305435" indent="-305435"/>
            <a:r>
              <a:rPr lang="sv-SE"/>
              <a:t>Djurförsök</a:t>
            </a:r>
          </a:p>
          <a:p>
            <a:pPr marL="305435" indent="-305435"/>
            <a:r>
              <a:rPr lang="sv-SE"/>
              <a:t>Endoskopiskt ultraljud</a:t>
            </a:r>
          </a:p>
          <a:p>
            <a:pPr marL="305435" indent="-305435"/>
            <a:endParaRPr lang="sv-SE"/>
          </a:p>
          <a:p>
            <a:pPr marL="305435" indent="-305435"/>
            <a:endParaRPr lang="sv-SE"/>
          </a:p>
        </p:txBody>
      </p:sp>
      <p:pic>
        <p:nvPicPr>
          <p:cNvPr id="4" name="Bildobjekt 4" descr="En bild som visar text&#10;&#10;Automatiskt genererad beskrivning">
            <a:extLst>
              <a:ext uri="{FF2B5EF4-FFF2-40B4-BE49-F238E27FC236}">
                <a16:creationId xmlns:a16="http://schemas.microsoft.com/office/drawing/2014/main" id="{8F33376D-0125-43DA-BC51-D1C823BBC00C}"/>
              </a:ext>
            </a:extLst>
          </p:cNvPr>
          <p:cNvPicPr>
            <a:picLocks noChangeAspect="1"/>
          </p:cNvPicPr>
          <p:nvPr/>
        </p:nvPicPr>
        <p:blipFill>
          <a:blip r:embed="rId3"/>
          <a:stretch>
            <a:fillRect/>
          </a:stretch>
        </p:blipFill>
        <p:spPr>
          <a:xfrm>
            <a:off x="5660189" y="1931454"/>
            <a:ext cx="5951620" cy="4599301"/>
          </a:xfrm>
          <a:prstGeom prst="rect">
            <a:avLst/>
          </a:prstGeom>
        </p:spPr>
      </p:pic>
    </p:spTree>
    <p:extLst>
      <p:ext uri="{BB962C8B-B14F-4D97-AF65-F5344CB8AC3E}">
        <p14:creationId xmlns:p14="http://schemas.microsoft.com/office/powerpoint/2010/main" val="2591522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89D742B-C7EB-4DCD-A6C2-F9C0028AC30D}"/>
              </a:ext>
            </a:extLst>
          </p:cNvPr>
          <p:cNvSpPr>
            <a:spLocks noGrp="1"/>
          </p:cNvSpPr>
          <p:nvPr>
            <p:ph type="title"/>
          </p:nvPr>
        </p:nvSpPr>
        <p:spPr/>
        <p:txBody>
          <a:bodyPr/>
          <a:lstStyle/>
          <a:p>
            <a:r>
              <a:rPr lang="sv-SE"/>
              <a:t>Kostnad</a:t>
            </a:r>
          </a:p>
        </p:txBody>
      </p:sp>
      <p:sp>
        <p:nvSpPr>
          <p:cNvPr id="3" name="Platshållare för text 2">
            <a:extLst>
              <a:ext uri="{FF2B5EF4-FFF2-40B4-BE49-F238E27FC236}">
                <a16:creationId xmlns:a16="http://schemas.microsoft.com/office/drawing/2014/main" id="{F9244F87-6862-49D4-9CC1-A2FAE9BEBA8D}"/>
              </a:ext>
            </a:extLst>
          </p:cNvPr>
          <p:cNvSpPr>
            <a:spLocks noGrp="1"/>
          </p:cNvSpPr>
          <p:nvPr>
            <p:ph type="body" idx="1"/>
          </p:nvPr>
        </p:nvSpPr>
        <p:spPr/>
        <p:txBody>
          <a:bodyPr/>
          <a:lstStyle/>
          <a:p>
            <a:pPr algn="ctr"/>
            <a:r>
              <a:rPr lang="sv-SE"/>
              <a:t>Portabel maskin</a:t>
            </a:r>
            <a:br>
              <a:rPr lang="sv-SE"/>
            </a:br>
            <a:r>
              <a:rPr lang="sv-SE"/>
              <a:t>14 800 kr</a:t>
            </a:r>
          </a:p>
        </p:txBody>
      </p:sp>
      <p:sp>
        <p:nvSpPr>
          <p:cNvPr id="5" name="Platshållare för text 4">
            <a:extLst>
              <a:ext uri="{FF2B5EF4-FFF2-40B4-BE49-F238E27FC236}">
                <a16:creationId xmlns:a16="http://schemas.microsoft.com/office/drawing/2014/main" id="{189B2748-B950-4AFA-9CBA-22E2BF57FB3D}"/>
              </a:ext>
            </a:extLst>
          </p:cNvPr>
          <p:cNvSpPr>
            <a:spLocks noGrp="1"/>
          </p:cNvSpPr>
          <p:nvPr>
            <p:ph type="body" sz="quarter" idx="3"/>
          </p:nvPr>
        </p:nvSpPr>
        <p:spPr/>
        <p:txBody>
          <a:bodyPr/>
          <a:lstStyle/>
          <a:p>
            <a:pPr algn="ctr"/>
            <a:r>
              <a:rPr lang="sv-SE"/>
              <a:t>Portabel maskin</a:t>
            </a:r>
            <a:br>
              <a:rPr lang="sv-SE"/>
            </a:br>
            <a:r>
              <a:rPr lang="sv-SE"/>
              <a:t>270 000 kr</a:t>
            </a:r>
          </a:p>
        </p:txBody>
      </p:sp>
      <p:pic>
        <p:nvPicPr>
          <p:cNvPr id="7" name="Bildobjekt 5" descr="En bild som visar text, elektronik, inomhus, dator&#10;&#10;Automatiskt genererad beskrivning">
            <a:extLst>
              <a:ext uri="{FF2B5EF4-FFF2-40B4-BE49-F238E27FC236}">
                <a16:creationId xmlns:a16="http://schemas.microsoft.com/office/drawing/2014/main" id="{67235402-2F29-4950-8EA6-29979D5FDD5E}"/>
              </a:ext>
            </a:extLst>
          </p:cNvPr>
          <p:cNvPicPr>
            <a:picLocks noChangeAspect="1"/>
          </p:cNvPicPr>
          <p:nvPr/>
        </p:nvPicPr>
        <p:blipFill>
          <a:blip r:embed="rId2"/>
          <a:stretch>
            <a:fillRect/>
          </a:stretch>
        </p:blipFill>
        <p:spPr>
          <a:xfrm>
            <a:off x="1927881" y="3429000"/>
            <a:ext cx="3005750" cy="2255193"/>
          </a:xfrm>
          <a:prstGeom prst="rect">
            <a:avLst/>
          </a:prstGeom>
        </p:spPr>
      </p:pic>
      <p:pic>
        <p:nvPicPr>
          <p:cNvPr id="8" name="Bildobjekt 7" descr="En bild som visar text, klocka&#10;&#10;Automatiskt genererad beskrivning">
            <a:extLst>
              <a:ext uri="{FF2B5EF4-FFF2-40B4-BE49-F238E27FC236}">
                <a16:creationId xmlns:a16="http://schemas.microsoft.com/office/drawing/2014/main" id="{AB6A6DB4-6984-42FF-A74B-236872AE9DA5}"/>
              </a:ext>
            </a:extLst>
          </p:cNvPr>
          <p:cNvPicPr>
            <a:picLocks noChangeAspect="1"/>
          </p:cNvPicPr>
          <p:nvPr/>
        </p:nvPicPr>
        <p:blipFill>
          <a:blip r:embed="rId3"/>
          <a:stretch>
            <a:fillRect/>
          </a:stretch>
        </p:blipFill>
        <p:spPr>
          <a:xfrm>
            <a:off x="7564395" y="2955226"/>
            <a:ext cx="3005751" cy="3005751"/>
          </a:xfrm>
          <a:prstGeom prst="rect">
            <a:avLst/>
          </a:prstGeom>
        </p:spPr>
      </p:pic>
    </p:spTree>
    <p:extLst>
      <p:ext uri="{BB962C8B-B14F-4D97-AF65-F5344CB8AC3E}">
        <p14:creationId xmlns:p14="http://schemas.microsoft.com/office/powerpoint/2010/main" val="408468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5BF8F7B-0585-4E39-A870-CC7BB772DCD0}"/>
              </a:ext>
            </a:extLst>
          </p:cNvPr>
          <p:cNvSpPr>
            <a:spLocks noGrp="1"/>
          </p:cNvSpPr>
          <p:nvPr>
            <p:ph type="title"/>
          </p:nvPr>
        </p:nvSpPr>
        <p:spPr/>
        <p:txBody>
          <a:bodyPr/>
          <a:lstStyle/>
          <a:p>
            <a:r>
              <a:rPr lang="sv-SE"/>
              <a:t>Livscykel</a:t>
            </a:r>
          </a:p>
        </p:txBody>
      </p:sp>
      <p:sp>
        <p:nvSpPr>
          <p:cNvPr id="3" name="Platshållare för innehåll 2">
            <a:extLst>
              <a:ext uri="{FF2B5EF4-FFF2-40B4-BE49-F238E27FC236}">
                <a16:creationId xmlns:a16="http://schemas.microsoft.com/office/drawing/2014/main" id="{0D3BB3D1-7C97-48BD-8047-62A95659A31D}"/>
              </a:ext>
            </a:extLst>
          </p:cNvPr>
          <p:cNvSpPr>
            <a:spLocks noGrp="1"/>
          </p:cNvSpPr>
          <p:nvPr>
            <p:ph idx="1"/>
          </p:nvPr>
        </p:nvSpPr>
        <p:spPr/>
        <p:txBody>
          <a:bodyPr/>
          <a:lstStyle/>
          <a:p>
            <a:pPr marL="305435" indent="-305435"/>
            <a:r>
              <a:rPr lang="sv-SE">
                <a:ea typeface="+mn-lt"/>
                <a:cs typeface="+mn-lt"/>
              </a:rPr>
              <a:t>Livstid</a:t>
            </a:r>
            <a:endParaRPr lang="sv-SE"/>
          </a:p>
          <a:p>
            <a:pPr marL="305435" indent="-305435"/>
            <a:r>
              <a:rPr lang="sv-SE">
                <a:ea typeface="+mn-lt"/>
                <a:cs typeface="+mn-lt"/>
              </a:rPr>
              <a:t>Underhåll</a:t>
            </a:r>
          </a:p>
          <a:p>
            <a:pPr marL="305435" indent="-305435"/>
            <a:r>
              <a:rPr lang="sv-SE">
                <a:ea typeface="+mn-lt"/>
                <a:cs typeface="+mn-lt"/>
              </a:rPr>
              <a:t>Vanliga förslitningsskador </a:t>
            </a:r>
          </a:p>
          <a:p>
            <a:pPr marL="305435" indent="-305435"/>
            <a:r>
              <a:rPr lang="sv-SE">
                <a:ea typeface="+mn-lt"/>
                <a:cs typeface="+mn-lt"/>
              </a:rPr>
              <a:t>Återvinning</a:t>
            </a:r>
            <a:br>
              <a:rPr lang="sv-SE">
                <a:ea typeface="+mn-lt"/>
                <a:cs typeface="+mn-lt"/>
              </a:rPr>
            </a:br>
            <a:r>
              <a:rPr lang="sv-SE">
                <a:ea typeface="+mn-lt"/>
                <a:cs typeface="+mn-lt"/>
              </a:rPr>
              <a:t> </a:t>
            </a:r>
            <a:endParaRPr lang="sv-SE"/>
          </a:p>
        </p:txBody>
      </p:sp>
      <p:pic>
        <p:nvPicPr>
          <p:cNvPr id="4" name="Bildobjekt 4">
            <a:extLst>
              <a:ext uri="{FF2B5EF4-FFF2-40B4-BE49-F238E27FC236}">
                <a16:creationId xmlns:a16="http://schemas.microsoft.com/office/drawing/2014/main" id="{BBE08034-9A36-0CCA-776E-A6951B73B3C8}"/>
              </a:ext>
            </a:extLst>
          </p:cNvPr>
          <p:cNvPicPr>
            <a:picLocks noChangeAspect="1"/>
          </p:cNvPicPr>
          <p:nvPr/>
        </p:nvPicPr>
        <p:blipFill>
          <a:blip r:embed="rId3"/>
          <a:stretch>
            <a:fillRect/>
          </a:stretch>
        </p:blipFill>
        <p:spPr>
          <a:xfrm>
            <a:off x="7037137" y="2689840"/>
            <a:ext cx="2743200" cy="2681478"/>
          </a:xfrm>
          <a:prstGeom prst="rect">
            <a:avLst/>
          </a:prstGeom>
        </p:spPr>
      </p:pic>
    </p:spTree>
    <p:extLst>
      <p:ext uri="{BB962C8B-B14F-4D97-AF65-F5344CB8AC3E}">
        <p14:creationId xmlns:p14="http://schemas.microsoft.com/office/powerpoint/2010/main" val="4054357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D68C047-6183-4B6B-AA15-4CF375FB08B6}"/>
              </a:ext>
            </a:extLst>
          </p:cNvPr>
          <p:cNvSpPr>
            <a:spLocks noGrp="1"/>
          </p:cNvSpPr>
          <p:nvPr>
            <p:ph type="title"/>
          </p:nvPr>
        </p:nvSpPr>
        <p:spPr/>
        <p:txBody>
          <a:bodyPr/>
          <a:lstStyle/>
          <a:p>
            <a:r>
              <a:rPr lang="sv-SE"/>
              <a:t>Märken</a:t>
            </a:r>
          </a:p>
        </p:txBody>
      </p:sp>
      <p:sp>
        <p:nvSpPr>
          <p:cNvPr id="3" name="Platshållare för innehåll 2">
            <a:extLst>
              <a:ext uri="{FF2B5EF4-FFF2-40B4-BE49-F238E27FC236}">
                <a16:creationId xmlns:a16="http://schemas.microsoft.com/office/drawing/2014/main" id="{3FDB79A0-312A-48B7-B178-9EB5F00BBA6A}"/>
              </a:ext>
            </a:extLst>
          </p:cNvPr>
          <p:cNvSpPr>
            <a:spLocks noGrp="1"/>
          </p:cNvSpPr>
          <p:nvPr>
            <p:ph idx="1"/>
          </p:nvPr>
        </p:nvSpPr>
        <p:spPr/>
        <p:txBody>
          <a:bodyPr/>
          <a:lstStyle/>
          <a:p>
            <a:pPr marL="0" indent="0">
              <a:buNone/>
            </a:pPr>
            <a:endParaRPr lang="sv-SE"/>
          </a:p>
        </p:txBody>
      </p:sp>
      <p:pic>
        <p:nvPicPr>
          <p:cNvPr id="5" name="Bildobjekt 5">
            <a:extLst>
              <a:ext uri="{FF2B5EF4-FFF2-40B4-BE49-F238E27FC236}">
                <a16:creationId xmlns:a16="http://schemas.microsoft.com/office/drawing/2014/main" id="{995091CA-DA31-4B30-A18F-AB342FF0D6E1}"/>
              </a:ext>
            </a:extLst>
          </p:cNvPr>
          <p:cNvPicPr>
            <a:picLocks noChangeAspect="1"/>
          </p:cNvPicPr>
          <p:nvPr/>
        </p:nvPicPr>
        <p:blipFill>
          <a:blip r:embed="rId2"/>
          <a:stretch>
            <a:fillRect/>
          </a:stretch>
        </p:blipFill>
        <p:spPr>
          <a:xfrm>
            <a:off x="7339853" y="3529852"/>
            <a:ext cx="1557618" cy="1546412"/>
          </a:xfrm>
          <a:prstGeom prst="rect">
            <a:avLst/>
          </a:prstGeom>
        </p:spPr>
      </p:pic>
      <p:pic>
        <p:nvPicPr>
          <p:cNvPr id="6" name="Bildobjekt 6" descr="En bild som visar text&#10;&#10;Automatiskt genererad beskrivning">
            <a:extLst>
              <a:ext uri="{FF2B5EF4-FFF2-40B4-BE49-F238E27FC236}">
                <a16:creationId xmlns:a16="http://schemas.microsoft.com/office/drawing/2014/main" id="{1DDF3CA7-E721-4EBC-9403-0B68673AFAB7}"/>
              </a:ext>
            </a:extLst>
          </p:cNvPr>
          <p:cNvPicPr>
            <a:picLocks noChangeAspect="1"/>
          </p:cNvPicPr>
          <p:nvPr/>
        </p:nvPicPr>
        <p:blipFill>
          <a:blip r:embed="rId3"/>
          <a:stretch>
            <a:fillRect/>
          </a:stretch>
        </p:blipFill>
        <p:spPr>
          <a:xfrm>
            <a:off x="10080811" y="3570193"/>
            <a:ext cx="1420907" cy="1387289"/>
          </a:xfrm>
          <a:prstGeom prst="rect">
            <a:avLst/>
          </a:prstGeom>
        </p:spPr>
      </p:pic>
      <p:pic>
        <p:nvPicPr>
          <p:cNvPr id="7" name="Bildobjekt 7">
            <a:extLst>
              <a:ext uri="{FF2B5EF4-FFF2-40B4-BE49-F238E27FC236}">
                <a16:creationId xmlns:a16="http://schemas.microsoft.com/office/drawing/2014/main" id="{DCBB2B8A-F175-454B-8F48-553344175B13}"/>
              </a:ext>
            </a:extLst>
          </p:cNvPr>
          <p:cNvPicPr>
            <a:picLocks noChangeAspect="1"/>
          </p:cNvPicPr>
          <p:nvPr/>
        </p:nvPicPr>
        <p:blipFill>
          <a:blip r:embed="rId4"/>
          <a:stretch>
            <a:fillRect/>
          </a:stretch>
        </p:blipFill>
        <p:spPr>
          <a:xfrm>
            <a:off x="2066084" y="2054879"/>
            <a:ext cx="1504390" cy="1470773"/>
          </a:xfrm>
          <a:prstGeom prst="rect">
            <a:avLst/>
          </a:prstGeom>
        </p:spPr>
      </p:pic>
      <p:pic>
        <p:nvPicPr>
          <p:cNvPr id="8" name="Bildobjekt 8">
            <a:extLst>
              <a:ext uri="{FF2B5EF4-FFF2-40B4-BE49-F238E27FC236}">
                <a16:creationId xmlns:a16="http://schemas.microsoft.com/office/drawing/2014/main" id="{5F15FF15-FEAD-49AB-B757-226DF2051E3E}"/>
              </a:ext>
            </a:extLst>
          </p:cNvPr>
          <p:cNvPicPr>
            <a:picLocks noChangeAspect="1"/>
          </p:cNvPicPr>
          <p:nvPr/>
        </p:nvPicPr>
        <p:blipFill>
          <a:blip r:embed="rId5"/>
          <a:stretch>
            <a:fillRect/>
          </a:stretch>
        </p:blipFill>
        <p:spPr>
          <a:xfrm>
            <a:off x="1774733" y="4733085"/>
            <a:ext cx="1795743" cy="1795743"/>
          </a:xfrm>
          <a:prstGeom prst="rect">
            <a:avLst/>
          </a:prstGeom>
        </p:spPr>
      </p:pic>
      <p:pic>
        <p:nvPicPr>
          <p:cNvPr id="9" name="Bildobjekt 9">
            <a:extLst>
              <a:ext uri="{FF2B5EF4-FFF2-40B4-BE49-F238E27FC236}">
                <a16:creationId xmlns:a16="http://schemas.microsoft.com/office/drawing/2014/main" id="{69FA642F-443E-4CCB-867C-3E45D7D79E3D}"/>
              </a:ext>
            </a:extLst>
          </p:cNvPr>
          <p:cNvPicPr>
            <a:picLocks noChangeAspect="1"/>
          </p:cNvPicPr>
          <p:nvPr/>
        </p:nvPicPr>
        <p:blipFill>
          <a:blip r:embed="rId6"/>
          <a:stretch>
            <a:fillRect/>
          </a:stretch>
        </p:blipFill>
        <p:spPr>
          <a:xfrm>
            <a:off x="4195203" y="4901173"/>
            <a:ext cx="1829361" cy="1829361"/>
          </a:xfrm>
          <a:prstGeom prst="rect">
            <a:avLst/>
          </a:prstGeom>
        </p:spPr>
      </p:pic>
      <p:pic>
        <p:nvPicPr>
          <p:cNvPr id="10" name="Bildobjekt 10">
            <a:extLst>
              <a:ext uri="{FF2B5EF4-FFF2-40B4-BE49-F238E27FC236}">
                <a16:creationId xmlns:a16="http://schemas.microsoft.com/office/drawing/2014/main" id="{8EAEEA0E-0ED4-410F-AEC7-29E0ED811B3B}"/>
              </a:ext>
            </a:extLst>
          </p:cNvPr>
          <p:cNvPicPr>
            <a:picLocks noChangeAspect="1"/>
          </p:cNvPicPr>
          <p:nvPr/>
        </p:nvPicPr>
        <p:blipFill>
          <a:blip r:embed="rId7"/>
          <a:stretch>
            <a:fillRect/>
          </a:stretch>
        </p:blipFill>
        <p:spPr>
          <a:xfrm>
            <a:off x="6600265" y="5009030"/>
            <a:ext cx="1624853" cy="1624853"/>
          </a:xfrm>
          <a:prstGeom prst="rect">
            <a:avLst/>
          </a:prstGeom>
        </p:spPr>
      </p:pic>
      <p:pic>
        <p:nvPicPr>
          <p:cNvPr id="11" name="Bildobjekt 11">
            <a:extLst>
              <a:ext uri="{FF2B5EF4-FFF2-40B4-BE49-F238E27FC236}">
                <a16:creationId xmlns:a16="http://schemas.microsoft.com/office/drawing/2014/main" id="{1BA29033-4F78-46A2-928C-140D7CA9B5EB}"/>
              </a:ext>
            </a:extLst>
          </p:cNvPr>
          <p:cNvPicPr>
            <a:picLocks noChangeAspect="1"/>
          </p:cNvPicPr>
          <p:nvPr/>
        </p:nvPicPr>
        <p:blipFill>
          <a:blip r:embed="rId8"/>
          <a:stretch>
            <a:fillRect/>
          </a:stretch>
        </p:blipFill>
        <p:spPr>
          <a:xfrm>
            <a:off x="8229320" y="4945997"/>
            <a:ext cx="1750920" cy="1750920"/>
          </a:xfrm>
          <a:prstGeom prst="rect">
            <a:avLst/>
          </a:prstGeom>
        </p:spPr>
      </p:pic>
      <p:pic>
        <p:nvPicPr>
          <p:cNvPr id="13" name="Bildobjekt 13">
            <a:extLst>
              <a:ext uri="{FF2B5EF4-FFF2-40B4-BE49-F238E27FC236}">
                <a16:creationId xmlns:a16="http://schemas.microsoft.com/office/drawing/2014/main" id="{4E72E9AE-CFD5-4604-A691-D0BA013E30E2}"/>
              </a:ext>
            </a:extLst>
          </p:cNvPr>
          <p:cNvPicPr>
            <a:picLocks noChangeAspect="1"/>
          </p:cNvPicPr>
          <p:nvPr/>
        </p:nvPicPr>
        <p:blipFill>
          <a:blip r:embed="rId9"/>
          <a:stretch>
            <a:fillRect/>
          </a:stretch>
        </p:blipFill>
        <p:spPr>
          <a:xfrm>
            <a:off x="4309782" y="2391088"/>
            <a:ext cx="2743200" cy="596646"/>
          </a:xfrm>
          <a:prstGeom prst="rect">
            <a:avLst/>
          </a:prstGeom>
        </p:spPr>
      </p:pic>
      <p:pic>
        <p:nvPicPr>
          <p:cNvPr id="14" name="Bildobjekt 14">
            <a:extLst>
              <a:ext uri="{FF2B5EF4-FFF2-40B4-BE49-F238E27FC236}">
                <a16:creationId xmlns:a16="http://schemas.microsoft.com/office/drawing/2014/main" id="{79F4B482-1C29-4299-AD40-CFB00D770E57}"/>
              </a:ext>
            </a:extLst>
          </p:cNvPr>
          <p:cNvPicPr>
            <a:picLocks noChangeAspect="1"/>
          </p:cNvPicPr>
          <p:nvPr/>
        </p:nvPicPr>
        <p:blipFill>
          <a:blip r:embed="rId10"/>
          <a:stretch>
            <a:fillRect/>
          </a:stretch>
        </p:blipFill>
        <p:spPr>
          <a:xfrm>
            <a:off x="10024783" y="5271247"/>
            <a:ext cx="1768289" cy="1167654"/>
          </a:xfrm>
          <a:prstGeom prst="rect">
            <a:avLst/>
          </a:prstGeom>
        </p:spPr>
      </p:pic>
      <p:pic>
        <p:nvPicPr>
          <p:cNvPr id="15" name="Bildobjekt 15">
            <a:extLst>
              <a:ext uri="{FF2B5EF4-FFF2-40B4-BE49-F238E27FC236}">
                <a16:creationId xmlns:a16="http://schemas.microsoft.com/office/drawing/2014/main" id="{2B012393-538A-44EA-8FA2-05E6184D4A1E}"/>
              </a:ext>
            </a:extLst>
          </p:cNvPr>
          <p:cNvPicPr>
            <a:picLocks noChangeAspect="1"/>
          </p:cNvPicPr>
          <p:nvPr/>
        </p:nvPicPr>
        <p:blipFill>
          <a:blip r:embed="rId11"/>
          <a:stretch>
            <a:fillRect/>
          </a:stretch>
        </p:blipFill>
        <p:spPr>
          <a:xfrm>
            <a:off x="7817224" y="2135746"/>
            <a:ext cx="2743200" cy="1062507"/>
          </a:xfrm>
          <a:prstGeom prst="rect">
            <a:avLst/>
          </a:prstGeom>
        </p:spPr>
      </p:pic>
      <p:pic>
        <p:nvPicPr>
          <p:cNvPr id="16" name="Bildobjekt 16">
            <a:extLst>
              <a:ext uri="{FF2B5EF4-FFF2-40B4-BE49-F238E27FC236}">
                <a16:creationId xmlns:a16="http://schemas.microsoft.com/office/drawing/2014/main" id="{F217F833-0DD1-4604-A601-4F7FA2A95909}"/>
              </a:ext>
            </a:extLst>
          </p:cNvPr>
          <p:cNvPicPr>
            <a:picLocks noChangeAspect="1"/>
          </p:cNvPicPr>
          <p:nvPr/>
        </p:nvPicPr>
        <p:blipFill>
          <a:blip r:embed="rId12"/>
          <a:stretch>
            <a:fillRect/>
          </a:stretch>
        </p:blipFill>
        <p:spPr>
          <a:xfrm>
            <a:off x="4983817" y="3571875"/>
            <a:ext cx="1507192" cy="1563221"/>
          </a:xfrm>
          <a:prstGeom prst="rect">
            <a:avLst/>
          </a:prstGeom>
        </p:spPr>
      </p:pic>
      <p:pic>
        <p:nvPicPr>
          <p:cNvPr id="4" name="Bildobjekt 4">
            <a:extLst>
              <a:ext uri="{FF2B5EF4-FFF2-40B4-BE49-F238E27FC236}">
                <a16:creationId xmlns:a16="http://schemas.microsoft.com/office/drawing/2014/main" id="{C1FCA9FA-3328-4DAB-AAED-17B7EBB1AF9A}"/>
              </a:ext>
            </a:extLst>
          </p:cNvPr>
          <p:cNvPicPr>
            <a:picLocks noChangeAspect="1"/>
          </p:cNvPicPr>
          <p:nvPr/>
        </p:nvPicPr>
        <p:blipFill>
          <a:blip r:embed="rId13"/>
          <a:stretch>
            <a:fillRect/>
          </a:stretch>
        </p:blipFill>
        <p:spPr>
          <a:xfrm>
            <a:off x="2673723" y="3491752"/>
            <a:ext cx="1521761" cy="1521761"/>
          </a:xfrm>
          <a:prstGeom prst="rect">
            <a:avLst/>
          </a:prstGeom>
        </p:spPr>
      </p:pic>
    </p:spTree>
    <p:extLst>
      <p:ext uri="{BB962C8B-B14F-4D97-AF65-F5344CB8AC3E}">
        <p14:creationId xmlns:p14="http://schemas.microsoft.com/office/powerpoint/2010/main" val="4051653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BBD972B-B274-44A4-9018-BD423775B4EA}"/>
              </a:ext>
            </a:extLst>
          </p:cNvPr>
          <p:cNvSpPr>
            <a:spLocks noGrp="1"/>
          </p:cNvSpPr>
          <p:nvPr>
            <p:ph type="title"/>
          </p:nvPr>
        </p:nvSpPr>
        <p:spPr/>
        <p:txBody>
          <a:bodyPr/>
          <a:lstStyle/>
          <a:p>
            <a:r>
              <a:rPr lang="sv-SE"/>
              <a:t>Marknadsandelar</a:t>
            </a:r>
          </a:p>
        </p:txBody>
      </p:sp>
      <p:pic>
        <p:nvPicPr>
          <p:cNvPr id="4" name="Bildobjekt 4">
            <a:extLst>
              <a:ext uri="{FF2B5EF4-FFF2-40B4-BE49-F238E27FC236}">
                <a16:creationId xmlns:a16="http://schemas.microsoft.com/office/drawing/2014/main" id="{A780AC25-A418-4C0C-BADB-4B2655F03BD8}"/>
              </a:ext>
            </a:extLst>
          </p:cNvPr>
          <p:cNvPicPr>
            <a:picLocks noGrp="1" noChangeAspect="1"/>
          </p:cNvPicPr>
          <p:nvPr>
            <p:ph idx="1"/>
          </p:nvPr>
        </p:nvPicPr>
        <p:blipFill>
          <a:blip r:embed="rId2"/>
          <a:stretch>
            <a:fillRect/>
          </a:stretch>
        </p:blipFill>
        <p:spPr>
          <a:xfrm>
            <a:off x="3428006" y="2180496"/>
            <a:ext cx="4507145" cy="4507145"/>
          </a:xfrm>
        </p:spPr>
      </p:pic>
    </p:spTree>
    <p:extLst>
      <p:ext uri="{BB962C8B-B14F-4D97-AF65-F5344CB8AC3E}">
        <p14:creationId xmlns:p14="http://schemas.microsoft.com/office/powerpoint/2010/main" val="4009427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8B51130-E38B-4A05-A7AF-C5F650AC313E}"/>
              </a:ext>
            </a:extLst>
          </p:cNvPr>
          <p:cNvSpPr>
            <a:spLocks noGrp="1"/>
          </p:cNvSpPr>
          <p:nvPr>
            <p:ph type="title"/>
          </p:nvPr>
        </p:nvSpPr>
        <p:spPr/>
        <p:txBody>
          <a:bodyPr/>
          <a:lstStyle/>
          <a:p>
            <a:r>
              <a:rPr lang="sv-SE"/>
              <a:t>Källor</a:t>
            </a:r>
          </a:p>
        </p:txBody>
      </p:sp>
      <p:sp>
        <p:nvSpPr>
          <p:cNvPr id="3" name="Platshållare för innehåll 2">
            <a:extLst>
              <a:ext uri="{FF2B5EF4-FFF2-40B4-BE49-F238E27FC236}">
                <a16:creationId xmlns:a16="http://schemas.microsoft.com/office/drawing/2014/main" id="{5767B233-6F82-4C57-A436-618F16CBB2C2}"/>
              </a:ext>
            </a:extLst>
          </p:cNvPr>
          <p:cNvSpPr>
            <a:spLocks noGrp="1"/>
          </p:cNvSpPr>
          <p:nvPr>
            <p:ph idx="1"/>
          </p:nvPr>
        </p:nvSpPr>
        <p:spPr/>
        <p:txBody>
          <a:bodyPr>
            <a:normAutofit/>
          </a:bodyPr>
          <a:lstStyle/>
          <a:p>
            <a:pPr marL="305435" indent="-305435"/>
            <a:r>
              <a:rPr lang="en-US" sz="1600" b="1" err="1"/>
              <a:t>Kurslitteratur</a:t>
            </a:r>
            <a:endParaRPr lang="en-US" sz="1600" b="1"/>
          </a:p>
          <a:p>
            <a:pPr marL="305435" indent="-305435"/>
            <a:r>
              <a:rPr lang="en-US" sz="1600" i="1"/>
              <a:t>Introduction to Medical Imaging </a:t>
            </a:r>
            <a:r>
              <a:rPr lang="en-US" sz="1600"/>
              <a:t>(Nadine Barrie Smith and Andrew Webb) Cambridge 2011. </a:t>
            </a:r>
            <a:r>
              <a:rPr lang="sv-SE" sz="1600"/>
              <a:t>ISBN 978-0-521-19065-7</a:t>
            </a:r>
          </a:p>
          <a:p>
            <a:pPr marL="305435" indent="-305435"/>
            <a:endParaRPr lang="sv-SE" sz="1600"/>
          </a:p>
          <a:p>
            <a:pPr marL="305435" indent="-305435"/>
            <a:r>
              <a:rPr lang="sv-SE" sz="1600" b="1"/>
              <a:t>Webkällor:</a:t>
            </a:r>
          </a:p>
          <a:p>
            <a:pPr marL="305435" indent="-305435"/>
            <a:r>
              <a:rPr lang="sv-SE" sz="1600" u="sng">
                <a:hlinkClick r:id="rId2"/>
              </a:rPr>
              <a:t>Ultrasound </a:t>
            </a:r>
            <a:r>
              <a:rPr lang="sv-SE" sz="1600" u="sng" err="1">
                <a:hlinkClick r:id="rId2"/>
              </a:rPr>
              <a:t>scan</a:t>
            </a:r>
            <a:r>
              <a:rPr lang="sv-SE" sz="1600" u="sng">
                <a:hlinkClick r:id="rId2"/>
              </a:rPr>
              <a:t> (NHS)</a:t>
            </a:r>
            <a:r>
              <a:rPr lang="sv-SE" sz="1600" u="sng"/>
              <a:t> (hämtad 2022-03-21)</a:t>
            </a:r>
            <a:endParaRPr lang="sv-SE" sz="1600">
              <a:hlinkClick r:id="rId2"/>
            </a:endParaRPr>
          </a:p>
          <a:p>
            <a:pPr marL="305435" indent="-305435"/>
            <a:r>
              <a:rPr lang="sv-SE" sz="1600" u="sng">
                <a:ea typeface="+mn-lt"/>
                <a:cs typeface="+mn-lt"/>
                <a:hlinkClick r:id="rId3"/>
              </a:rPr>
              <a:t>Ultraljudsutrustning (</a:t>
            </a:r>
            <a:r>
              <a:rPr lang="sv-SE" sz="1600" u="sng" err="1">
                <a:ea typeface="+mn-lt"/>
                <a:cs typeface="+mn-lt"/>
                <a:hlinkClick r:id="rId3"/>
              </a:rPr>
              <a:t>Medistore</a:t>
            </a:r>
            <a:r>
              <a:rPr lang="sv-SE" sz="1600" u="sng">
                <a:ea typeface="+mn-lt"/>
                <a:cs typeface="+mn-lt"/>
                <a:hlinkClick r:id="rId3"/>
              </a:rPr>
              <a:t>) </a:t>
            </a:r>
            <a:r>
              <a:rPr lang="sv-SE" sz="1600" u="sng">
                <a:ea typeface="+mn-lt"/>
                <a:cs typeface="+mn-lt"/>
              </a:rPr>
              <a:t>(hämtad 2022-03-10)</a:t>
            </a:r>
          </a:p>
        </p:txBody>
      </p:sp>
    </p:spTree>
    <p:extLst>
      <p:ext uri="{BB962C8B-B14F-4D97-AF65-F5344CB8AC3E}">
        <p14:creationId xmlns:p14="http://schemas.microsoft.com/office/powerpoint/2010/main" val="666790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ktangulär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ktangulär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ktangulär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ktangulär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ktangulär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Rubrik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sv-SE">
                <a:solidFill>
                  <a:srgbClr val="FFFFFF"/>
                </a:solidFill>
              </a:rPr>
              <a:t>Tack</a:t>
            </a:r>
          </a:p>
        </p:txBody>
      </p:sp>
      <p:sp>
        <p:nvSpPr>
          <p:cNvPr id="3" name="Underrubrik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r>
              <a:rPr lang="sv-SE">
                <a:solidFill>
                  <a:schemeClr val="bg1"/>
                </a:solidFill>
                <a:hlinkClick r:id="rId3">
                  <a:extLst>
                    <a:ext uri="{A12FA001-AC4F-418D-AE19-62706E023703}">
                      <ahyp:hlinkClr xmlns:ahyp="http://schemas.microsoft.com/office/drawing/2018/hyperlinkcolor" val="tx"/>
                    </a:ext>
                  </a:extLst>
                </a:hlinkClick>
              </a:rPr>
              <a:t>sahandkh@kth.se</a:t>
            </a:r>
            <a:endParaRPr lang="sv-SE">
              <a:solidFill>
                <a:schemeClr val="bg1"/>
              </a:solidFill>
            </a:endParaRPr>
          </a:p>
          <a:p>
            <a:pPr rtl="0"/>
            <a:r>
              <a:rPr lang="sv-SE">
                <a:solidFill>
                  <a:schemeClr val="bg1"/>
                </a:solidFill>
                <a:hlinkClick r:id="rId4">
                  <a:extLst>
                    <a:ext uri="{A12FA001-AC4F-418D-AE19-62706E023703}">
                      <ahyp:hlinkClr xmlns:ahyp="http://schemas.microsoft.com/office/drawing/2018/hyperlinkcolor" val="tx"/>
                    </a:ext>
                  </a:extLst>
                </a:hlinkClick>
              </a:rPr>
              <a:t>Torm@kth.se</a:t>
            </a:r>
            <a:endParaRPr lang="sv-SE">
              <a:solidFill>
                <a:schemeClr val="bg1"/>
              </a:solidFill>
            </a:endParaRPr>
          </a:p>
          <a:p>
            <a:pPr rtl="0"/>
            <a:endParaRPr lang="sv-SE">
              <a:solidFill>
                <a:schemeClr val="bg2"/>
              </a:solidFill>
            </a:endParaRPr>
          </a:p>
          <a:p>
            <a:pPr rtl="0"/>
            <a:endParaRPr lang="sv-SE">
              <a:solidFill>
                <a:schemeClr val="bg2"/>
              </a:solidFill>
            </a:endParaRPr>
          </a:p>
          <a:p>
            <a:pPr rtl="0"/>
            <a:endParaRPr lang="sv-SE">
              <a:solidFill>
                <a:schemeClr val="bg2"/>
              </a:solidFill>
            </a:endParaRPr>
          </a:p>
        </p:txBody>
      </p:sp>
      <p:pic>
        <p:nvPicPr>
          <p:cNvPr id="5" name="Bild 4" descr="Digitala tal">
            <a:extLst>
              <a:ext uri="{FF2B5EF4-FFF2-40B4-BE49-F238E27FC236}">
                <a16:creationId xmlns:a16="http://schemas.microsoft.com/office/drawing/2014/main" id="{A21EA617-6D48-425F-97A8-7FEC82C8F40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Utdelning">
  <a:themeElements>
    <a:clrScheme name="Blå">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3_TF56390039_Win32" id="{512CAAF2-55AC-4764-9793-ACA9CDF7E070}" vid="{5E4AEA16-257D-4B1F-99E2-19586E6F41D2}"/>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9</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Utdelning</vt:lpstr>
      <vt:lpstr>Ultraljud</vt:lpstr>
      <vt:lpstr>Introduktion</vt:lpstr>
      <vt:lpstr>Introduktion</vt:lpstr>
      <vt:lpstr>Sensor: Piezoelektrisk element</vt:lpstr>
      <vt:lpstr>Funktion: Proceduren</vt:lpstr>
      <vt:lpstr>Funktion: Från signalkälla till signaldetektion</vt:lpstr>
      <vt:lpstr>Funktion: Från signalkälla till signaldetektion</vt:lpstr>
      <vt:lpstr>Teknisk uppsättning</vt:lpstr>
      <vt:lpstr>Risker</vt:lpstr>
      <vt:lpstr>Kostnad</vt:lpstr>
      <vt:lpstr>Livscykel</vt:lpstr>
      <vt:lpstr>Märken</vt:lpstr>
      <vt:lpstr>Marknadsandelar</vt:lpstr>
      <vt:lpstr>Källor</vt:lpstr>
      <vt:lpstr>Tack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Ultraljud</dc:title>
  <dc:creator>Sahand Khodabandehloo</dc:creator>
  <cp:revision>1</cp:revision>
  <dcterms:created xsi:type="dcterms:W3CDTF">2022-03-22T01:11:15Z</dcterms:created>
  <dcterms:modified xsi:type="dcterms:W3CDTF">2022-03-23T14:46:24Z</dcterms:modified>
</cp:coreProperties>
</file>