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60" r:id="rId2"/>
    <p:sldMasterId id="2147483662" r:id="rId3"/>
  </p:sldMasterIdLst>
  <p:notesMasterIdLst>
    <p:notesMasterId r:id="rId7"/>
  </p:notesMasterIdLst>
  <p:handoutMasterIdLst>
    <p:handoutMasterId r:id="rId8"/>
  </p:handoutMasterIdLst>
  <p:sldIdLst>
    <p:sldId id="258" r:id="rId4"/>
    <p:sldId id="259" r:id="rId5"/>
    <p:sldId id="260" r:id="rId6"/>
  </p:sldIdLst>
  <p:sldSz cx="21388388" cy="30275213"/>
  <p:notesSz cx="6858000" cy="9144000"/>
  <p:defaultText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65">
          <p15:clr>
            <a:srgbClr val="A4A3A4"/>
          </p15:clr>
        </p15:guide>
        <p15:guide id="3" orient="horz" pos="18541">
          <p15:clr>
            <a:srgbClr val="A4A3A4"/>
          </p15:clr>
        </p15:guide>
        <p15:guide id="4" pos="673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621" autoAdjust="0"/>
    <p:restoredTop sz="79257" autoAdjust="0"/>
  </p:normalViewPr>
  <p:slideViewPr>
    <p:cSldViewPr snapToGrid="0" snapToObjects="1" showGuides="1">
      <p:cViewPr varScale="1">
        <p:scale>
          <a:sx n="36" d="100"/>
          <a:sy n="36" d="100"/>
        </p:scale>
        <p:origin x="1984" y="128"/>
      </p:cViewPr>
      <p:guideLst>
        <p:guide orient="horz" pos="265"/>
        <p:guide orient="horz" pos="18541"/>
        <p:guide pos="673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2730"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commentAuthors" Target="commentAuthors.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hand Khodabandehloo" userId="cb03d64890cf78b3" providerId="LiveId" clId="{D26E0251-44D5-4BB6-A8C2-D8C8C62E7A5B}"/>
    <pc:docChg chg="undo custSel addSld delSld modSld">
      <pc:chgData name="Sahand Khodabandehloo" userId="cb03d64890cf78b3" providerId="LiveId" clId="{D26E0251-44D5-4BB6-A8C2-D8C8C62E7A5B}" dt="2026-01-07T12:10:07.067" v="49" actId="47"/>
      <pc:docMkLst>
        <pc:docMk/>
      </pc:docMkLst>
      <pc:sldChg chg="add del">
        <pc:chgData name="Sahand Khodabandehloo" userId="cb03d64890cf78b3" providerId="LiveId" clId="{D26E0251-44D5-4BB6-A8C2-D8C8C62E7A5B}" dt="2026-01-07T12:10:06.454" v="48" actId="47"/>
        <pc:sldMkLst>
          <pc:docMk/>
          <pc:sldMk cId="2744535579" sldId="258"/>
        </pc:sldMkLst>
      </pc:sldChg>
      <pc:sldChg chg="modSp add del mod">
        <pc:chgData name="Sahand Khodabandehloo" userId="cb03d64890cf78b3" providerId="LiveId" clId="{D26E0251-44D5-4BB6-A8C2-D8C8C62E7A5B}" dt="2026-01-07T12:10:07.067" v="49" actId="47"/>
        <pc:sldMkLst>
          <pc:docMk/>
          <pc:sldMk cId="810450943" sldId="259"/>
        </pc:sldMkLst>
        <pc:picChg chg="mod">
          <ac:chgData name="Sahand Khodabandehloo" userId="cb03d64890cf78b3" providerId="LiveId" clId="{D26E0251-44D5-4BB6-A8C2-D8C8C62E7A5B}" dt="2026-01-07T12:06:45.875" v="30" actId="1035"/>
          <ac:picMkLst>
            <pc:docMk/>
            <pc:sldMk cId="810450943" sldId="259"/>
            <ac:picMk id="15" creationId="{910B2DAA-BB07-35AD-C0AB-86BB07384CC5}"/>
          </ac:picMkLst>
        </pc:picChg>
      </pc:sldChg>
      <pc:sldChg chg="modSp mod">
        <pc:chgData name="Sahand Khodabandehloo" userId="cb03d64890cf78b3" providerId="LiveId" clId="{D26E0251-44D5-4BB6-A8C2-D8C8C62E7A5B}" dt="2026-01-07T12:07:12.357" v="33" actId="1076"/>
        <pc:sldMkLst>
          <pc:docMk/>
          <pc:sldMk cId="3105173701" sldId="260"/>
        </pc:sldMkLst>
        <pc:spChg chg="mod">
          <ac:chgData name="Sahand Khodabandehloo" userId="cb03d64890cf78b3" providerId="LiveId" clId="{D26E0251-44D5-4BB6-A8C2-D8C8C62E7A5B}" dt="2026-01-07T12:07:12.357" v="33" actId="1076"/>
          <ac:spMkLst>
            <pc:docMk/>
            <pc:sldMk cId="3105173701" sldId="260"/>
            <ac:spMk id="17" creationId="{6A045C44-DED5-0B47-964C-7954511F909E}"/>
          </ac:spMkLst>
        </pc:spChg>
        <pc:spChg chg="mod">
          <ac:chgData name="Sahand Khodabandehloo" userId="cb03d64890cf78b3" providerId="LiveId" clId="{D26E0251-44D5-4BB6-A8C2-D8C8C62E7A5B}" dt="2026-01-07T12:07:12.357" v="33" actId="1076"/>
          <ac:spMkLst>
            <pc:docMk/>
            <pc:sldMk cId="3105173701" sldId="260"/>
            <ac:spMk id="18" creationId="{539A2332-8C10-624B-A213-03C9E98D6CF8}"/>
          </ac:spMkLst>
        </pc:spChg>
        <pc:spChg chg="mod">
          <ac:chgData name="Sahand Khodabandehloo" userId="cb03d64890cf78b3" providerId="LiveId" clId="{D26E0251-44D5-4BB6-A8C2-D8C8C62E7A5B}" dt="2026-01-07T12:07:12.357" v="33" actId="1076"/>
          <ac:spMkLst>
            <pc:docMk/>
            <pc:sldMk cId="3105173701" sldId="260"/>
            <ac:spMk id="19" creationId="{333A5FF2-14F0-957A-2916-6EE50285AB77}"/>
          </ac:spMkLst>
        </pc:spChg>
        <pc:spChg chg="mod">
          <ac:chgData name="Sahand Khodabandehloo" userId="cb03d64890cf78b3" providerId="LiveId" clId="{D26E0251-44D5-4BB6-A8C2-D8C8C62E7A5B}" dt="2026-01-07T12:07:12.357" v="33" actId="1076"/>
          <ac:spMkLst>
            <pc:docMk/>
            <pc:sldMk cId="3105173701" sldId="260"/>
            <ac:spMk id="20" creationId="{975D9D25-9071-2E73-3FC0-B4F9D5B94E96}"/>
          </ac:spMkLst>
        </pc:spChg>
        <pc:spChg chg="mod">
          <ac:chgData name="Sahand Khodabandehloo" userId="cb03d64890cf78b3" providerId="LiveId" clId="{D26E0251-44D5-4BB6-A8C2-D8C8C62E7A5B}" dt="2026-01-07T12:07:12.357" v="33" actId="1076"/>
          <ac:spMkLst>
            <pc:docMk/>
            <pc:sldMk cId="3105173701" sldId="260"/>
            <ac:spMk id="21" creationId="{84D94203-6251-8E11-EE82-09EAA2A55DF1}"/>
          </ac:spMkLst>
        </pc:spChg>
        <pc:spChg chg="mod">
          <ac:chgData name="Sahand Khodabandehloo" userId="cb03d64890cf78b3" providerId="LiveId" clId="{D26E0251-44D5-4BB6-A8C2-D8C8C62E7A5B}" dt="2026-01-07T12:07:12.357" v="33" actId="1076"/>
          <ac:spMkLst>
            <pc:docMk/>
            <pc:sldMk cId="3105173701" sldId="260"/>
            <ac:spMk id="23" creationId="{B4B8D6F2-4219-19F1-E1F7-3D4A6EF2065D}"/>
          </ac:spMkLst>
        </pc:spChg>
        <pc:spChg chg="mod">
          <ac:chgData name="Sahand Khodabandehloo" userId="cb03d64890cf78b3" providerId="LiveId" clId="{D26E0251-44D5-4BB6-A8C2-D8C8C62E7A5B}" dt="2026-01-07T12:07:12.357" v="33" actId="1076"/>
          <ac:spMkLst>
            <pc:docMk/>
            <pc:sldMk cId="3105173701" sldId="260"/>
            <ac:spMk id="24" creationId="{2F32CEA4-2EA9-3AFE-5783-64C710B8189D}"/>
          </ac:spMkLst>
        </pc:spChg>
        <pc:spChg chg="mod">
          <ac:chgData name="Sahand Khodabandehloo" userId="cb03d64890cf78b3" providerId="LiveId" clId="{D26E0251-44D5-4BB6-A8C2-D8C8C62E7A5B}" dt="2026-01-07T12:07:12.357" v="33" actId="1076"/>
          <ac:spMkLst>
            <pc:docMk/>
            <pc:sldMk cId="3105173701" sldId="260"/>
            <ac:spMk id="32" creationId="{04C5579F-9B86-4709-3CB4-F0F6DF69778A}"/>
          </ac:spMkLst>
        </pc:spChg>
        <pc:spChg chg="mod">
          <ac:chgData name="Sahand Khodabandehloo" userId="cb03d64890cf78b3" providerId="LiveId" clId="{D26E0251-44D5-4BB6-A8C2-D8C8C62E7A5B}" dt="2026-01-07T12:07:12.357" v="33" actId="1076"/>
          <ac:spMkLst>
            <pc:docMk/>
            <pc:sldMk cId="3105173701" sldId="260"/>
            <ac:spMk id="36" creationId="{BB689A3A-9C1E-E77F-AF49-18C076C4CA28}"/>
          </ac:spMkLst>
        </pc:spChg>
        <pc:spChg chg="mod">
          <ac:chgData name="Sahand Khodabandehloo" userId="cb03d64890cf78b3" providerId="LiveId" clId="{D26E0251-44D5-4BB6-A8C2-D8C8C62E7A5B}" dt="2026-01-07T12:07:12.357" v="33" actId="1076"/>
          <ac:spMkLst>
            <pc:docMk/>
            <pc:sldMk cId="3105173701" sldId="260"/>
            <ac:spMk id="38" creationId="{858A62F9-C2F1-DA01-BD14-B72DB98BC882}"/>
          </ac:spMkLst>
        </pc:spChg>
        <pc:picChg chg="mod">
          <ac:chgData name="Sahand Khodabandehloo" userId="cb03d64890cf78b3" providerId="LiveId" clId="{D26E0251-44D5-4BB6-A8C2-D8C8C62E7A5B}" dt="2026-01-07T12:06:57.406" v="32" actId="1076"/>
          <ac:picMkLst>
            <pc:docMk/>
            <pc:sldMk cId="3105173701" sldId="260"/>
            <ac:picMk id="15" creationId="{37E648CA-1358-BDCA-AFA8-43C964218B7A}"/>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1/7/2026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26391135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1/7/2026</a:t>
            </a:fld>
            <a:endParaRPr lang="en-US" dirty="0"/>
          </a:p>
        </p:txBody>
      </p:sp>
      <p:sp>
        <p:nvSpPr>
          <p:cNvPr id="4" name="Slide Image Placeholder 3"/>
          <p:cNvSpPr>
            <a:spLocks noGrp="1" noRot="1" noChangeAspect="1"/>
          </p:cNvSpPr>
          <p:nvPr>
            <p:ph type="sldImg" idx="2"/>
          </p:nvPr>
        </p:nvSpPr>
        <p:spPr>
          <a:xfrm>
            <a:off x="2217738" y="685800"/>
            <a:ext cx="242252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3109100856"/>
      </p:ext>
    </p:extLst>
  </p:cSld>
  <p:clrMap bg1="lt1" tx1="dk1" bg2="lt2" tx2="dk2" accent1="accent1" accent2="accent2" accent3="accent3" accent4="accent4" accent5="accent5" accent6="accent6" hlink="hlink" folHlink="folHlink"/>
  <p:notesStyle>
    <a:lvl1pPr marL="0" algn="l" defTabSz="3038715" rtl="0" eaLnBrk="1" latinLnBrk="0" hangingPunct="1">
      <a:defRPr sz="4100" kern="1200">
        <a:solidFill>
          <a:schemeClr val="tx1"/>
        </a:solidFill>
        <a:latin typeface="+mn-lt"/>
        <a:ea typeface="+mn-ea"/>
        <a:cs typeface="+mn-cs"/>
      </a:defRPr>
    </a:lvl1pPr>
    <a:lvl2pPr marL="1519358" algn="l" defTabSz="3038715" rtl="0" eaLnBrk="1" latinLnBrk="0" hangingPunct="1">
      <a:defRPr sz="4100" kern="1200">
        <a:solidFill>
          <a:schemeClr val="tx1"/>
        </a:solidFill>
        <a:latin typeface="+mn-lt"/>
        <a:ea typeface="+mn-ea"/>
        <a:cs typeface="+mn-cs"/>
      </a:defRPr>
    </a:lvl2pPr>
    <a:lvl3pPr marL="3038715" algn="l" defTabSz="3038715" rtl="0" eaLnBrk="1" latinLnBrk="0" hangingPunct="1">
      <a:defRPr sz="4100" kern="1200">
        <a:solidFill>
          <a:schemeClr val="tx1"/>
        </a:solidFill>
        <a:latin typeface="+mn-lt"/>
        <a:ea typeface="+mn-ea"/>
        <a:cs typeface="+mn-cs"/>
      </a:defRPr>
    </a:lvl3pPr>
    <a:lvl4pPr marL="4558071" algn="l" defTabSz="3038715" rtl="0" eaLnBrk="1" latinLnBrk="0" hangingPunct="1">
      <a:defRPr sz="4100" kern="1200">
        <a:solidFill>
          <a:schemeClr val="tx1"/>
        </a:solidFill>
        <a:latin typeface="+mn-lt"/>
        <a:ea typeface="+mn-ea"/>
        <a:cs typeface="+mn-cs"/>
      </a:defRPr>
    </a:lvl4pPr>
    <a:lvl5pPr marL="6077429" algn="l" defTabSz="3038715" rtl="0" eaLnBrk="1" latinLnBrk="0" hangingPunct="1">
      <a:defRPr sz="4100" kern="1200">
        <a:solidFill>
          <a:schemeClr val="tx1"/>
        </a:solidFill>
        <a:latin typeface="+mn-lt"/>
        <a:ea typeface="+mn-ea"/>
        <a:cs typeface="+mn-cs"/>
      </a:defRPr>
    </a:lvl5pPr>
    <a:lvl6pPr marL="7596786" algn="l" defTabSz="3038715" rtl="0" eaLnBrk="1" latinLnBrk="0" hangingPunct="1">
      <a:defRPr sz="4100" kern="1200">
        <a:solidFill>
          <a:schemeClr val="tx1"/>
        </a:solidFill>
        <a:latin typeface="+mn-lt"/>
        <a:ea typeface="+mn-ea"/>
        <a:cs typeface="+mn-cs"/>
      </a:defRPr>
    </a:lvl6pPr>
    <a:lvl7pPr marL="9116145" algn="l" defTabSz="3038715" rtl="0" eaLnBrk="1" latinLnBrk="0" hangingPunct="1">
      <a:defRPr sz="4100" kern="1200">
        <a:solidFill>
          <a:schemeClr val="tx1"/>
        </a:solidFill>
        <a:latin typeface="+mn-lt"/>
        <a:ea typeface="+mn-ea"/>
        <a:cs typeface="+mn-cs"/>
      </a:defRPr>
    </a:lvl7pPr>
    <a:lvl8pPr marL="10635501" algn="l" defTabSz="3038715" rtl="0" eaLnBrk="1" latinLnBrk="0" hangingPunct="1">
      <a:defRPr sz="4100" kern="1200">
        <a:solidFill>
          <a:schemeClr val="tx1"/>
        </a:solidFill>
        <a:latin typeface="+mn-lt"/>
        <a:ea typeface="+mn-ea"/>
        <a:cs typeface="+mn-cs"/>
      </a:defRPr>
    </a:lvl8pPr>
    <a:lvl9pPr marL="12154859" algn="l" defTabSz="3038715" rtl="0" eaLnBrk="1" latinLnBrk="0" hangingPunct="1">
      <a:defRPr sz="4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1279830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0F9FB-4876-3F12-AC89-D68F5EE02E8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937865-FF8E-5B8B-3451-94FE7E4B687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1E60519-7240-2C2F-2E77-954FC14E598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684C43D-9CE7-DE16-AAC0-2457282401B8}"/>
              </a:ext>
            </a:extLst>
          </p:cNvPr>
          <p:cNvSpPr>
            <a:spLocks noGrp="1"/>
          </p:cNvSpPr>
          <p:nvPr>
            <p:ph type="sldNum" sz="quarter" idx="5"/>
          </p:nvPr>
        </p:nvSpPr>
        <p:spPr/>
        <p:txBody>
          <a:bodyPr/>
          <a:lstStyle/>
          <a:p>
            <a:fld id="{26A1A87D-CAF7-4BDC-A0D3-C0DBEDE81619}" type="slidenum">
              <a:rPr lang="en-US" smtClean="0"/>
              <a:pPr/>
              <a:t>2</a:t>
            </a:fld>
            <a:endParaRPr lang="en-US" dirty="0"/>
          </a:p>
        </p:txBody>
      </p:sp>
    </p:spTree>
    <p:extLst>
      <p:ext uri="{BB962C8B-B14F-4D97-AF65-F5344CB8AC3E}">
        <p14:creationId xmlns:p14="http://schemas.microsoft.com/office/powerpoint/2010/main" val="3239607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0BB65-EE7F-3E14-022C-11C015B6684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21A6B0F-F1A3-541B-CD9A-FF25D9A497F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6BEEAF3-4F13-5A20-FAE4-BA12C058336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42E0ED6-86E5-CF31-1999-B0614B82AD1B}"/>
              </a:ext>
            </a:extLst>
          </p:cNvPr>
          <p:cNvSpPr>
            <a:spLocks noGrp="1"/>
          </p:cNvSpPr>
          <p:nvPr>
            <p:ph type="sldNum" sz="quarter" idx="5"/>
          </p:nvPr>
        </p:nvSpPr>
        <p:spPr/>
        <p:txBody>
          <a:bodyPr/>
          <a:lstStyle/>
          <a:p>
            <a:fld id="{26A1A87D-CAF7-4BDC-A0D3-C0DBEDE81619}" type="slidenum">
              <a:rPr lang="en-US" smtClean="0"/>
              <a:pPr/>
              <a:t>3</a:t>
            </a:fld>
            <a:endParaRPr lang="en-US" dirty="0"/>
          </a:p>
        </p:txBody>
      </p:sp>
    </p:spTree>
    <p:extLst>
      <p:ext uri="{BB962C8B-B14F-4D97-AF65-F5344CB8AC3E}">
        <p14:creationId xmlns:p14="http://schemas.microsoft.com/office/powerpoint/2010/main" val="14664662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1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40616" y="5365571"/>
            <a:ext cx="10101856"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49463" y="4842926"/>
            <a:ext cx="10093882" cy="566030"/>
          </a:xfrm>
          <a:prstGeom prst="rect">
            <a:avLst/>
          </a:prstGeom>
          <a:solidFill>
            <a:schemeClr val="accent5">
              <a:lumMod val="50000"/>
            </a:schemeClr>
          </a:solidFill>
        </p:spPr>
        <p:txBody>
          <a:bodyPr wrap="square" lIns="63307" tIns="63307" rIns="63307" bIns="63307"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49461" y="13071318"/>
            <a:ext cx="10096349" cy="566030"/>
          </a:xfrm>
          <a:prstGeom prst="rect">
            <a:avLst/>
          </a:prstGeom>
          <a:solidFill>
            <a:schemeClr val="accent5">
              <a:lumMod val="50000"/>
            </a:schemeClr>
          </a:solidFill>
        </p:spPr>
        <p:txBody>
          <a:bodyPr wrap="square" lIns="63307" tIns="63307" rIns="63307" bIns="63307"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OBJECTIVES</a:t>
            </a:r>
          </a:p>
        </p:txBody>
      </p:sp>
      <p:sp>
        <p:nvSpPr>
          <p:cNvPr id="25" name="Text Placeholder 5"/>
          <p:cNvSpPr>
            <a:spLocks noGrp="1"/>
          </p:cNvSpPr>
          <p:nvPr>
            <p:ph type="body" sz="quarter" idx="25" hasCustomPrompt="1"/>
          </p:nvPr>
        </p:nvSpPr>
        <p:spPr>
          <a:xfrm>
            <a:off x="10846594" y="4842926"/>
            <a:ext cx="10093752" cy="566030"/>
          </a:xfrm>
          <a:prstGeom prst="rect">
            <a:avLst/>
          </a:prstGeom>
          <a:solidFill>
            <a:schemeClr val="accent5">
              <a:lumMod val="50000"/>
            </a:schemeClr>
          </a:solidFill>
        </p:spPr>
        <p:txBody>
          <a:bodyPr wrap="square" lIns="63307" tIns="63307" rIns="63307" bIns="63307"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10846594" y="5365571"/>
            <a:ext cx="10093752"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0846595" y="13087287"/>
            <a:ext cx="10090978" cy="566030"/>
          </a:xfrm>
          <a:prstGeom prst="rect">
            <a:avLst/>
          </a:prstGeom>
          <a:solidFill>
            <a:schemeClr val="accent5">
              <a:lumMod val="50000"/>
            </a:schemeClr>
          </a:solidFill>
        </p:spPr>
        <p:txBody>
          <a:bodyPr wrap="square" lIns="63307" tIns="63307" rIns="63307" bIns="63307"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10842726" y="13648379"/>
            <a:ext cx="10094847"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0854419" y="23617471"/>
            <a:ext cx="10085926" cy="566030"/>
          </a:xfrm>
          <a:prstGeom prst="rect">
            <a:avLst/>
          </a:prstGeom>
          <a:solidFill>
            <a:schemeClr val="accent5">
              <a:lumMod val="50000"/>
            </a:schemeClr>
          </a:solidFill>
        </p:spPr>
        <p:txBody>
          <a:bodyPr wrap="square" lIns="63307" tIns="63307" rIns="63307" bIns="63307"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0846595" y="24192709"/>
            <a:ext cx="10090978"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40616" y="13633726"/>
            <a:ext cx="10102728"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2890078" y="2591044"/>
            <a:ext cx="15608232" cy="586791"/>
          </a:xfrm>
          <a:prstGeom prst="rect">
            <a:avLst/>
          </a:prstGeom>
        </p:spPr>
        <p:txBody>
          <a:bodyPr lIns="54681" tIns="27341" rIns="54681" bIns="27341">
            <a:normAutofit/>
          </a:bodyPr>
          <a:lstStyle>
            <a:lvl1pPr marL="0" indent="0" algn="ctr">
              <a:buFontTx/>
              <a:buNone/>
              <a:defRPr sz="2400">
                <a:solidFill>
                  <a:schemeClr val="bg1"/>
                </a:solidFill>
                <a:latin typeface="Century Gothic" panose="020B0502020202020204" pitchFamily="34" charset="0"/>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79" name="Text Placeholder 76"/>
          <p:cNvSpPr>
            <a:spLocks noGrp="1"/>
          </p:cNvSpPr>
          <p:nvPr>
            <p:ph type="body" sz="quarter" idx="151" hasCustomPrompt="1"/>
          </p:nvPr>
        </p:nvSpPr>
        <p:spPr>
          <a:xfrm>
            <a:off x="2890078" y="1644072"/>
            <a:ext cx="15608232" cy="769233"/>
          </a:xfrm>
          <a:prstGeom prst="rect">
            <a:avLst/>
          </a:prstGeom>
        </p:spPr>
        <p:txBody>
          <a:bodyPr lIns="54681" tIns="27341" rIns="54681" bIns="27341" anchor="t" anchorCtr="1">
            <a:normAutofit/>
          </a:bodyPr>
          <a:lstStyle>
            <a:lvl1pPr marL="0" indent="0" algn="ctr">
              <a:buFontTx/>
              <a:buNone/>
              <a:defRPr sz="3600">
                <a:solidFill>
                  <a:schemeClr val="bg1"/>
                </a:solidFill>
                <a:latin typeface="Century Gothic" panose="020B0502020202020204" pitchFamily="34" charset="0"/>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80" name="Text Placeholder 76"/>
          <p:cNvSpPr>
            <a:spLocks noGrp="1"/>
          </p:cNvSpPr>
          <p:nvPr>
            <p:ph type="body" sz="quarter" idx="153" hasCustomPrompt="1"/>
          </p:nvPr>
        </p:nvSpPr>
        <p:spPr>
          <a:xfrm>
            <a:off x="2890078" y="348659"/>
            <a:ext cx="15608232" cy="1117674"/>
          </a:xfrm>
          <a:prstGeom prst="rect">
            <a:avLst/>
          </a:prstGeom>
        </p:spPr>
        <p:txBody>
          <a:bodyPr lIns="54681" tIns="27341" rIns="54681" bIns="27341" anchor="t" anchorCtr="1">
            <a:normAutofit/>
          </a:bodyPr>
          <a:lstStyle>
            <a:lvl1pPr marL="0" indent="0" algn="ctr">
              <a:buFontTx/>
              <a:buNone/>
              <a:defRPr sz="5400" b="1">
                <a:solidFill>
                  <a:schemeClr val="bg1"/>
                </a:solidFill>
                <a:latin typeface="Century Gothic" panose="020B0502020202020204" pitchFamily="34" charset="0"/>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40616" y="5365571"/>
            <a:ext cx="10101856"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49463" y="4842926"/>
            <a:ext cx="1009388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49461" y="13071318"/>
            <a:ext cx="10096349"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0846594" y="4842926"/>
            <a:ext cx="1009375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0846594" y="5365571"/>
            <a:ext cx="10093752"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0846595" y="13087287"/>
            <a:ext cx="10090978"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0842726" y="13648379"/>
            <a:ext cx="10094847"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0854419" y="23617471"/>
            <a:ext cx="10085926"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0846595" y="24192709"/>
            <a:ext cx="1009097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40616" y="13633726"/>
            <a:ext cx="1010272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2890078" y="3554249"/>
            <a:ext cx="15608232" cy="769233"/>
          </a:xfrm>
          <a:prstGeom prst="rect">
            <a:avLst/>
          </a:prstGeom>
        </p:spPr>
        <p:txBody>
          <a:bodyPr lIns="54681" tIns="27341" rIns="54681" bIns="27341">
            <a:normAutofit/>
          </a:bodyPr>
          <a:lstStyle>
            <a:lvl1pPr marL="0" indent="0" algn="ctr">
              <a:buFontTx/>
              <a:buNone/>
              <a:defRPr sz="43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79" name="Text Placeholder 76"/>
          <p:cNvSpPr>
            <a:spLocks noGrp="1"/>
          </p:cNvSpPr>
          <p:nvPr>
            <p:ph type="body" sz="quarter" idx="151" hasCustomPrompt="1"/>
          </p:nvPr>
        </p:nvSpPr>
        <p:spPr>
          <a:xfrm>
            <a:off x="2890078" y="2235565"/>
            <a:ext cx="15608232" cy="1318684"/>
          </a:xfrm>
          <a:prstGeom prst="rect">
            <a:avLst/>
          </a:prstGeom>
        </p:spPr>
        <p:txBody>
          <a:bodyPr lIns="54681" tIns="27341" rIns="54681" bIns="27341" anchor="t" anchorCtr="1">
            <a:normAutofit/>
          </a:bodyPr>
          <a:lstStyle>
            <a:lvl1pPr marL="0" indent="0" algn="ctr">
              <a:buFontTx/>
              <a:buNone/>
              <a:defRPr sz="69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80" name="Text Placeholder 76"/>
          <p:cNvSpPr>
            <a:spLocks noGrp="1"/>
          </p:cNvSpPr>
          <p:nvPr>
            <p:ph type="body" sz="quarter" idx="153" hasCustomPrompt="1"/>
          </p:nvPr>
        </p:nvSpPr>
        <p:spPr>
          <a:xfrm>
            <a:off x="2890078" y="348658"/>
            <a:ext cx="15608232" cy="1886907"/>
          </a:xfrm>
          <a:prstGeom prst="rect">
            <a:avLst/>
          </a:prstGeom>
        </p:spPr>
        <p:txBody>
          <a:bodyPr lIns="54681" tIns="27341" rIns="54681" bIns="27341" anchor="t" anchorCtr="1">
            <a:normAutofit/>
          </a:bodyPr>
          <a:lstStyle>
            <a:lvl1pPr marL="0" indent="0" algn="ctr">
              <a:buFontTx/>
              <a:buNone/>
              <a:defRPr sz="9900" b="1">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extLst>
      <p:ext uri="{BB962C8B-B14F-4D97-AF65-F5344CB8AC3E}">
        <p14:creationId xmlns:p14="http://schemas.microsoft.com/office/powerpoint/2010/main" val="3014640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EB3BEE-D152-5AEA-E793-BA3BCC6F510C}"/>
              </a:ext>
            </a:extLst>
          </p:cNvPr>
          <p:cNvSpPr>
            <a:spLocks noGrp="1"/>
          </p:cNvSpPr>
          <p:nvPr>
            <p:ph type="ctrTitle"/>
          </p:nvPr>
        </p:nvSpPr>
        <p:spPr>
          <a:xfrm>
            <a:off x="2673549" y="4954765"/>
            <a:ext cx="16041291" cy="10540259"/>
          </a:xfrm>
        </p:spPr>
        <p:txBody>
          <a:bodyPr anchor="b"/>
          <a:lstStyle>
            <a:lvl1pPr algn="ctr">
              <a:defRPr sz="10526"/>
            </a:lvl1pPr>
          </a:lstStyle>
          <a:p>
            <a:r>
              <a:rPr lang="es-ES"/>
              <a:t>Haga clic para modificar el estilo de título del patrón</a:t>
            </a:r>
          </a:p>
        </p:txBody>
      </p:sp>
      <p:sp>
        <p:nvSpPr>
          <p:cNvPr id="3" name="Subtítulo 2">
            <a:extLst>
              <a:ext uri="{FF2B5EF4-FFF2-40B4-BE49-F238E27FC236}">
                <a16:creationId xmlns:a16="http://schemas.microsoft.com/office/drawing/2014/main" id="{3B1A9DF3-2B83-7CFE-9D7E-B935C458B73A}"/>
              </a:ext>
            </a:extLst>
          </p:cNvPr>
          <p:cNvSpPr>
            <a:spLocks noGrp="1"/>
          </p:cNvSpPr>
          <p:nvPr>
            <p:ph type="subTitle" idx="1"/>
          </p:nvPr>
        </p:nvSpPr>
        <p:spPr>
          <a:xfrm>
            <a:off x="2673549" y="15901497"/>
            <a:ext cx="16041291" cy="7309499"/>
          </a:xfrm>
        </p:spPr>
        <p:txBody>
          <a:bodyPr/>
          <a:lstStyle>
            <a:lvl1pPr marL="0" indent="0" algn="ctr">
              <a:buNone/>
              <a:defRPr sz="4210"/>
            </a:lvl1pPr>
            <a:lvl2pPr marL="802066" indent="0" algn="ctr">
              <a:buNone/>
              <a:defRPr sz="3509"/>
            </a:lvl2pPr>
            <a:lvl3pPr marL="1604132" indent="0" algn="ctr">
              <a:buNone/>
              <a:defRPr sz="3158"/>
            </a:lvl3pPr>
            <a:lvl4pPr marL="2406198" indent="0" algn="ctr">
              <a:buNone/>
              <a:defRPr sz="2807"/>
            </a:lvl4pPr>
            <a:lvl5pPr marL="3208264" indent="0" algn="ctr">
              <a:buNone/>
              <a:defRPr sz="2807"/>
            </a:lvl5pPr>
            <a:lvl6pPr marL="4010330" indent="0" algn="ctr">
              <a:buNone/>
              <a:defRPr sz="2807"/>
            </a:lvl6pPr>
            <a:lvl7pPr marL="4812396" indent="0" algn="ctr">
              <a:buNone/>
              <a:defRPr sz="2807"/>
            </a:lvl7pPr>
            <a:lvl8pPr marL="5614462" indent="0" algn="ctr">
              <a:buNone/>
              <a:defRPr sz="2807"/>
            </a:lvl8pPr>
            <a:lvl9pPr marL="6416528" indent="0" algn="ctr">
              <a:buNone/>
              <a:defRPr sz="2807"/>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5175F5EE-2EBE-24D6-E751-775D030CCFA5}"/>
              </a:ext>
            </a:extLst>
          </p:cNvPr>
          <p:cNvSpPr>
            <a:spLocks noGrp="1"/>
          </p:cNvSpPr>
          <p:nvPr>
            <p:ph type="dt" sz="half" idx="10"/>
          </p:nvPr>
        </p:nvSpPr>
        <p:spPr/>
        <p:txBody>
          <a:bodyPr/>
          <a:lstStyle/>
          <a:p>
            <a:fld id="{497E742A-A4A6-47C0-952F-D8347535E794}" type="datetimeFigureOut">
              <a:rPr lang="es-ES" smtClean="0"/>
              <a:t>07/01/2026</a:t>
            </a:fld>
            <a:endParaRPr lang="es-ES"/>
          </a:p>
        </p:txBody>
      </p:sp>
      <p:sp>
        <p:nvSpPr>
          <p:cNvPr id="5" name="Marcador de pie de página 4">
            <a:extLst>
              <a:ext uri="{FF2B5EF4-FFF2-40B4-BE49-F238E27FC236}">
                <a16:creationId xmlns:a16="http://schemas.microsoft.com/office/drawing/2014/main" id="{1A626EB9-C9A9-D5D1-FA5B-626FDEF3079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C0479D43-AB1D-B563-EDFB-3995B40913AF}"/>
              </a:ext>
            </a:extLst>
          </p:cNvPr>
          <p:cNvSpPr>
            <a:spLocks noGrp="1"/>
          </p:cNvSpPr>
          <p:nvPr>
            <p:ph type="sldNum" sz="quarter" idx="12"/>
          </p:nvPr>
        </p:nvSpPr>
        <p:spPr/>
        <p:txBody>
          <a:bodyPr/>
          <a:lstStyle/>
          <a:p>
            <a:fld id="{5E31CB7C-7CF6-4470-A464-958E112FE224}" type="slidenum">
              <a:rPr lang="es-ES" smtClean="0"/>
              <a:t>‹#›</a:t>
            </a:fld>
            <a:endParaRPr lang="es-ES"/>
          </a:p>
        </p:txBody>
      </p:sp>
    </p:spTree>
    <p:extLst>
      <p:ext uri="{BB962C8B-B14F-4D97-AF65-F5344CB8AC3E}">
        <p14:creationId xmlns:p14="http://schemas.microsoft.com/office/powerpoint/2010/main" val="1208379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281A06-F9D6-9A5B-75FB-CE8E58A0C2A3}"/>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03950906-6E5F-924C-5272-640311146C2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442924F-6F78-F00F-BB07-6B30D49C40F2}"/>
              </a:ext>
            </a:extLst>
          </p:cNvPr>
          <p:cNvSpPr>
            <a:spLocks noGrp="1"/>
          </p:cNvSpPr>
          <p:nvPr>
            <p:ph type="dt" sz="half" idx="10"/>
          </p:nvPr>
        </p:nvSpPr>
        <p:spPr/>
        <p:txBody>
          <a:bodyPr/>
          <a:lstStyle/>
          <a:p>
            <a:fld id="{497E742A-A4A6-47C0-952F-D8347535E794}" type="datetimeFigureOut">
              <a:rPr lang="es-ES" smtClean="0"/>
              <a:t>07/01/2026</a:t>
            </a:fld>
            <a:endParaRPr lang="es-ES"/>
          </a:p>
        </p:txBody>
      </p:sp>
      <p:sp>
        <p:nvSpPr>
          <p:cNvPr id="5" name="Marcador de pie de página 4">
            <a:extLst>
              <a:ext uri="{FF2B5EF4-FFF2-40B4-BE49-F238E27FC236}">
                <a16:creationId xmlns:a16="http://schemas.microsoft.com/office/drawing/2014/main" id="{CCCC4CEC-87B1-A96A-4812-61D780E84A0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ECC8520-6F13-55DF-5C9A-982947A7A33B}"/>
              </a:ext>
            </a:extLst>
          </p:cNvPr>
          <p:cNvSpPr>
            <a:spLocks noGrp="1"/>
          </p:cNvSpPr>
          <p:nvPr>
            <p:ph type="sldNum" sz="quarter" idx="12"/>
          </p:nvPr>
        </p:nvSpPr>
        <p:spPr/>
        <p:txBody>
          <a:bodyPr/>
          <a:lstStyle/>
          <a:p>
            <a:fld id="{5E31CB7C-7CF6-4470-A464-958E112FE224}" type="slidenum">
              <a:rPr lang="es-ES" smtClean="0"/>
              <a:t>‹#›</a:t>
            </a:fld>
            <a:endParaRPr lang="es-ES"/>
          </a:p>
        </p:txBody>
      </p:sp>
    </p:spTree>
    <p:extLst>
      <p:ext uri="{BB962C8B-B14F-4D97-AF65-F5344CB8AC3E}">
        <p14:creationId xmlns:p14="http://schemas.microsoft.com/office/powerpoint/2010/main" val="17716550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36D04B-2E6B-19EA-783E-8F4382834855}"/>
              </a:ext>
            </a:extLst>
          </p:cNvPr>
          <p:cNvSpPr>
            <a:spLocks noGrp="1"/>
          </p:cNvSpPr>
          <p:nvPr>
            <p:ph type="title"/>
          </p:nvPr>
        </p:nvSpPr>
        <p:spPr>
          <a:xfrm>
            <a:off x="1459312" y="7547783"/>
            <a:ext cx="18447485" cy="12593645"/>
          </a:xfrm>
        </p:spPr>
        <p:txBody>
          <a:bodyPr anchor="b"/>
          <a:lstStyle>
            <a:lvl1pPr>
              <a:defRPr sz="10526"/>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4B5FEE4A-EF5C-F263-47C2-656EAC27425B}"/>
              </a:ext>
            </a:extLst>
          </p:cNvPr>
          <p:cNvSpPr>
            <a:spLocks noGrp="1"/>
          </p:cNvSpPr>
          <p:nvPr>
            <p:ph type="body" idx="1"/>
          </p:nvPr>
        </p:nvSpPr>
        <p:spPr>
          <a:xfrm>
            <a:off x="1459312" y="20260569"/>
            <a:ext cx="18447485" cy="6622701"/>
          </a:xfrm>
        </p:spPr>
        <p:txBody>
          <a:bodyPr/>
          <a:lstStyle>
            <a:lvl1pPr marL="0" indent="0">
              <a:buNone/>
              <a:defRPr sz="4210">
                <a:solidFill>
                  <a:schemeClr val="tx1">
                    <a:tint val="75000"/>
                  </a:schemeClr>
                </a:solidFill>
              </a:defRPr>
            </a:lvl1pPr>
            <a:lvl2pPr marL="802066" indent="0">
              <a:buNone/>
              <a:defRPr sz="3509">
                <a:solidFill>
                  <a:schemeClr val="tx1">
                    <a:tint val="75000"/>
                  </a:schemeClr>
                </a:solidFill>
              </a:defRPr>
            </a:lvl2pPr>
            <a:lvl3pPr marL="1604132" indent="0">
              <a:buNone/>
              <a:defRPr sz="3158">
                <a:solidFill>
                  <a:schemeClr val="tx1">
                    <a:tint val="75000"/>
                  </a:schemeClr>
                </a:solidFill>
              </a:defRPr>
            </a:lvl3pPr>
            <a:lvl4pPr marL="2406198" indent="0">
              <a:buNone/>
              <a:defRPr sz="2807">
                <a:solidFill>
                  <a:schemeClr val="tx1">
                    <a:tint val="75000"/>
                  </a:schemeClr>
                </a:solidFill>
              </a:defRPr>
            </a:lvl4pPr>
            <a:lvl5pPr marL="3208264" indent="0">
              <a:buNone/>
              <a:defRPr sz="2807">
                <a:solidFill>
                  <a:schemeClr val="tx1">
                    <a:tint val="75000"/>
                  </a:schemeClr>
                </a:solidFill>
              </a:defRPr>
            </a:lvl5pPr>
            <a:lvl6pPr marL="4010330" indent="0">
              <a:buNone/>
              <a:defRPr sz="2807">
                <a:solidFill>
                  <a:schemeClr val="tx1">
                    <a:tint val="75000"/>
                  </a:schemeClr>
                </a:solidFill>
              </a:defRPr>
            </a:lvl6pPr>
            <a:lvl7pPr marL="4812396" indent="0">
              <a:buNone/>
              <a:defRPr sz="2807">
                <a:solidFill>
                  <a:schemeClr val="tx1">
                    <a:tint val="75000"/>
                  </a:schemeClr>
                </a:solidFill>
              </a:defRPr>
            </a:lvl7pPr>
            <a:lvl8pPr marL="5614462" indent="0">
              <a:buNone/>
              <a:defRPr sz="2807">
                <a:solidFill>
                  <a:schemeClr val="tx1">
                    <a:tint val="75000"/>
                  </a:schemeClr>
                </a:solidFill>
              </a:defRPr>
            </a:lvl8pPr>
            <a:lvl9pPr marL="6416528" indent="0">
              <a:buNone/>
              <a:defRPr sz="2807">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675AE502-A4EF-9994-ECDE-8458DE3FCF36}"/>
              </a:ext>
            </a:extLst>
          </p:cNvPr>
          <p:cNvSpPr>
            <a:spLocks noGrp="1"/>
          </p:cNvSpPr>
          <p:nvPr>
            <p:ph type="dt" sz="half" idx="10"/>
          </p:nvPr>
        </p:nvSpPr>
        <p:spPr/>
        <p:txBody>
          <a:bodyPr/>
          <a:lstStyle/>
          <a:p>
            <a:fld id="{497E742A-A4A6-47C0-952F-D8347535E794}" type="datetimeFigureOut">
              <a:rPr lang="es-ES" smtClean="0"/>
              <a:t>07/01/2026</a:t>
            </a:fld>
            <a:endParaRPr lang="es-ES"/>
          </a:p>
        </p:txBody>
      </p:sp>
      <p:sp>
        <p:nvSpPr>
          <p:cNvPr id="5" name="Marcador de pie de página 4">
            <a:extLst>
              <a:ext uri="{FF2B5EF4-FFF2-40B4-BE49-F238E27FC236}">
                <a16:creationId xmlns:a16="http://schemas.microsoft.com/office/drawing/2014/main" id="{BC4D8359-C46D-B480-2048-50DACE0554D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B2B3E25-6E1F-2964-4D23-CACFA14041D1}"/>
              </a:ext>
            </a:extLst>
          </p:cNvPr>
          <p:cNvSpPr>
            <a:spLocks noGrp="1"/>
          </p:cNvSpPr>
          <p:nvPr>
            <p:ph type="sldNum" sz="quarter" idx="12"/>
          </p:nvPr>
        </p:nvSpPr>
        <p:spPr/>
        <p:txBody>
          <a:bodyPr/>
          <a:lstStyle/>
          <a:p>
            <a:fld id="{5E31CB7C-7CF6-4470-A464-958E112FE224}" type="slidenum">
              <a:rPr lang="es-ES" smtClean="0"/>
              <a:t>‹#›</a:t>
            </a:fld>
            <a:endParaRPr lang="es-ES"/>
          </a:p>
        </p:txBody>
      </p:sp>
    </p:spTree>
    <p:extLst>
      <p:ext uri="{BB962C8B-B14F-4D97-AF65-F5344CB8AC3E}">
        <p14:creationId xmlns:p14="http://schemas.microsoft.com/office/powerpoint/2010/main" val="1903194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67FC8B-DD57-4E14-AA6F-7697243338AF}"/>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1415874E-AE28-0AD1-55D7-F16A34411794}"/>
              </a:ext>
            </a:extLst>
          </p:cNvPr>
          <p:cNvSpPr>
            <a:spLocks noGrp="1"/>
          </p:cNvSpPr>
          <p:nvPr>
            <p:ph sz="half" idx="1"/>
          </p:nvPr>
        </p:nvSpPr>
        <p:spPr>
          <a:xfrm>
            <a:off x="1470452" y="8059374"/>
            <a:ext cx="9090065" cy="1920934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F2A7BB20-5338-FCAE-68D5-74A3250C4A9C}"/>
              </a:ext>
            </a:extLst>
          </p:cNvPr>
          <p:cNvSpPr>
            <a:spLocks noGrp="1"/>
          </p:cNvSpPr>
          <p:nvPr>
            <p:ph sz="half" idx="2"/>
          </p:nvPr>
        </p:nvSpPr>
        <p:spPr>
          <a:xfrm>
            <a:off x="10827871" y="8059374"/>
            <a:ext cx="9090065" cy="1920934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0E823691-AD57-7619-7B43-07D737D44EA9}"/>
              </a:ext>
            </a:extLst>
          </p:cNvPr>
          <p:cNvSpPr>
            <a:spLocks noGrp="1"/>
          </p:cNvSpPr>
          <p:nvPr>
            <p:ph type="dt" sz="half" idx="10"/>
          </p:nvPr>
        </p:nvSpPr>
        <p:spPr/>
        <p:txBody>
          <a:bodyPr/>
          <a:lstStyle/>
          <a:p>
            <a:fld id="{497E742A-A4A6-47C0-952F-D8347535E794}" type="datetimeFigureOut">
              <a:rPr lang="es-ES" smtClean="0"/>
              <a:t>07/01/2026</a:t>
            </a:fld>
            <a:endParaRPr lang="es-ES"/>
          </a:p>
        </p:txBody>
      </p:sp>
      <p:sp>
        <p:nvSpPr>
          <p:cNvPr id="6" name="Marcador de pie de página 5">
            <a:extLst>
              <a:ext uri="{FF2B5EF4-FFF2-40B4-BE49-F238E27FC236}">
                <a16:creationId xmlns:a16="http://schemas.microsoft.com/office/drawing/2014/main" id="{3529E8FA-1ECD-24B0-0D7A-515A6452423A}"/>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42107F7D-814E-FEEF-202D-031163F74CDD}"/>
              </a:ext>
            </a:extLst>
          </p:cNvPr>
          <p:cNvSpPr>
            <a:spLocks noGrp="1"/>
          </p:cNvSpPr>
          <p:nvPr>
            <p:ph type="sldNum" sz="quarter" idx="12"/>
          </p:nvPr>
        </p:nvSpPr>
        <p:spPr/>
        <p:txBody>
          <a:bodyPr/>
          <a:lstStyle/>
          <a:p>
            <a:fld id="{5E31CB7C-7CF6-4470-A464-958E112FE224}" type="slidenum">
              <a:rPr lang="es-ES" smtClean="0"/>
              <a:t>‹#›</a:t>
            </a:fld>
            <a:endParaRPr lang="es-ES"/>
          </a:p>
        </p:txBody>
      </p:sp>
    </p:spTree>
    <p:extLst>
      <p:ext uri="{BB962C8B-B14F-4D97-AF65-F5344CB8AC3E}">
        <p14:creationId xmlns:p14="http://schemas.microsoft.com/office/powerpoint/2010/main" val="2640814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3D9433-DCC0-A65E-C331-7FA569F9FA9D}"/>
              </a:ext>
            </a:extLst>
          </p:cNvPr>
          <p:cNvSpPr>
            <a:spLocks noGrp="1"/>
          </p:cNvSpPr>
          <p:nvPr>
            <p:ph type="title"/>
          </p:nvPr>
        </p:nvSpPr>
        <p:spPr>
          <a:xfrm>
            <a:off x="1473237" y="1611877"/>
            <a:ext cx="18447485" cy="5851808"/>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EF867188-2E04-AF0C-8137-93731A294BFF}"/>
              </a:ext>
            </a:extLst>
          </p:cNvPr>
          <p:cNvSpPr>
            <a:spLocks noGrp="1"/>
          </p:cNvSpPr>
          <p:nvPr>
            <p:ph type="body" idx="1"/>
          </p:nvPr>
        </p:nvSpPr>
        <p:spPr>
          <a:xfrm>
            <a:off x="1473238" y="7421634"/>
            <a:ext cx="9048290" cy="3637228"/>
          </a:xfrm>
        </p:spPr>
        <p:txBody>
          <a:bodyPr anchor="b"/>
          <a:lstStyle>
            <a:lvl1pPr marL="0" indent="0">
              <a:buNone/>
              <a:defRPr sz="4210" b="1"/>
            </a:lvl1pPr>
            <a:lvl2pPr marL="802066" indent="0">
              <a:buNone/>
              <a:defRPr sz="3509" b="1"/>
            </a:lvl2pPr>
            <a:lvl3pPr marL="1604132" indent="0">
              <a:buNone/>
              <a:defRPr sz="3158" b="1"/>
            </a:lvl3pPr>
            <a:lvl4pPr marL="2406198" indent="0">
              <a:buNone/>
              <a:defRPr sz="2807" b="1"/>
            </a:lvl4pPr>
            <a:lvl5pPr marL="3208264" indent="0">
              <a:buNone/>
              <a:defRPr sz="2807" b="1"/>
            </a:lvl5pPr>
            <a:lvl6pPr marL="4010330" indent="0">
              <a:buNone/>
              <a:defRPr sz="2807" b="1"/>
            </a:lvl6pPr>
            <a:lvl7pPr marL="4812396" indent="0">
              <a:buNone/>
              <a:defRPr sz="2807" b="1"/>
            </a:lvl7pPr>
            <a:lvl8pPr marL="5614462" indent="0">
              <a:buNone/>
              <a:defRPr sz="2807" b="1"/>
            </a:lvl8pPr>
            <a:lvl9pPr marL="6416528" indent="0">
              <a:buNone/>
              <a:defRPr sz="2807"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576C584-5E90-5832-8F1A-A1CB2C275559}"/>
              </a:ext>
            </a:extLst>
          </p:cNvPr>
          <p:cNvSpPr>
            <a:spLocks noGrp="1"/>
          </p:cNvSpPr>
          <p:nvPr>
            <p:ph sz="half" idx="2"/>
          </p:nvPr>
        </p:nvSpPr>
        <p:spPr>
          <a:xfrm>
            <a:off x="1473238" y="11058863"/>
            <a:ext cx="9048290" cy="1626592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79E89E3B-EDF9-F226-C05D-57B28E185402}"/>
              </a:ext>
            </a:extLst>
          </p:cNvPr>
          <p:cNvSpPr>
            <a:spLocks noGrp="1"/>
          </p:cNvSpPr>
          <p:nvPr>
            <p:ph type="body" sz="quarter" idx="3"/>
          </p:nvPr>
        </p:nvSpPr>
        <p:spPr>
          <a:xfrm>
            <a:off x="10827871" y="7421634"/>
            <a:ext cx="9092851" cy="3637228"/>
          </a:xfrm>
        </p:spPr>
        <p:txBody>
          <a:bodyPr anchor="b"/>
          <a:lstStyle>
            <a:lvl1pPr marL="0" indent="0">
              <a:buNone/>
              <a:defRPr sz="4210" b="1"/>
            </a:lvl1pPr>
            <a:lvl2pPr marL="802066" indent="0">
              <a:buNone/>
              <a:defRPr sz="3509" b="1"/>
            </a:lvl2pPr>
            <a:lvl3pPr marL="1604132" indent="0">
              <a:buNone/>
              <a:defRPr sz="3158" b="1"/>
            </a:lvl3pPr>
            <a:lvl4pPr marL="2406198" indent="0">
              <a:buNone/>
              <a:defRPr sz="2807" b="1"/>
            </a:lvl4pPr>
            <a:lvl5pPr marL="3208264" indent="0">
              <a:buNone/>
              <a:defRPr sz="2807" b="1"/>
            </a:lvl5pPr>
            <a:lvl6pPr marL="4010330" indent="0">
              <a:buNone/>
              <a:defRPr sz="2807" b="1"/>
            </a:lvl6pPr>
            <a:lvl7pPr marL="4812396" indent="0">
              <a:buNone/>
              <a:defRPr sz="2807" b="1"/>
            </a:lvl7pPr>
            <a:lvl8pPr marL="5614462" indent="0">
              <a:buNone/>
              <a:defRPr sz="2807" b="1"/>
            </a:lvl8pPr>
            <a:lvl9pPr marL="6416528" indent="0">
              <a:buNone/>
              <a:defRPr sz="2807"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BF5C7DB-9E6C-D63D-F201-D9FF6EF92DAC}"/>
              </a:ext>
            </a:extLst>
          </p:cNvPr>
          <p:cNvSpPr>
            <a:spLocks noGrp="1"/>
          </p:cNvSpPr>
          <p:nvPr>
            <p:ph sz="quarter" idx="4"/>
          </p:nvPr>
        </p:nvSpPr>
        <p:spPr>
          <a:xfrm>
            <a:off x="10827871" y="11058863"/>
            <a:ext cx="9092851" cy="1626592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E1F5E081-D995-4A40-9BDC-A56862281260}"/>
              </a:ext>
            </a:extLst>
          </p:cNvPr>
          <p:cNvSpPr>
            <a:spLocks noGrp="1"/>
          </p:cNvSpPr>
          <p:nvPr>
            <p:ph type="dt" sz="half" idx="10"/>
          </p:nvPr>
        </p:nvSpPr>
        <p:spPr/>
        <p:txBody>
          <a:bodyPr/>
          <a:lstStyle/>
          <a:p>
            <a:fld id="{497E742A-A4A6-47C0-952F-D8347535E794}" type="datetimeFigureOut">
              <a:rPr lang="es-ES" smtClean="0"/>
              <a:t>07/01/2026</a:t>
            </a:fld>
            <a:endParaRPr lang="es-ES"/>
          </a:p>
        </p:txBody>
      </p:sp>
      <p:sp>
        <p:nvSpPr>
          <p:cNvPr id="8" name="Marcador de pie de página 7">
            <a:extLst>
              <a:ext uri="{FF2B5EF4-FFF2-40B4-BE49-F238E27FC236}">
                <a16:creationId xmlns:a16="http://schemas.microsoft.com/office/drawing/2014/main" id="{634F45FC-B335-2DA5-7F71-2F3693515D2C}"/>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0E64B254-EF97-CA50-CED5-7EC499BEA6D8}"/>
              </a:ext>
            </a:extLst>
          </p:cNvPr>
          <p:cNvSpPr>
            <a:spLocks noGrp="1"/>
          </p:cNvSpPr>
          <p:nvPr>
            <p:ph type="sldNum" sz="quarter" idx="12"/>
          </p:nvPr>
        </p:nvSpPr>
        <p:spPr/>
        <p:txBody>
          <a:bodyPr/>
          <a:lstStyle/>
          <a:p>
            <a:fld id="{5E31CB7C-7CF6-4470-A464-958E112FE224}" type="slidenum">
              <a:rPr lang="es-ES" smtClean="0"/>
              <a:t>‹#›</a:t>
            </a:fld>
            <a:endParaRPr lang="es-ES"/>
          </a:p>
        </p:txBody>
      </p:sp>
    </p:spTree>
    <p:extLst>
      <p:ext uri="{BB962C8B-B14F-4D97-AF65-F5344CB8AC3E}">
        <p14:creationId xmlns:p14="http://schemas.microsoft.com/office/powerpoint/2010/main" val="969418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00C286-E270-D3CA-0413-056283460963}"/>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7E22CCEC-7ED9-55EA-D849-A5BB427E1EE7}"/>
              </a:ext>
            </a:extLst>
          </p:cNvPr>
          <p:cNvSpPr>
            <a:spLocks noGrp="1"/>
          </p:cNvSpPr>
          <p:nvPr>
            <p:ph type="dt" sz="half" idx="10"/>
          </p:nvPr>
        </p:nvSpPr>
        <p:spPr/>
        <p:txBody>
          <a:bodyPr/>
          <a:lstStyle/>
          <a:p>
            <a:fld id="{497E742A-A4A6-47C0-952F-D8347535E794}" type="datetimeFigureOut">
              <a:rPr lang="es-ES" smtClean="0"/>
              <a:t>07/01/2026</a:t>
            </a:fld>
            <a:endParaRPr lang="es-ES"/>
          </a:p>
        </p:txBody>
      </p:sp>
      <p:sp>
        <p:nvSpPr>
          <p:cNvPr id="4" name="Marcador de pie de página 3">
            <a:extLst>
              <a:ext uri="{FF2B5EF4-FFF2-40B4-BE49-F238E27FC236}">
                <a16:creationId xmlns:a16="http://schemas.microsoft.com/office/drawing/2014/main" id="{51590872-7354-8B8F-4D22-66117340A43B}"/>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F4B1613A-8425-899C-23F6-E4F157D4F633}"/>
              </a:ext>
            </a:extLst>
          </p:cNvPr>
          <p:cNvSpPr>
            <a:spLocks noGrp="1"/>
          </p:cNvSpPr>
          <p:nvPr>
            <p:ph type="sldNum" sz="quarter" idx="12"/>
          </p:nvPr>
        </p:nvSpPr>
        <p:spPr/>
        <p:txBody>
          <a:bodyPr/>
          <a:lstStyle/>
          <a:p>
            <a:fld id="{5E31CB7C-7CF6-4470-A464-958E112FE224}" type="slidenum">
              <a:rPr lang="es-ES" smtClean="0"/>
              <a:t>‹#›</a:t>
            </a:fld>
            <a:endParaRPr lang="es-ES"/>
          </a:p>
        </p:txBody>
      </p:sp>
    </p:spTree>
    <p:extLst>
      <p:ext uri="{BB962C8B-B14F-4D97-AF65-F5344CB8AC3E}">
        <p14:creationId xmlns:p14="http://schemas.microsoft.com/office/powerpoint/2010/main" val="925409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32E3C5D-AC94-CEC4-93B0-7F6C0F3E4C1E}"/>
              </a:ext>
            </a:extLst>
          </p:cNvPr>
          <p:cNvSpPr>
            <a:spLocks noGrp="1"/>
          </p:cNvSpPr>
          <p:nvPr>
            <p:ph type="dt" sz="half" idx="10"/>
          </p:nvPr>
        </p:nvSpPr>
        <p:spPr/>
        <p:txBody>
          <a:bodyPr/>
          <a:lstStyle/>
          <a:p>
            <a:fld id="{497E742A-A4A6-47C0-952F-D8347535E794}" type="datetimeFigureOut">
              <a:rPr lang="es-ES" smtClean="0"/>
              <a:t>07/01/2026</a:t>
            </a:fld>
            <a:endParaRPr lang="es-ES"/>
          </a:p>
        </p:txBody>
      </p:sp>
      <p:sp>
        <p:nvSpPr>
          <p:cNvPr id="3" name="Marcador de pie de página 2">
            <a:extLst>
              <a:ext uri="{FF2B5EF4-FFF2-40B4-BE49-F238E27FC236}">
                <a16:creationId xmlns:a16="http://schemas.microsoft.com/office/drawing/2014/main" id="{A2A91009-D927-CE38-D5BA-92E153C8AD32}"/>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08D2F2C1-E6BB-79F6-315A-5C6D159DA7AA}"/>
              </a:ext>
            </a:extLst>
          </p:cNvPr>
          <p:cNvSpPr>
            <a:spLocks noGrp="1"/>
          </p:cNvSpPr>
          <p:nvPr>
            <p:ph type="sldNum" sz="quarter" idx="12"/>
          </p:nvPr>
        </p:nvSpPr>
        <p:spPr/>
        <p:txBody>
          <a:bodyPr/>
          <a:lstStyle/>
          <a:p>
            <a:fld id="{5E31CB7C-7CF6-4470-A464-958E112FE224}" type="slidenum">
              <a:rPr lang="es-ES" smtClean="0"/>
              <a:t>‹#›</a:t>
            </a:fld>
            <a:endParaRPr lang="es-ES"/>
          </a:p>
        </p:txBody>
      </p:sp>
    </p:spTree>
    <p:extLst>
      <p:ext uri="{BB962C8B-B14F-4D97-AF65-F5344CB8AC3E}">
        <p14:creationId xmlns:p14="http://schemas.microsoft.com/office/powerpoint/2010/main" val="3771377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A6C1DC-37C1-4918-0E77-8F46BCE4B4A7}"/>
              </a:ext>
            </a:extLst>
          </p:cNvPr>
          <p:cNvSpPr>
            <a:spLocks noGrp="1"/>
          </p:cNvSpPr>
          <p:nvPr>
            <p:ph type="title"/>
          </p:nvPr>
        </p:nvSpPr>
        <p:spPr>
          <a:xfrm>
            <a:off x="1473238" y="2018348"/>
            <a:ext cx="6898311" cy="7064216"/>
          </a:xfrm>
        </p:spPr>
        <p:txBody>
          <a:bodyPr anchor="b"/>
          <a:lstStyle>
            <a:lvl1pPr>
              <a:defRPr sz="5614"/>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289B414F-5A3D-B584-20E2-286E20BCCB23}"/>
              </a:ext>
            </a:extLst>
          </p:cNvPr>
          <p:cNvSpPr>
            <a:spLocks noGrp="1"/>
          </p:cNvSpPr>
          <p:nvPr>
            <p:ph idx="1"/>
          </p:nvPr>
        </p:nvSpPr>
        <p:spPr>
          <a:xfrm>
            <a:off x="9092851" y="4359072"/>
            <a:ext cx="10827871" cy="21515024"/>
          </a:xfrm>
        </p:spPr>
        <p:txBody>
          <a:bodyPr/>
          <a:lstStyle>
            <a:lvl1pPr>
              <a:defRPr sz="5614"/>
            </a:lvl1pPr>
            <a:lvl2pPr>
              <a:defRPr sz="4912"/>
            </a:lvl2pPr>
            <a:lvl3pPr>
              <a:defRPr sz="4210"/>
            </a:lvl3pPr>
            <a:lvl4pPr>
              <a:defRPr sz="3509"/>
            </a:lvl4pPr>
            <a:lvl5pPr>
              <a:defRPr sz="3509"/>
            </a:lvl5pPr>
            <a:lvl6pPr>
              <a:defRPr sz="3509"/>
            </a:lvl6pPr>
            <a:lvl7pPr>
              <a:defRPr sz="3509"/>
            </a:lvl7pPr>
            <a:lvl8pPr>
              <a:defRPr sz="3509"/>
            </a:lvl8pPr>
            <a:lvl9pPr>
              <a:defRPr sz="3509"/>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1E1C2231-1063-952D-068D-FE87002564B5}"/>
              </a:ext>
            </a:extLst>
          </p:cNvPr>
          <p:cNvSpPr>
            <a:spLocks noGrp="1"/>
          </p:cNvSpPr>
          <p:nvPr>
            <p:ph type="body" sz="half" idx="2"/>
          </p:nvPr>
        </p:nvSpPr>
        <p:spPr>
          <a:xfrm>
            <a:off x="1473238" y="9082564"/>
            <a:ext cx="6898311" cy="16826573"/>
          </a:xfrm>
        </p:spPr>
        <p:txBody>
          <a:bodyPr/>
          <a:lstStyle>
            <a:lvl1pPr marL="0" indent="0">
              <a:buNone/>
              <a:defRPr sz="2807"/>
            </a:lvl1pPr>
            <a:lvl2pPr marL="802066" indent="0">
              <a:buNone/>
              <a:defRPr sz="2456"/>
            </a:lvl2pPr>
            <a:lvl3pPr marL="1604132" indent="0">
              <a:buNone/>
              <a:defRPr sz="2105"/>
            </a:lvl3pPr>
            <a:lvl4pPr marL="2406198" indent="0">
              <a:buNone/>
              <a:defRPr sz="1754"/>
            </a:lvl4pPr>
            <a:lvl5pPr marL="3208264" indent="0">
              <a:buNone/>
              <a:defRPr sz="1754"/>
            </a:lvl5pPr>
            <a:lvl6pPr marL="4010330" indent="0">
              <a:buNone/>
              <a:defRPr sz="1754"/>
            </a:lvl6pPr>
            <a:lvl7pPr marL="4812396" indent="0">
              <a:buNone/>
              <a:defRPr sz="1754"/>
            </a:lvl7pPr>
            <a:lvl8pPr marL="5614462" indent="0">
              <a:buNone/>
              <a:defRPr sz="1754"/>
            </a:lvl8pPr>
            <a:lvl9pPr marL="6416528" indent="0">
              <a:buNone/>
              <a:defRPr sz="1754"/>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24C0892-F7D9-6C8F-BC7D-617C2CE8567A}"/>
              </a:ext>
            </a:extLst>
          </p:cNvPr>
          <p:cNvSpPr>
            <a:spLocks noGrp="1"/>
          </p:cNvSpPr>
          <p:nvPr>
            <p:ph type="dt" sz="half" idx="10"/>
          </p:nvPr>
        </p:nvSpPr>
        <p:spPr/>
        <p:txBody>
          <a:bodyPr/>
          <a:lstStyle/>
          <a:p>
            <a:fld id="{497E742A-A4A6-47C0-952F-D8347535E794}" type="datetimeFigureOut">
              <a:rPr lang="es-ES" smtClean="0"/>
              <a:t>07/01/2026</a:t>
            </a:fld>
            <a:endParaRPr lang="es-ES"/>
          </a:p>
        </p:txBody>
      </p:sp>
      <p:sp>
        <p:nvSpPr>
          <p:cNvPr id="6" name="Marcador de pie de página 5">
            <a:extLst>
              <a:ext uri="{FF2B5EF4-FFF2-40B4-BE49-F238E27FC236}">
                <a16:creationId xmlns:a16="http://schemas.microsoft.com/office/drawing/2014/main" id="{0D774A29-C106-1F8A-4134-9D7EC22665F1}"/>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2480F80C-559C-2E6E-0EE8-93386DC6C69B}"/>
              </a:ext>
            </a:extLst>
          </p:cNvPr>
          <p:cNvSpPr>
            <a:spLocks noGrp="1"/>
          </p:cNvSpPr>
          <p:nvPr>
            <p:ph type="sldNum" sz="quarter" idx="12"/>
          </p:nvPr>
        </p:nvSpPr>
        <p:spPr/>
        <p:txBody>
          <a:bodyPr/>
          <a:lstStyle/>
          <a:p>
            <a:fld id="{5E31CB7C-7CF6-4470-A464-958E112FE224}" type="slidenum">
              <a:rPr lang="es-ES" smtClean="0"/>
              <a:t>‹#›</a:t>
            </a:fld>
            <a:endParaRPr lang="es-ES"/>
          </a:p>
        </p:txBody>
      </p:sp>
    </p:spTree>
    <p:extLst>
      <p:ext uri="{BB962C8B-B14F-4D97-AF65-F5344CB8AC3E}">
        <p14:creationId xmlns:p14="http://schemas.microsoft.com/office/powerpoint/2010/main" val="877963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627381-5879-CF8B-CD0C-0833168872F1}"/>
              </a:ext>
            </a:extLst>
          </p:cNvPr>
          <p:cNvSpPr>
            <a:spLocks noGrp="1"/>
          </p:cNvSpPr>
          <p:nvPr>
            <p:ph type="title"/>
          </p:nvPr>
        </p:nvSpPr>
        <p:spPr>
          <a:xfrm>
            <a:off x="1473238" y="2018348"/>
            <a:ext cx="6898311" cy="7064216"/>
          </a:xfrm>
        </p:spPr>
        <p:txBody>
          <a:bodyPr anchor="b"/>
          <a:lstStyle>
            <a:lvl1pPr>
              <a:defRPr sz="5614"/>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486E836E-326F-F24B-60EB-16EFF8749F24}"/>
              </a:ext>
            </a:extLst>
          </p:cNvPr>
          <p:cNvSpPr>
            <a:spLocks noGrp="1"/>
          </p:cNvSpPr>
          <p:nvPr>
            <p:ph type="pic" idx="1"/>
          </p:nvPr>
        </p:nvSpPr>
        <p:spPr>
          <a:xfrm>
            <a:off x="9092851" y="4359072"/>
            <a:ext cx="10827871" cy="21515024"/>
          </a:xfrm>
        </p:spPr>
        <p:txBody>
          <a:bodyPr/>
          <a:lstStyle>
            <a:lvl1pPr marL="0" indent="0">
              <a:buNone/>
              <a:defRPr sz="5614"/>
            </a:lvl1pPr>
            <a:lvl2pPr marL="802066" indent="0">
              <a:buNone/>
              <a:defRPr sz="4912"/>
            </a:lvl2pPr>
            <a:lvl3pPr marL="1604132" indent="0">
              <a:buNone/>
              <a:defRPr sz="4210"/>
            </a:lvl3pPr>
            <a:lvl4pPr marL="2406198" indent="0">
              <a:buNone/>
              <a:defRPr sz="3509"/>
            </a:lvl4pPr>
            <a:lvl5pPr marL="3208264" indent="0">
              <a:buNone/>
              <a:defRPr sz="3509"/>
            </a:lvl5pPr>
            <a:lvl6pPr marL="4010330" indent="0">
              <a:buNone/>
              <a:defRPr sz="3509"/>
            </a:lvl6pPr>
            <a:lvl7pPr marL="4812396" indent="0">
              <a:buNone/>
              <a:defRPr sz="3509"/>
            </a:lvl7pPr>
            <a:lvl8pPr marL="5614462" indent="0">
              <a:buNone/>
              <a:defRPr sz="3509"/>
            </a:lvl8pPr>
            <a:lvl9pPr marL="6416528" indent="0">
              <a:buNone/>
              <a:defRPr sz="3509"/>
            </a:lvl9pPr>
          </a:lstStyle>
          <a:p>
            <a:endParaRPr lang="es-ES"/>
          </a:p>
        </p:txBody>
      </p:sp>
      <p:sp>
        <p:nvSpPr>
          <p:cNvPr id="4" name="Marcador de texto 3">
            <a:extLst>
              <a:ext uri="{FF2B5EF4-FFF2-40B4-BE49-F238E27FC236}">
                <a16:creationId xmlns:a16="http://schemas.microsoft.com/office/drawing/2014/main" id="{667990CA-B12C-EB10-8DFB-15FCF675E162}"/>
              </a:ext>
            </a:extLst>
          </p:cNvPr>
          <p:cNvSpPr>
            <a:spLocks noGrp="1"/>
          </p:cNvSpPr>
          <p:nvPr>
            <p:ph type="body" sz="half" idx="2"/>
          </p:nvPr>
        </p:nvSpPr>
        <p:spPr>
          <a:xfrm>
            <a:off x="1473238" y="9082564"/>
            <a:ext cx="6898311" cy="16826573"/>
          </a:xfrm>
        </p:spPr>
        <p:txBody>
          <a:bodyPr/>
          <a:lstStyle>
            <a:lvl1pPr marL="0" indent="0">
              <a:buNone/>
              <a:defRPr sz="2807"/>
            </a:lvl1pPr>
            <a:lvl2pPr marL="802066" indent="0">
              <a:buNone/>
              <a:defRPr sz="2456"/>
            </a:lvl2pPr>
            <a:lvl3pPr marL="1604132" indent="0">
              <a:buNone/>
              <a:defRPr sz="2105"/>
            </a:lvl3pPr>
            <a:lvl4pPr marL="2406198" indent="0">
              <a:buNone/>
              <a:defRPr sz="1754"/>
            </a:lvl4pPr>
            <a:lvl5pPr marL="3208264" indent="0">
              <a:buNone/>
              <a:defRPr sz="1754"/>
            </a:lvl5pPr>
            <a:lvl6pPr marL="4010330" indent="0">
              <a:buNone/>
              <a:defRPr sz="1754"/>
            </a:lvl6pPr>
            <a:lvl7pPr marL="4812396" indent="0">
              <a:buNone/>
              <a:defRPr sz="1754"/>
            </a:lvl7pPr>
            <a:lvl8pPr marL="5614462" indent="0">
              <a:buNone/>
              <a:defRPr sz="1754"/>
            </a:lvl8pPr>
            <a:lvl9pPr marL="6416528" indent="0">
              <a:buNone/>
              <a:defRPr sz="1754"/>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222822E-9A18-DA19-7F02-37DD073EB328}"/>
              </a:ext>
            </a:extLst>
          </p:cNvPr>
          <p:cNvSpPr>
            <a:spLocks noGrp="1"/>
          </p:cNvSpPr>
          <p:nvPr>
            <p:ph type="dt" sz="half" idx="10"/>
          </p:nvPr>
        </p:nvSpPr>
        <p:spPr/>
        <p:txBody>
          <a:bodyPr/>
          <a:lstStyle/>
          <a:p>
            <a:fld id="{497E742A-A4A6-47C0-952F-D8347535E794}" type="datetimeFigureOut">
              <a:rPr lang="es-ES" smtClean="0"/>
              <a:t>07/01/2026</a:t>
            </a:fld>
            <a:endParaRPr lang="es-ES"/>
          </a:p>
        </p:txBody>
      </p:sp>
      <p:sp>
        <p:nvSpPr>
          <p:cNvPr id="6" name="Marcador de pie de página 5">
            <a:extLst>
              <a:ext uri="{FF2B5EF4-FFF2-40B4-BE49-F238E27FC236}">
                <a16:creationId xmlns:a16="http://schemas.microsoft.com/office/drawing/2014/main" id="{5F352E66-2EDE-F75E-9F17-A70209F0B1EF}"/>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3D28FF0E-5822-E1BB-4425-38829ADB586F}"/>
              </a:ext>
            </a:extLst>
          </p:cNvPr>
          <p:cNvSpPr>
            <a:spLocks noGrp="1"/>
          </p:cNvSpPr>
          <p:nvPr>
            <p:ph type="sldNum" sz="quarter" idx="12"/>
          </p:nvPr>
        </p:nvSpPr>
        <p:spPr/>
        <p:txBody>
          <a:bodyPr/>
          <a:lstStyle/>
          <a:p>
            <a:fld id="{5E31CB7C-7CF6-4470-A464-958E112FE224}" type="slidenum">
              <a:rPr lang="es-ES" smtClean="0"/>
              <a:t>‹#›</a:t>
            </a:fld>
            <a:endParaRPr lang="es-ES"/>
          </a:p>
        </p:txBody>
      </p:sp>
    </p:spTree>
    <p:extLst>
      <p:ext uri="{BB962C8B-B14F-4D97-AF65-F5344CB8AC3E}">
        <p14:creationId xmlns:p14="http://schemas.microsoft.com/office/powerpoint/2010/main" val="36861884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4DCD1C-1760-9E3E-A3FA-F20E072E9018}"/>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CC8B085C-CDE1-18B6-0DFA-3CBD6AF6423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BBB9552A-263D-FC98-23A2-3E4B9DB96D50}"/>
              </a:ext>
            </a:extLst>
          </p:cNvPr>
          <p:cNvSpPr>
            <a:spLocks noGrp="1"/>
          </p:cNvSpPr>
          <p:nvPr>
            <p:ph type="dt" sz="half" idx="10"/>
          </p:nvPr>
        </p:nvSpPr>
        <p:spPr/>
        <p:txBody>
          <a:bodyPr/>
          <a:lstStyle/>
          <a:p>
            <a:fld id="{497E742A-A4A6-47C0-952F-D8347535E794}" type="datetimeFigureOut">
              <a:rPr lang="es-ES" smtClean="0"/>
              <a:t>07/01/2026</a:t>
            </a:fld>
            <a:endParaRPr lang="es-ES"/>
          </a:p>
        </p:txBody>
      </p:sp>
      <p:sp>
        <p:nvSpPr>
          <p:cNvPr id="5" name="Marcador de pie de página 4">
            <a:extLst>
              <a:ext uri="{FF2B5EF4-FFF2-40B4-BE49-F238E27FC236}">
                <a16:creationId xmlns:a16="http://schemas.microsoft.com/office/drawing/2014/main" id="{9A7006DC-B164-E5D4-4338-31FAFB564D0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036D349C-F31F-2052-FDB1-EC00E0FF2533}"/>
              </a:ext>
            </a:extLst>
          </p:cNvPr>
          <p:cNvSpPr>
            <a:spLocks noGrp="1"/>
          </p:cNvSpPr>
          <p:nvPr>
            <p:ph type="sldNum" sz="quarter" idx="12"/>
          </p:nvPr>
        </p:nvSpPr>
        <p:spPr/>
        <p:txBody>
          <a:bodyPr/>
          <a:lstStyle/>
          <a:p>
            <a:fld id="{5E31CB7C-7CF6-4470-A464-958E112FE224}" type="slidenum">
              <a:rPr lang="es-ES" smtClean="0"/>
              <a:t>‹#›</a:t>
            </a:fld>
            <a:endParaRPr lang="es-ES"/>
          </a:p>
        </p:txBody>
      </p:sp>
    </p:spTree>
    <p:extLst>
      <p:ext uri="{BB962C8B-B14F-4D97-AF65-F5344CB8AC3E}">
        <p14:creationId xmlns:p14="http://schemas.microsoft.com/office/powerpoint/2010/main" val="16057677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275794C-91A7-C5C8-7FC2-7200293E112A}"/>
              </a:ext>
            </a:extLst>
          </p:cNvPr>
          <p:cNvSpPr>
            <a:spLocks noGrp="1"/>
          </p:cNvSpPr>
          <p:nvPr>
            <p:ph type="title" orient="vert"/>
          </p:nvPr>
        </p:nvSpPr>
        <p:spPr>
          <a:xfrm>
            <a:off x="15306065" y="1611875"/>
            <a:ext cx="4611871" cy="25656844"/>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A703EEA8-8FC7-8A98-215F-AA1BD5A85C30}"/>
              </a:ext>
            </a:extLst>
          </p:cNvPr>
          <p:cNvSpPr>
            <a:spLocks noGrp="1"/>
          </p:cNvSpPr>
          <p:nvPr>
            <p:ph type="body" orient="vert" idx="1"/>
          </p:nvPr>
        </p:nvSpPr>
        <p:spPr>
          <a:xfrm>
            <a:off x="1470451" y="1611875"/>
            <a:ext cx="13568259" cy="2565684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A9EBFDB-15F7-7124-2048-D0830D3947BB}"/>
              </a:ext>
            </a:extLst>
          </p:cNvPr>
          <p:cNvSpPr>
            <a:spLocks noGrp="1"/>
          </p:cNvSpPr>
          <p:nvPr>
            <p:ph type="dt" sz="half" idx="10"/>
          </p:nvPr>
        </p:nvSpPr>
        <p:spPr/>
        <p:txBody>
          <a:bodyPr/>
          <a:lstStyle/>
          <a:p>
            <a:fld id="{497E742A-A4A6-47C0-952F-D8347535E794}" type="datetimeFigureOut">
              <a:rPr lang="es-ES" smtClean="0"/>
              <a:t>07/01/2026</a:t>
            </a:fld>
            <a:endParaRPr lang="es-ES"/>
          </a:p>
        </p:txBody>
      </p:sp>
      <p:sp>
        <p:nvSpPr>
          <p:cNvPr id="5" name="Marcador de pie de página 4">
            <a:extLst>
              <a:ext uri="{FF2B5EF4-FFF2-40B4-BE49-F238E27FC236}">
                <a16:creationId xmlns:a16="http://schemas.microsoft.com/office/drawing/2014/main" id="{7670D036-D0DC-F3D4-5F4E-8B0A2D83DF6C}"/>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EA8DFB2-6AD3-BD4B-0753-F2B6F77E3461}"/>
              </a:ext>
            </a:extLst>
          </p:cNvPr>
          <p:cNvSpPr>
            <a:spLocks noGrp="1"/>
          </p:cNvSpPr>
          <p:nvPr>
            <p:ph type="sldNum" sz="quarter" idx="12"/>
          </p:nvPr>
        </p:nvSpPr>
        <p:spPr/>
        <p:txBody>
          <a:bodyPr/>
          <a:lstStyle/>
          <a:p>
            <a:fld id="{5E31CB7C-7CF6-4470-A464-958E112FE224}" type="slidenum">
              <a:rPr lang="es-ES" smtClean="0"/>
              <a:t>‹#›</a:t>
            </a:fld>
            <a:endParaRPr lang="es-ES"/>
          </a:p>
        </p:txBody>
      </p:sp>
    </p:spTree>
    <p:extLst>
      <p:ext uri="{BB962C8B-B14F-4D97-AF65-F5344CB8AC3E}">
        <p14:creationId xmlns:p14="http://schemas.microsoft.com/office/powerpoint/2010/main" val="37984710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A1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40616" y="5365571"/>
            <a:ext cx="10101856"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49463" y="4842926"/>
            <a:ext cx="10093882" cy="566030"/>
          </a:xfrm>
          <a:prstGeom prst="rect">
            <a:avLst/>
          </a:prstGeom>
          <a:solidFill>
            <a:schemeClr val="accent5">
              <a:lumMod val="50000"/>
            </a:schemeClr>
          </a:solidFill>
        </p:spPr>
        <p:txBody>
          <a:bodyPr wrap="square" lIns="63307" tIns="63307" rIns="63307" bIns="63307"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49461" y="13071318"/>
            <a:ext cx="10096349" cy="566030"/>
          </a:xfrm>
          <a:prstGeom prst="rect">
            <a:avLst/>
          </a:prstGeom>
          <a:solidFill>
            <a:schemeClr val="accent5">
              <a:lumMod val="50000"/>
            </a:schemeClr>
          </a:solidFill>
        </p:spPr>
        <p:txBody>
          <a:bodyPr wrap="square" lIns="63307" tIns="63307" rIns="63307" bIns="63307"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OBJECTIVES</a:t>
            </a:r>
          </a:p>
        </p:txBody>
      </p:sp>
      <p:sp>
        <p:nvSpPr>
          <p:cNvPr id="25" name="Text Placeholder 5"/>
          <p:cNvSpPr>
            <a:spLocks noGrp="1"/>
          </p:cNvSpPr>
          <p:nvPr>
            <p:ph type="body" sz="quarter" idx="25" hasCustomPrompt="1"/>
          </p:nvPr>
        </p:nvSpPr>
        <p:spPr>
          <a:xfrm>
            <a:off x="10846594" y="4842926"/>
            <a:ext cx="10093752" cy="566030"/>
          </a:xfrm>
          <a:prstGeom prst="rect">
            <a:avLst/>
          </a:prstGeom>
          <a:solidFill>
            <a:schemeClr val="accent5">
              <a:lumMod val="50000"/>
            </a:schemeClr>
          </a:solidFill>
        </p:spPr>
        <p:txBody>
          <a:bodyPr wrap="square" lIns="63307" tIns="63307" rIns="63307" bIns="63307"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10846594" y="5365571"/>
            <a:ext cx="10093752"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0846595" y="13087287"/>
            <a:ext cx="10090978" cy="566030"/>
          </a:xfrm>
          <a:prstGeom prst="rect">
            <a:avLst/>
          </a:prstGeom>
          <a:solidFill>
            <a:schemeClr val="accent5">
              <a:lumMod val="50000"/>
            </a:schemeClr>
          </a:solidFill>
        </p:spPr>
        <p:txBody>
          <a:bodyPr wrap="square" lIns="63307" tIns="63307" rIns="63307" bIns="63307"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10842726" y="13648379"/>
            <a:ext cx="10094847"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0854419" y="23617471"/>
            <a:ext cx="10085926" cy="566030"/>
          </a:xfrm>
          <a:prstGeom prst="rect">
            <a:avLst/>
          </a:prstGeom>
          <a:solidFill>
            <a:schemeClr val="accent5">
              <a:lumMod val="50000"/>
            </a:schemeClr>
          </a:solidFill>
        </p:spPr>
        <p:txBody>
          <a:bodyPr wrap="square" lIns="63307" tIns="63307" rIns="63307" bIns="63307"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0846595" y="24192709"/>
            <a:ext cx="10090978"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40616" y="13633726"/>
            <a:ext cx="10102728"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2890078" y="2591044"/>
            <a:ext cx="15608232" cy="586791"/>
          </a:xfrm>
          <a:prstGeom prst="rect">
            <a:avLst/>
          </a:prstGeom>
        </p:spPr>
        <p:txBody>
          <a:bodyPr lIns="54681" tIns="27341" rIns="54681" bIns="27341">
            <a:normAutofit/>
          </a:bodyPr>
          <a:lstStyle>
            <a:lvl1pPr marL="0" indent="0" algn="ctr">
              <a:buFontTx/>
              <a:buNone/>
              <a:defRPr sz="2400">
                <a:solidFill>
                  <a:schemeClr val="bg1"/>
                </a:solidFill>
                <a:latin typeface="Century Gothic" panose="020B0502020202020204" pitchFamily="34" charset="0"/>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79" name="Text Placeholder 76"/>
          <p:cNvSpPr>
            <a:spLocks noGrp="1"/>
          </p:cNvSpPr>
          <p:nvPr>
            <p:ph type="body" sz="quarter" idx="151" hasCustomPrompt="1"/>
          </p:nvPr>
        </p:nvSpPr>
        <p:spPr>
          <a:xfrm>
            <a:off x="2890078" y="1644072"/>
            <a:ext cx="15608232" cy="769233"/>
          </a:xfrm>
          <a:prstGeom prst="rect">
            <a:avLst/>
          </a:prstGeom>
        </p:spPr>
        <p:txBody>
          <a:bodyPr lIns="54681" tIns="27341" rIns="54681" bIns="27341" anchor="t" anchorCtr="1">
            <a:normAutofit/>
          </a:bodyPr>
          <a:lstStyle>
            <a:lvl1pPr marL="0" indent="0" algn="ctr">
              <a:buFontTx/>
              <a:buNone/>
              <a:defRPr sz="3600">
                <a:solidFill>
                  <a:schemeClr val="bg1"/>
                </a:solidFill>
                <a:latin typeface="Century Gothic" panose="020B0502020202020204" pitchFamily="34" charset="0"/>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80" name="Text Placeholder 76"/>
          <p:cNvSpPr>
            <a:spLocks noGrp="1"/>
          </p:cNvSpPr>
          <p:nvPr>
            <p:ph type="body" sz="quarter" idx="153" hasCustomPrompt="1"/>
          </p:nvPr>
        </p:nvSpPr>
        <p:spPr>
          <a:xfrm>
            <a:off x="2890078" y="348659"/>
            <a:ext cx="15608232" cy="1117674"/>
          </a:xfrm>
          <a:prstGeom prst="rect">
            <a:avLst/>
          </a:prstGeom>
        </p:spPr>
        <p:txBody>
          <a:bodyPr lIns="54681" tIns="27341" rIns="54681" bIns="27341" anchor="t" anchorCtr="1">
            <a:normAutofit/>
          </a:bodyPr>
          <a:lstStyle>
            <a:lvl1pPr marL="0" indent="0" algn="ctr">
              <a:buFontTx/>
              <a:buNone/>
              <a:defRPr sz="5400" b="1">
                <a:solidFill>
                  <a:schemeClr val="bg1"/>
                </a:solidFill>
                <a:latin typeface="Century Gothic" panose="020B0502020202020204" pitchFamily="34" charset="0"/>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extLst>
      <p:ext uri="{BB962C8B-B14F-4D97-AF65-F5344CB8AC3E}">
        <p14:creationId xmlns:p14="http://schemas.microsoft.com/office/powerpoint/2010/main" val="3501417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3.xml"/><Relationship Id="rId18" Type="http://schemas.openxmlformats.org/officeDocument/2006/relationships/hyperlink" Target="https://www.posterpresentations.com/how-to-change-the-research-poster-template-colors.html" TargetMode="Externa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image" Target="../media/image4.png"/><Relationship Id="rId2" Type="http://schemas.openxmlformats.org/officeDocument/2006/relationships/slideLayout" Target="../slideLayouts/slideLayout4.xml"/><Relationship Id="rId16" Type="http://schemas.openxmlformats.org/officeDocument/2006/relationships/image" Target="../media/image3.png"/><Relationship Id="rId20" Type="http://schemas.openxmlformats.org/officeDocument/2006/relationships/image" Target="../media/image6.png"/><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image" Target="../media/image2.png"/><Relationship Id="rId10" Type="http://schemas.openxmlformats.org/officeDocument/2006/relationships/slideLayout" Target="../slideLayouts/slideLayout12.xml"/><Relationship Id="rId19" Type="http://schemas.openxmlformats.org/officeDocument/2006/relationships/image" Target="../media/image5.png"/><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32A2D4-7911-61B6-0348-5C9DF3FF9C09}"/>
              </a:ext>
            </a:extLst>
          </p:cNvPr>
          <p:cNvSpPr/>
          <p:nvPr userDrawn="1"/>
        </p:nvSpPr>
        <p:spPr>
          <a:xfrm>
            <a:off x="-1" y="29433838"/>
            <a:ext cx="21388387" cy="841375"/>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Box 14"/>
          <p:cNvSpPr txBox="1">
            <a:spLocks noChangeArrowheads="1"/>
          </p:cNvSpPr>
          <p:nvPr/>
        </p:nvSpPr>
        <p:spPr bwMode="auto">
          <a:xfrm>
            <a:off x="577515" y="29739208"/>
            <a:ext cx="1578661" cy="230633"/>
          </a:xfrm>
          <a:prstGeom prst="rect">
            <a:avLst/>
          </a:prstGeom>
          <a:noFill/>
          <a:ln w="9525">
            <a:noFill/>
            <a:miter lim="800000"/>
            <a:headEnd/>
            <a:tailEnd/>
          </a:ln>
          <a:effectLst/>
        </p:spPr>
        <p:txBody>
          <a:bodyPr wrap="square" lIns="63187" tIns="31588" rIns="63187" bIns="31588">
            <a:spAutoFit/>
          </a:bodyPr>
          <a:lstStyle/>
          <a:p>
            <a:pPr eaLnBrk="0" hangingPunct="0">
              <a:lnSpc>
                <a:spcPct val="65000"/>
              </a:lnSpc>
              <a:spcBef>
                <a:spcPct val="50000"/>
              </a:spcBef>
              <a:defRPr/>
            </a:pPr>
            <a:r>
              <a:rPr lang="en-US" sz="400" b="1" dirty="0">
                <a:solidFill>
                  <a:schemeClr val="bg1">
                    <a:lumMod val="75000"/>
                  </a:schemeClr>
                </a:solidFill>
                <a:latin typeface="Arial" charset="0"/>
              </a:rPr>
              <a:t>RESEARCH POSTER PRESENTATION DESIGN © 2022</a:t>
            </a:r>
          </a:p>
          <a:p>
            <a:pPr eaLnBrk="0" hangingPunct="0">
              <a:lnSpc>
                <a:spcPct val="65000"/>
              </a:lnSpc>
              <a:spcBef>
                <a:spcPct val="50000"/>
              </a:spcBef>
              <a:defRPr/>
            </a:pPr>
            <a:r>
              <a:rPr lang="en-US" sz="700" b="1" dirty="0">
                <a:solidFill>
                  <a:schemeClr val="bg1">
                    <a:lumMod val="75000"/>
                  </a:schemeClr>
                </a:solidFill>
                <a:latin typeface="Arial" charset="0"/>
              </a:rPr>
              <a:t>www.PosterPresentations.com</a:t>
            </a:r>
          </a:p>
        </p:txBody>
      </p:sp>
      <p:graphicFrame>
        <p:nvGraphicFramePr>
          <p:cNvPr id="3" name="Table 2">
            <a:extLst>
              <a:ext uri="{FF2B5EF4-FFF2-40B4-BE49-F238E27FC236}">
                <a16:creationId xmlns:a16="http://schemas.microsoft.com/office/drawing/2014/main" id="{C74784A8-6F25-7449-9CCF-614BC1946BC7}"/>
              </a:ext>
            </a:extLst>
          </p:cNvPr>
          <p:cNvGraphicFramePr>
            <a:graphicFrameLocks noGrp="1"/>
          </p:cNvGraphicFramePr>
          <p:nvPr userDrawn="1">
            <p:extLst>
              <p:ext uri="{D42A27DB-BD31-4B8C-83A1-F6EECF244321}">
                <p14:modId xmlns:p14="http://schemas.microsoft.com/office/powerpoint/2010/main" val="1988771644"/>
              </p:ext>
            </p:extLst>
          </p:nvPr>
        </p:nvGraphicFramePr>
        <p:xfrm>
          <a:off x="-8726467" y="34253"/>
          <a:ext cx="8117859" cy="30210616"/>
        </p:xfrm>
        <a:graphic>
          <a:graphicData uri="http://schemas.openxmlformats.org/drawingml/2006/table">
            <a:tbl>
              <a:tblPr firstRow="1" bandRow="1">
                <a:tableStyleId>{5C22544A-7EE6-4342-B048-85BDC9FD1C3A}</a:tableStyleId>
              </a:tblPr>
              <a:tblGrid>
                <a:gridCol w="3480873">
                  <a:extLst>
                    <a:ext uri="{9D8B030D-6E8A-4147-A177-3AD203B41FA5}">
                      <a16:colId xmlns:a16="http://schemas.microsoft.com/office/drawing/2014/main" val="20000"/>
                    </a:ext>
                  </a:extLst>
                </a:gridCol>
                <a:gridCol w="4636986">
                  <a:extLst>
                    <a:ext uri="{9D8B030D-6E8A-4147-A177-3AD203B41FA5}">
                      <a16:colId xmlns:a16="http://schemas.microsoft.com/office/drawing/2014/main" val="20001"/>
                    </a:ext>
                  </a:extLst>
                </a:gridCol>
              </a:tblGrid>
              <a:tr h="1170739">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200" b="0" spc="600" dirty="0">
                          <a:solidFill>
                            <a:srgbClr val="1F3A4E"/>
                          </a:solidFill>
                          <a:latin typeface="Arial Black" panose="020B0A04020102020204" pitchFamily="34" charset="0"/>
                        </a:rPr>
                        <a:t>QUICK START GUIDE</a:t>
                      </a:r>
                      <a:br>
                        <a:rPr lang="en-US" sz="3200" b="0" spc="600" dirty="0">
                          <a:solidFill>
                            <a:srgbClr val="1F3A4E"/>
                          </a:solidFill>
                          <a:latin typeface="Arial Black" panose="020B0A04020102020204" pitchFamily="34" charset="0"/>
                        </a:rPr>
                      </a:br>
                      <a:r>
                        <a:rPr lang="en-US" sz="2400" b="1" spc="0" dirty="0">
                          <a:solidFill>
                            <a:srgbClr val="FF0000"/>
                          </a:solidFill>
                          <a:latin typeface="Trebuchet MS" pitchFamily="34" charset="0"/>
                        </a:rPr>
                        <a:t>(THIS SIDEBAR WILL NOT PRINT)</a:t>
                      </a:r>
                      <a:endParaRPr lang="en-US" sz="32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3598933">
                <a:tc gridSpan="2">
                  <a:txBody>
                    <a:bodyPr/>
                    <a:lstStyle/>
                    <a:p>
                      <a:pPr defTabSz="3765639"/>
                      <a:r>
                        <a:rPr lang="en-US" sz="1800" i="0" dirty="0">
                          <a:solidFill>
                            <a:srgbClr val="D9D9D9"/>
                          </a:solidFill>
                          <a:latin typeface="Arial"/>
                          <a:cs typeface="Arial"/>
                        </a:rPr>
                        <a:t>This PowerPoint template produces a </a:t>
                      </a:r>
                      <a:r>
                        <a:rPr lang="en-US" sz="1800" i="0" dirty="0">
                          <a:solidFill>
                            <a:srgbClr val="FFC000"/>
                          </a:solidFill>
                          <a:latin typeface="Arial"/>
                          <a:cs typeface="Arial"/>
                        </a:rPr>
                        <a:t>A1 </a:t>
                      </a:r>
                      <a:r>
                        <a:rPr lang="en-US" sz="18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1800" i="0" dirty="0">
                        <a:solidFill>
                          <a:srgbClr val="D9D9D9"/>
                        </a:solidFill>
                        <a:latin typeface="Arial"/>
                        <a:cs typeface="Arial"/>
                      </a:endParaRPr>
                    </a:p>
                    <a:p>
                      <a:pPr defTabSz="3765639"/>
                      <a:r>
                        <a:rPr lang="en-US" sz="18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1800" i="0" dirty="0" err="1">
                          <a:solidFill>
                            <a:srgbClr val="FFC000"/>
                          </a:solidFill>
                          <a:latin typeface="Arial"/>
                          <a:cs typeface="Arial"/>
                        </a:rPr>
                        <a:t>PosterPresentations.com</a:t>
                      </a:r>
                      <a:r>
                        <a:rPr lang="en-US" sz="1800" i="0" dirty="0">
                          <a:solidFill>
                            <a:srgbClr val="D9D9D9"/>
                          </a:solidFill>
                          <a:latin typeface="Arial"/>
                          <a:cs typeface="Arial"/>
                        </a:rPr>
                        <a:t> and click on the  </a:t>
                      </a:r>
                      <a:r>
                        <a:rPr lang="en-US" sz="1800" i="0" dirty="0">
                          <a:solidFill>
                            <a:srgbClr val="FFC000"/>
                          </a:solidFill>
                          <a:latin typeface="Arial"/>
                          <a:cs typeface="Arial"/>
                        </a:rPr>
                        <a:t>HELP DESK</a:t>
                      </a:r>
                      <a:r>
                        <a:rPr lang="en-US" sz="1800" i="0" baseline="0" dirty="0">
                          <a:solidFill>
                            <a:srgbClr val="D9D9D9"/>
                          </a:solidFill>
                          <a:latin typeface="Arial"/>
                          <a:cs typeface="Arial"/>
                        </a:rPr>
                        <a:t> </a:t>
                      </a:r>
                      <a:r>
                        <a:rPr lang="en-US" sz="1800" i="0" dirty="0">
                          <a:solidFill>
                            <a:srgbClr val="D9D9D9"/>
                          </a:solidFill>
                          <a:latin typeface="Arial"/>
                          <a:cs typeface="Arial"/>
                        </a:rPr>
                        <a:t>tab.</a:t>
                      </a:r>
                    </a:p>
                    <a:p>
                      <a:pPr defTabSz="3765639"/>
                      <a:endParaRPr lang="en-US" sz="1800" i="0" dirty="0">
                        <a:solidFill>
                          <a:srgbClr val="D9D9D9"/>
                        </a:solidFill>
                        <a:latin typeface="Arial"/>
                        <a:cs typeface="Arial"/>
                      </a:endParaRPr>
                    </a:p>
                    <a:p>
                      <a:pPr defTabSz="3765639"/>
                      <a:r>
                        <a:rPr lang="en-US" sz="1800" i="0" dirty="0">
                          <a:solidFill>
                            <a:srgbClr val="D9D9D9"/>
                          </a:solidFill>
                          <a:latin typeface="Arial"/>
                          <a:cs typeface="Arial"/>
                        </a:rPr>
                        <a:t>To print your poster using our same-day professional printing service, go online to </a:t>
                      </a:r>
                      <a:r>
                        <a:rPr lang="en-US" sz="1800" i="0" dirty="0" err="1">
                          <a:solidFill>
                            <a:srgbClr val="FFC000"/>
                          </a:solidFill>
                          <a:latin typeface="Arial"/>
                          <a:cs typeface="Arial"/>
                        </a:rPr>
                        <a:t>PosterPresentations.com</a:t>
                      </a:r>
                      <a:r>
                        <a:rPr lang="en-US" sz="1800" i="0" dirty="0">
                          <a:solidFill>
                            <a:srgbClr val="D9D9D9"/>
                          </a:solidFill>
                          <a:latin typeface="Arial"/>
                          <a:cs typeface="Arial"/>
                        </a:rPr>
                        <a:t> and click on "</a:t>
                      </a:r>
                      <a:r>
                        <a:rPr lang="en-US" sz="1800" i="0" dirty="0">
                          <a:solidFill>
                            <a:srgbClr val="FFC000"/>
                          </a:solidFill>
                          <a:latin typeface="Arial"/>
                          <a:cs typeface="Arial"/>
                        </a:rPr>
                        <a:t>Order your poster</a:t>
                      </a:r>
                      <a:r>
                        <a:rPr lang="en-US" sz="1800" i="0" dirty="0">
                          <a:solidFill>
                            <a:srgbClr val="D9D9D9"/>
                          </a:solidFill>
                          <a:latin typeface="Arial"/>
                          <a:cs typeface="Arial"/>
                        </a:rPr>
                        <a:t>".</a:t>
                      </a:r>
                      <a:endParaRPr lang="en-US" sz="18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292704">
                <a:tc>
                  <a:txBody>
                    <a:bodyPr/>
                    <a:lstStyle/>
                    <a:p>
                      <a:pPr algn="ctr"/>
                      <a:endParaRPr lang="en-US" sz="1800" dirty="0">
                        <a:solidFill>
                          <a:srgbClr val="1F3A4E"/>
                        </a:solidFill>
                      </a:endParaRPr>
                    </a:p>
                    <a:p>
                      <a:pPr algn="ctr"/>
                      <a:endParaRPr lang="en-US" sz="1800" dirty="0">
                        <a:solidFill>
                          <a:srgbClr val="1F3A4E"/>
                        </a:solidFill>
                      </a:endParaRPr>
                    </a:p>
                    <a:p>
                      <a:pPr algn="ctr"/>
                      <a:r>
                        <a:rPr lang="en-US" sz="1800" dirty="0">
                          <a:solidFill>
                            <a:schemeClr val="bg1"/>
                          </a:solidFill>
                          <a:latin typeface="Arial" panose="020B0604020202020204" pitchFamily="34" charset="0"/>
                          <a:cs typeface="Arial" panose="020B0604020202020204" pitchFamily="34" charset="0"/>
                        </a:rPr>
                        <a:t>This is a poster template for a </a:t>
                      </a:r>
                      <a:br>
                        <a:rPr lang="en-US" sz="1800" dirty="0">
                          <a:solidFill>
                            <a:schemeClr val="bg1"/>
                          </a:solidFill>
                          <a:latin typeface="Arial" panose="020B0604020202020204" pitchFamily="34" charset="0"/>
                          <a:cs typeface="Arial" panose="020B0604020202020204" pitchFamily="34" charset="0"/>
                        </a:rPr>
                      </a:br>
                      <a:r>
                        <a:rPr lang="en-US" sz="3200" b="1" dirty="0">
                          <a:solidFill>
                            <a:srgbClr val="FFC000"/>
                          </a:solidFill>
                          <a:latin typeface="Arial" panose="020B0604020202020204" pitchFamily="34" charset="0"/>
                          <a:cs typeface="Arial" panose="020B0604020202020204" pitchFamily="34" charset="0"/>
                        </a:rPr>
                        <a:t>A1</a:t>
                      </a:r>
                    </a:p>
                    <a:p>
                      <a:pPr marL="0" marR="0" indent="0" algn="ctr" defTabSz="3802180" rtl="0" eaLnBrk="1" fontAlgn="auto" latinLnBrk="0" hangingPunct="1">
                        <a:lnSpc>
                          <a:spcPct val="100000"/>
                        </a:lnSpc>
                        <a:spcBef>
                          <a:spcPts val="0"/>
                        </a:spcBef>
                        <a:spcAft>
                          <a:spcPts val="0"/>
                        </a:spcAft>
                        <a:buClrTx/>
                        <a:buSzTx/>
                        <a:buFontTx/>
                        <a:buNone/>
                        <a:tabLst/>
                        <a:defRPr/>
                      </a:pPr>
                      <a:r>
                        <a:rPr lang="en-US" sz="1800" dirty="0">
                          <a:solidFill>
                            <a:srgbClr val="FFC000"/>
                          </a:solidFill>
                          <a:latin typeface="Arial" panose="020B0604020202020204" pitchFamily="34" charset="0"/>
                          <a:cs typeface="Arial" panose="020B0604020202020204" pitchFamily="34" charset="0"/>
                        </a:rPr>
                        <a:t>594mm x 841mm</a:t>
                      </a:r>
                    </a:p>
                    <a:p>
                      <a:pPr marL="0" marR="0" indent="0" algn="ctr" defTabSz="3802180" rtl="0" eaLnBrk="1" fontAlgn="auto" latinLnBrk="0" hangingPunct="1">
                        <a:lnSpc>
                          <a:spcPct val="100000"/>
                        </a:lnSpc>
                        <a:spcBef>
                          <a:spcPts val="0"/>
                        </a:spcBef>
                        <a:spcAft>
                          <a:spcPts val="0"/>
                        </a:spcAft>
                        <a:buClrTx/>
                        <a:buSzTx/>
                        <a:buFontTx/>
                        <a:buNone/>
                        <a:tabLst/>
                        <a:defRPr/>
                      </a:pPr>
                      <a:r>
                        <a:rPr lang="en-US" sz="1800" dirty="0">
                          <a:solidFill>
                            <a:srgbClr val="FFC000"/>
                          </a:solidFill>
                          <a:latin typeface="Arial" panose="020B0604020202020204" pitchFamily="34" charset="0"/>
                          <a:cs typeface="Arial" panose="020B0604020202020204" pitchFamily="34" charset="0"/>
                        </a:rPr>
                        <a:t>23.39 inches x 33.11 inches</a:t>
                      </a:r>
                      <a:br>
                        <a:rPr lang="en-US" sz="1800" dirty="0">
                          <a:solidFill>
                            <a:schemeClr val="bg1"/>
                          </a:solidFill>
                          <a:latin typeface="Arial" panose="020B0604020202020204" pitchFamily="34" charset="0"/>
                          <a:cs typeface="Arial" panose="020B0604020202020204" pitchFamily="34" charset="0"/>
                        </a:rPr>
                      </a:br>
                      <a:r>
                        <a:rPr lang="en-US" sz="1800" dirty="0">
                          <a:solidFill>
                            <a:schemeClr val="bg1"/>
                          </a:solidFill>
                          <a:latin typeface="Arial" panose="020B0604020202020204" pitchFamily="34" charset="0"/>
                          <a:cs typeface="Arial" panose="020B0604020202020204" pitchFamily="34" charset="0"/>
                        </a:rPr>
                        <a:t>research presentation poster</a:t>
                      </a:r>
                    </a:p>
                    <a:p>
                      <a:endParaRPr lang="en-US" sz="18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000" b="1" baseline="0" dirty="0">
                          <a:solidFill>
                            <a:srgbClr val="FFC000"/>
                          </a:solidFill>
                          <a:latin typeface="Arial" panose="020B0604020202020204" pitchFamily="34" charset="0"/>
                          <a:cs typeface="Arial" panose="020B0604020202020204" pitchFamily="34" charset="0"/>
                        </a:rPr>
                        <a:t>Important: Check the template size</a:t>
                      </a:r>
                      <a:br>
                        <a:rPr lang="en-US" sz="1800" b="0" baseline="0" dirty="0">
                          <a:solidFill>
                            <a:srgbClr val="FFC000"/>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800" b="0" baseline="0" dirty="0">
                          <a:solidFill>
                            <a:srgbClr val="D9D9D9"/>
                          </a:solidFill>
                          <a:latin typeface="Arial" panose="020B0604020202020204" pitchFamily="34" charset="0"/>
                          <a:cs typeface="Arial" panose="020B0604020202020204" pitchFamily="34" charset="0"/>
                        </a:rPr>
                      </a:br>
                      <a:endParaRPr lang="en-US" sz="1800" b="0" baseline="0" dirty="0">
                        <a:solidFill>
                          <a:srgbClr val="FFC000"/>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8"/>
                  </a:ext>
                </a:extLst>
              </a:tr>
              <a:tr h="3340698">
                <a:tc>
                  <a:txBody>
                    <a:bodyPr/>
                    <a:lstStyle/>
                    <a:p>
                      <a:endParaRPr lang="en-US" sz="1800" dirty="0">
                        <a:solidFill>
                          <a:srgbClr val="1F3A4E"/>
                        </a:solidFill>
                      </a:endParaRPr>
                    </a:p>
                  </a:txBody>
                  <a:tcPr>
                    <a:blipFill rotWithShape="1">
                      <a:blip r:embed="rId3"/>
                      <a:stretch>
                        <a:fillRect/>
                      </a:stretch>
                    </a:blipFill>
                  </a:tcPr>
                </a:tc>
                <a:tc>
                  <a:txBody>
                    <a:bodyPr/>
                    <a:lstStyle/>
                    <a:p>
                      <a:pPr algn="l"/>
                      <a:r>
                        <a:rPr lang="en-US" sz="2000" b="1" baseline="0" dirty="0">
                          <a:solidFill>
                            <a:srgbClr val="FFC000"/>
                          </a:solidFill>
                          <a:latin typeface="Arial" panose="020B0604020202020204" pitchFamily="34" charset="0"/>
                          <a:cs typeface="Arial" panose="020B0604020202020204" pitchFamily="34" charset="0"/>
                        </a:rPr>
                        <a:t>How to </a:t>
                      </a:r>
                      <a:r>
                        <a:rPr lang="en-US" sz="3600" b="1" baseline="0" dirty="0">
                          <a:solidFill>
                            <a:srgbClr val="FFC000"/>
                          </a:solidFill>
                          <a:latin typeface="Arial" panose="020B0604020202020204" pitchFamily="34" charset="0"/>
                          <a:cs typeface="Arial" panose="020B0604020202020204" pitchFamily="34" charset="0"/>
                        </a:rPr>
                        <a:t>Zoom in </a:t>
                      </a:r>
                      <a:r>
                        <a:rPr lang="en-US" sz="2000" b="1" baseline="0" dirty="0">
                          <a:solidFill>
                            <a:srgbClr val="FFC000"/>
                          </a:solidFill>
                          <a:latin typeface="Arial" panose="020B0604020202020204" pitchFamily="34" charset="0"/>
                          <a:cs typeface="Arial" panose="020B0604020202020204" pitchFamily="34" charset="0"/>
                        </a:rPr>
                        <a:t>and </a:t>
                      </a:r>
                      <a:r>
                        <a:rPr lang="en-US" sz="1600" b="1" baseline="0" dirty="0">
                          <a:solidFill>
                            <a:srgbClr val="FFC000"/>
                          </a:solidFill>
                          <a:latin typeface="Arial" panose="020B0604020202020204" pitchFamily="34" charset="0"/>
                          <a:cs typeface="Arial" panose="020B0604020202020204" pitchFamily="34" charset="0"/>
                        </a:rPr>
                        <a:t>out</a:t>
                      </a:r>
                      <a:endParaRPr lang="en-US" sz="2000" b="1" baseline="0" dirty="0">
                        <a:solidFill>
                          <a:srgbClr val="FFC000"/>
                        </a:solidFill>
                        <a:latin typeface="Arial" panose="020B0604020202020204" pitchFamily="34" charset="0"/>
                        <a:cs typeface="Arial" panose="020B0604020202020204" pitchFamily="34" charset="0"/>
                      </a:endParaRPr>
                    </a:p>
                    <a:p>
                      <a:pPr algn="l"/>
                      <a:r>
                        <a:rPr lang="en-US" sz="18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800" b="0" baseline="0" dirty="0">
                          <a:solidFill>
                            <a:srgbClr val="D9D9D9"/>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1. </a:t>
                      </a:r>
                      <a:r>
                        <a:rPr lang="en-US" sz="18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800" b="0" baseline="0" dirty="0">
                          <a:solidFill>
                            <a:srgbClr val="D9D9D9"/>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2. </a:t>
                      </a:r>
                      <a:r>
                        <a:rPr lang="en-US" sz="18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994589">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000" b="1" baseline="0" dirty="0">
                          <a:solidFill>
                            <a:srgbClr val="FFC000"/>
                          </a:solidFill>
                          <a:latin typeface="Arial" panose="020B0604020202020204" pitchFamily="34" charset="0"/>
                          <a:cs typeface="Arial" panose="020B0604020202020204" pitchFamily="34" charset="0"/>
                        </a:rPr>
                        <a:t>Ruler and Guides</a:t>
                      </a:r>
                      <a:br>
                        <a:rPr lang="en-US" sz="1800" b="0" baseline="0" dirty="0">
                          <a:solidFill>
                            <a:srgbClr val="FFC000"/>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945819">
                <a:tc>
                  <a:txBody>
                    <a:bodyPr/>
                    <a:lstStyle/>
                    <a:p>
                      <a:endParaRPr lang="en-US" sz="1800" dirty="0">
                        <a:solidFill>
                          <a:srgbClr val="1F3A4E"/>
                        </a:solidFill>
                      </a:endParaRPr>
                    </a:p>
                  </a:txBody>
                  <a:tcPr>
                    <a:blipFill rotWithShape="1">
                      <a:blip r:embed="rId4"/>
                      <a:stretch>
                        <a:fillRect/>
                      </a:stretch>
                    </a:blipFill>
                  </a:tcPr>
                </a:tc>
                <a:tc>
                  <a:txBody>
                    <a:bodyPr/>
                    <a:lstStyle/>
                    <a:p>
                      <a:pPr marL="0" lvl="1" indent="0" algn="l" defTabSz="114300"/>
                      <a:r>
                        <a:rPr lang="en-US" sz="2000" b="1" baseline="0" dirty="0">
                          <a:solidFill>
                            <a:srgbClr val="FFC000"/>
                          </a:solidFill>
                          <a:latin typeface="Arial" panose="020B0604020202020204" pitchFamily="34" charset="0"/>
                          <a:cs typeface="Arial" panose="020B0604020202020204" pitchFamily="34" charset="0"/>
                        </a:rPr>
                        <a:t>Headers and text containers</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208687">
                <a:tc gridSpan="2">
                  <a:txBody>
                    <a:bodyPr/>
                    <a:lstStyle/>
                    <a:p>
                      <a:r>
                        <a:rPr lang="en-US" sz="2000" b="1" dirty="0">
                          <a:solidFill>
                            <a:srgbClr val="FFC000"/>
                          </a:solidFill>
                          <a:latin typeface="Arial" panose="020B0604020202020204" pitchFamily="34" charset="0"/>
                          <a:cs typeface="Arial" panose="020B0604020202020204" pitchFamily="34" charset="0"/>
                        </a:rPr>
                        <a:t>Adding content to the poster</a:t>
                      </a:r>
                    </a:p>
                    <a:p>
                      <a:r>
                        <a:rPr lang="en-US" sz="18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8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8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12467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1868684">
                <a:tc gridSpan="2">
                  <a:txBody>
                    <a:bodyPr/>
                    <a:lstStyle/>
                    <a:p>
                      <a:endParaRPr lang="en-US" sz="18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206781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2597279">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8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4" name="Table 3">
            <a:extLst>
              <a:ext uri="{FF2B5EF4-FFF2-40B4-BE49-F238E27FC236}">
                <a16:creationId xmlns:a16="http://schemas.microsoft.com/office/drawing/2014/main" id="{70EF0DC5-0CE8-8B48-8495-AC770E4326B0}"/>
              </a:ext>
            </a:extLst>
          </p:cNvPr>
          <p:cNvGraphicFramePr>
            <a:graphicFrameLocks noGrp="1"/>
          </p:cNvGraphicFramePr>
          <p:nvPr userDrawn="1">
            <p:extLst>
              <p:ext uri="{D42A27DB-BD31-4B8C-83A1-F6EECF244321}">
                <p14:modId xmlns:p14="http://schemas.microsoft.com/office/powerpoint/2010/main" val="817833161"/>
              </p:ext>
            </p:extLst>
          </p:nvPr>
        </p:nvGraphicFramePr>
        <p:xfrm>
          <a:off x="21937684" y="-142032"/>
          <a:ext cx="8060660" cy="30430194"/>
        </p:xfrm>
        <a:graphic>
          <a:graphicData uri="http://schemas.openxmlformats.org/drawingml/2006/table">
            <a:tbl>
              <a:tblPr firstRow="1" bandRow="1">
                <a:tableStyleId>{5C22544A-7EE6-4342-B048-85BDC9FD1C3A}</a:tableStyleId>
              </a:tblPr>
              <a:tblGrid>
                <a:gridCol w="3162981">
                  <a:extLst>
                    <a:ext uri="{9D8B030D-6E8A-4147-A177-3AD203B41FA5}">
                      <a16:colId xmlns:a16="http://schemas.microsoft.com/office/drawing/2014/main" val="20000"/>
                    </a:ext>
                  </a:extLst>
                </a:gridCol>
                <a:gridCol w="950236">
                  <a:extLst>
                    <a:ext uri="{9D8B030D-6E8A-4147-A177-3AD203B41FA5}">
                      <a16:colId xmlns:a16="http://schemas.microsoft.com/office/drawing/2014/main" val="764104496"/>
                    </a:ext>
                  </a:extLst>
                </a:gridCol>
                <a:gridCol w="3947443">
                  <a:extLst>
                    <a:ext uri="{9D8B030D-6E8A-4147-A177-3AD203B41FA5}">
                      <a16:colId xmlns:a16="http://schemas.microsoft.com/office/drawing/2014/main" val="4164475170"/>
                    </a:ext>
                  </a:extLst>
                </a:gridCol>
              </a:tblGrid>
              <a:tr h="1192134">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200" b="0" spc="600" dirty="0">
                          <a:solidFill>
                            <a:srgbClr val="1F3A4E"/>
                          </a:solidFill>
                          <a:latin typeface="Arial Black" panose="020B0A04020102020204" pitchFamily="34" charset="0"/>
                        </a:rPr>
                        <a:t>QUICK START GUIDE</a:t>
                      </a:r>
                      <a:br>
                        <a:rPr lang="en-US" sz="3200" b="0" spc="600" dirty="0">
                          <a:solidFill>
                            <a:srgbClr val="1F3A4E"/>
                          </a:solidFill>
                          <a:latin typeface="Arial Black" panose="020B0A04020102020204" pitchFamily="34" charset="0"/>
                        </a:rPr>
                      </a:br>
                      <a:r>
                        <a:rPr lang="en-US" sz="2400" b="1" spc="0" dirty="0">
                          <a:solidFill>
                            <a:srgbClr val="FF0000"/>
                          </a:solidFill>
                          <a:latin typeface="Trebuchet MS" pitchFamily="34" charset="0"/>
                        </a:rPr>
                        <a:t>(THIS SIDEBAR WILL NOT PRINT)</a:t>
                      </a:r>
                      <a:endParaRPr lang="en-US" sz="32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727945">
                <a:tc gridSpan="3">
                  <a:txBody>
                    <a:bodyPr/>
                    <a:lstStyle/>
                    <a:p>
                      <a:pPr algn="l"/>
                      <a:r>
                        <a:rPr lang="en-US" sz="20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8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8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1800" dirty="0">
                        <a:solidFill>
                          <a:srgbClr val="FFC000"/>
                        </a:solidFill>
                      </a:endParaRPr>
                    </a:p>
                    <a:p>
                      <a:pPr marL="0" indent="0" algn="l" defTabSz="114300"/>
                      <a:endParaRPr lang="en-US" sz="1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8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8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259477">
                <a:tc gridSpan="3">
                  <a:txBody>
                    <a:bodyPr/>
                    <a:lstStyle/>
                    <a:p>
                      <a:r>
                        <a:rPr lang="en-US" sz="2000" b="1" dirty="0">
                          <a:solidFill>
                            <a:srgbClr val="FFC000"/>
                          </a:solidFill>
                          <a:latin typeface="Arial" panose="020B0604020202020204" pitchFamily="34" charset="0"/>
                          <a:cs typeface="Arial" panose="020B0604020202020204" pitchFamily="34" charset="0"/>
                        </a:rPr>
                        <a:t>How to change the column layout configuration</a:t>
                      </a:r>
                    </a:p>
                    <a:p>
                      <a:r>
                        <a:rPr lang="en-US" sz="18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1800" dirty="0">
                          <a:solidFill>
                            <a:srgbClr val="D9D9D9"/>
                          </a:solidFill>
                          <a:latin typeface="Arial" panose="020B0604020202020204" pitchFamily="34" charset="0"/>
                          <a:cs typeface="Arial" panose="020B0604020202020204" pitchFamily="34" charset="0"/>
                        </a:rPr>
                        <a:t>You can see a tutorial here: </a:t>
                      </a:r>
                      <a:r>
                        <a:rPr lang="en-US" sz="1800" u="sng" dirty="0">
                          <a:solidFill>
                            <a:srgbClr val="FFC000"/>
                          </a:solidFill>
                          <a:latin typeface="Arial" panose="020B0604020202020204" pitchFamily="34" charset="0"/>
                          <a:cs typeface="Arial" panose="020B0604020202020204" pitchFamily="34" charset="0"/>
                        </a:rPr>
                        <a:t>https://</a:t>
                      </a:r>
                      <a:r>
                        <a:rPr lang="en-US" sz="1800" u="sng" dirty="0" err="1">
                          <a:solidFill>
                            <a:srgbClr val="FFC000"/>
                          </a:solidFill>
                          <a:latin typeface="Arial" panose="020B0604020202020204" pitchFamily="34" charset="0"/>
                          <a:cs typeface="Arial" panose="020B0604020202020204" pitchFamily="34" charset="0"/>
                        </a:rPr>
                        <a:t>www.posterpresentations.com</a:t>
                      </a:r>
                      <a:r>
                        <a:rPr lang="en-US" sz="1800" u="sng" dirty="0">
                          <a:solidFill>
                            <a:srgbClr val="FFC000"/>
                          </a:solidFill>
                          <a:latin typeface="Arial" panose="020B0604020202020204" pitchFamily="34" charset="0"/>
                          <a:cs typeface="Arial" panose="020B0604020202020204" pitchFamily="34" charset="0"/>
                        </a:rPr>
                        <a:t>/how-to-change-the-column-</a:t>
                      </a:r>
                      <a:r>
                        <a:rPr lang="en-US" sz="1800" u="sng" dirty="0" err="1">
                          <a:solidFill>
                            <a:srgbClr val="FFC000"/>
                          </a:solidFill>
                          <a:latin typeface="Arial" panose="020B0604020202020204" pitchFamily="34" charset="0"/>
                          <a:cs typeface="Arial" panose="020B0604020202020204" pitchFamily="34" charset="0"/>
                        </a:rPr>
                        <a:t>configuration.html</a:t>
                      </a:r>
                      <a:endParaRPr lang="en-US" sz="4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1678544">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panose="020B0604020202020204" pitchFamily="34" charset="0"/>
                          <a:cs typeface="Arial" panose="020B0604020202020204" pitchFamily="34" charset="0"/>
                        </a:rPr>
                        <a:t>The Quick Start</a:t>
                      </a:r>
                      <a:r>
                        <a:rPr lang="en-US" sz="1800" baseline="0" noProof="0" dirty="0">
                          <a:solidFill>
                            <a:srgbClr val="D9D9D9"/>
                          </a:solidFill>
                          <a:latin typeface="Arial" panose="020B0604020202020204" pitchFamily="34" charset="0"/>
                          <a:cs typeface="Arial" panose="020B0604020202020204" pitchFamily="34" charset="0"/>
                        </a:rPr>
                        <a:t> Guides</a:t>
                      </a:r>
                      <a:r>
                        <a:rPr lang="en-US" sz="1800" noProof="0" dirty="0">
                          <a:solidFill>
                            <a:srgbClr val="D9D9D9"/>
                          </a:solidFill>
                          <a:latin typeface="Arial" panose="020B0604020202020204" pitchFamily="34" charset="0"/>
                          <a:cs typeface="Arial" panose="020B0604020202020204" pitchFamily="34" charset="0"/>
                        </a:rPr>
                        <a:t> </a:t>
                      </a:r>
                      <a:r>
                        <a:rPr lang="en-US" sz="1800" u="sng" noProof="0" dirty="0">
                          <a:solidFill>
                            <a:srgbClr val="D9D9D9"/>
                          </a:solidFill>
                          <a:latin typeface="Arial" panose="020B0604020202020204" pitchFamily="34" charset="0"/>
                          <a:cs typeface="Arial" panose="020B0604020202020204" pitchFamily="34" charset="0"/>
                        </a:rPr>
                        <a:t>are outside the template’s printable area</a:t>
                      </a:r>
                      <a:r>
                        <a:rPr lang="en-US" sz="1800" noProof="0" dirty="0">
                          <a:solidFill>
                            <a:srgbClr val="D9D9D9"/>
                          </a:solidFill>
                          <a:latin typeface="Arial" panose="020B0604020202020204" pitchFamily="34" charset="0"/>
                          <a:cs typeface="Arial" panose="020B0604020202020204" pitchFamily="34" charset="0"/>
                        </a:rPr>
                        <a:t> and they will not be on the printed poster</a:t>
                      </a:r>
                      <a:r>
                        <a:rPr lang="en-US" sz="18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aseline="0" noProof="0" dirty="0">
                          <a:solidFill>
                            <a:srgbClr val="D9D9D9"/>
                          </a:solidFill>
                          <a:latin typeface="Arial" panose="020B0604020202020204" pitchFamily="34" charset="0"/>
                          <a:cs typeface="Arial" panose="020B0604020202020204" pitchFamily="34" charset="0"/>
                        </a:rPr>
                        <a:t>To hide the guides click on the </a:t>
                      </a:r>
                      <a:r>
                        <a:rPr lang="en-US" sz="1800" b="1" baseline="0" noProof="0" dirty="0">
                          <a:solidFill>
                            <a:srgbClr val="D9D9D9"/>
                          </a:solidFill>
                          <a:latin typeface="Arial" panose="020B0604020202020204" pitchFamily="34" charset="0"/>
                          <a:cs typeface="Arial" panose="020B0604020202020204" pitchFamily="34" charset="0"/>
                        </a:rPr>
                        <a:t>Home</a:t>
                      </a:r>
                      <a:r>
                        <a:rPr lang="en-US" sz="18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800" b="1" baseline="0" noProof="0" dirty="0">
                          <a:solidFill>
                            <a:srgbClr val="D9D9D9"/>
                          </a:solidFill>
                          <a:latin typeface="Arial" panose="020B0604020202020204" pitchFamily="34" charset="0"/>
                          <a:cs typeface="Arial" panose="020B0604020202020204" pitchFamily="34" charset="0"/>
                        </a:rPr>
                        <a:t>Layout</a:t>
                      </a:r>
                      <a:r>
                        <a:rPr lang="en-US" sz="18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800" b="1" baseline="0" noProof="0" dirty="0">
                          <a:solidFill>
                            <a:srgbClr val="D9D9D9"/>
                          </a:solidFill>
                          <a:latin typeface="Arial" panose="020B0604020202020204" pitchFamily="34" charset="0"/>
                          <a:cs typeface="Arial" panose="020B0604020202020204" pitchFamily="34" charset="0"/>
                        </a:rPr>
                        <a:t>Without Guides </a:t>
                      </a:r>
                      <a:r>
                        <a:rPr lang="en-US" sz="1800" b="0" baseline="0" noProof="0" dirty="0">
                          <a:solidFill>
                            <a:srgbClr val="D9D9D9"/>
                          </a:solidFill>
                          <a:latin typeface="Arial" panose="020B0604020202020204" pitchFamily="34" charset="0"/>
                          <a:cs typeface="Arial" panose="020B0604020202020204" pitchFamily="34" charset="0"/>
                        </a:rPr>
                        <a:t>layout</a:t>
                      </a:r>
                      <a:r>
                        <a:rPr lang="en-US" sz="1800" baseline="0" noProof="0" dirty="0">
                          <a:solidFill>
                            <a:srgbClr val="D9D9D9"/>
                          </a:solidFill>
                          <a:latin typeface="Arial" panose="020B0604020202020204" pitchFamily="34" charset="0"/>
                          <a:cs typeface="Arial" panose="020B0604020202020204" pitchFamily="34" charset="0"/>
                        </a:rPr>
                        <a:t>.</a:t>
                      </a:r>
                      <a:endParaRPr lang="en-US" sz="1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5446460">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4626677">
                <a:tc>
                  <a:txBody>
                    <a:bodyPr/>
                    <a:lstStyle/>
                    <a:p>
                      <a:pPr rtl="0"/>
                      <a:r>
                        <a:rPr lang="en-US" sz="2400" b="1" dirty="0">
                          <a:solidFill>
                            <a:srgbClr val="FFC000"/>
                          </a:solidFill>
                          <a:latin typeface="Arial" panose="020B0604020202020204" pitchFamily="34" charset="0"/>
                          <a:cs typeface="Arial" panose="020B0604020202020204" pitchFamily="34" charset="0"/>
                        </a:rPr>
                        <a:t>How to</a:t>
                      </a:r>
                      <a:r>
                        <a:rPr lang="en-US" sz="2400" b="1" baseline="0" dirty="0">
                          <a:solidFill>
                            <a:srgbClr val="FFC000"/>
                          </a:solidFill>
                          <a:latin typeface="Arial" panose="020B0604020202020204" pitchFamily="34" charset="0"/>
                          <a:cs typeface="Arial" panose="020B0604020202020204" pitchFamily="34" charset="0"/>
                        </a:rPr>
                        <a:t> preview your poster prior to printing</a:t>
                      </a:r>
                      <a:endParaRPr lang="en-US" sz="2400" b="1" dirty="0">
                        <a:solidFill>
                          <a:srgbClr val="FFC000"/>
                        </a:solidFill>
                        <a:latin typeface="Arial" panose="020B0604020202020204" pitchFamily="34" charset="0"/>
                        <a:cs typeface="Arial" panose="020B0604020202020204" pitchFamily="34" charset="0"/>
                      </a:endParaRPr>
                    </a:p>
                    <a:p>
                      <a:pPr rtl="0"/>
                      <a:r>
                        <a:rPr lang="en-US" sz="2000" dirty="0">
                          <a:solidFill>
                            <a:srgbClr val="D9D9D9"/>
                          </a:solidFill>
                          <a:latin typeface="Arial" panose="020B0604020202020204" pitchFamily="34" charset="0"/>
                          <a:cs typeface="Arial" panose="020B0604020202020204" pitchFamily="34" charset="0"/>
                        </a:rPr>
                        <a:t>You can preview your poster at any time by pressing the </a:t>
                      </a:r>
                      <a:r>
                        <a:rPr lang="en-US" sz="2000" dirty="0">
                          <a:solidFill>
                            <a:srgbClr val="FFC000"/>
                          </a:solidFill>
                          <a:latin typeface="Arial" panose="020B0604020202020204" pitchFamily="34" charset="0"/>
                          <a:cs typeface="Arial" panose="020B0604020202020204" pitchFamily="34" charset="0"/>
                        </a:rPr>
                        <a:t>F5 key</a:t>
                      </a:r>
                      <a:r>
                        <a:rPr lang="en-US" sz="20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000" dirty="0">
                          <a:solidFill>
                            <a:srgbClr val="FFC000"/>
                          </a:solidFill>
                          <a:latin typeface="Arial" panose="020B0604020202020204" pitchFamily="34" charset="0"/>
                          <a:cs typeface="Arial" panose="020B0604020202020204" pitchFamily="34" charset="0"/>
                        </a:rPr>
                        <a:t>ESC key </a:t>
                      </a:r>
                      <a:r>
                        <a:rPr lang="en-US" sz="20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8800" b="1" dirty="0">
                          <a:solidFill>
                            <a:srgbClr val="D9D9D9"/>
                          </a:solidFill>
                          <a:latin typeface="Arial" panose="020B0604020202020204" pitchFamily="34" charset="0"/>
                          <a:cs typeface="Arial" panose="020B0604020202020204" pitchFamily="34" charset="0"/>
                        </a:rPr>
                        <a:t>F5</a:t>
                      </a:r>
                      <a:r>
                        <a:rPr lang="en-US" sz="1800" baseline="0" dirty="0">
                          <a:solidFill>
                            <a:srgbClr val="D9D9D9"/>
                          </a:solidFill>
                          <a:latin typeface="Arial" panose="020B0604020202020204" pitchFamily="34" charset="0"/>
                          <a:cs typeface="Arial" panose="020B0604020202020204" pitchFamily="34" charset="0"/>
                        </a:rPr>
                        <a:t> </a:t>
                      </a:r>
                      <a:endParaRPr lang="en-US" sz="18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308827">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When you are ready to have your poster printed go online to </a:t>
                      </a:r>
                      <a:r>
                        <a:rPr lang="en-US" sz="1800" noProof="0" dirty="0" err="1">
                          <a:solidFill>
                            <a:srgbClr val="FFC000"/>
                          </a:solidFill>
                          <a:latin typeface="Arial"/>
                          <a:cs typeface="Arial"/>
                        </a:rPr>
                        <a:t>PosterPresentations.com</a:t>
                      </a:r>
                      <a:r>
                        <a:rPr lang="en-US" sz="1800" noProof="0" dirty="0">
                          <a:solidFill>
                            <a:srgbClr val="D9D9D9"/>
                          </a:solidFill>
                          <a:latin typeface="Arial"/>
                          <a:cs typeface="Arial"/>
                        </a:rPr>
                        <a:t> and click on the "</a:t>
                      </a:r>
                      <a:r>
                        <a:rPr lang="en-US" sz="1800" noProof="0" dirty="0">
                          <a:solidFill>
                            <a:srgbClr val="FFC000"/>
                          </a:solidFill>
                          <a:latin typeface="Arial"/>
                          <a:cs typeface="Arial"/>
                        </a:rPr>
                        <a:t>Order Your Poster</a:t>
                      </a:r>
                      <a:r>
                        <a:rPr lang="en-US" sz="18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1800" noProof="0" dirty="0">
                          <a:solidFill>
                            <a:srgbClr val="D9D9D9"/>
                          </a:solidFill>
                          <a:latin typeface="Arial"/>
                          <a:cs typeface="Arial"/>
                        </a:rPr>
                      </a:br>
                      <a:r>
                        <a:rPr lang="en-US" sz="1800" noProof="0" dirty="0">
                          <a:solidFill>
                            <a:srgbClr val="D9D9D9"/>
                          </a:solidFill>
                          <a:latin typeface="Arial"/>
                          <a:cs typeface="Arial"/>
                        </a:rPr>
                        <a:t>Go to </a:t>
                      </a:r>
                      <a:r>
                        <a:rPr lang="en-US" sz="1800" noProof="0" dirty="0" err="1">
                          <a:solidFill>
                            <a:srgbClr val="FFC000"/>
                          </a:solidFill>
                          <a:latin typeface="Arial"/>
                          <a:cs typeface="Arial"/>
                        </a:rPr>
                        <a:t>PosterPresentations.com</a:t>
                      </a:r>
                      <a:r>
                        <a:rPr lang="en-US" sz="18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047130">
                <a:tc gridSpan="3">
                  <a:txBody>
                    <a:bodyPr/>
                    <a:lstStyle/>
                    <a:p>
                      <a:endParaRPr lang="en-US" sz="18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130052">
                <a:tc gridSpan="2">
                  <a:txBody>
                    <a:bodyPr/>
                    <a:lstStyle/>
                    <a:p>
                      <a:pPr>
                        <a:lnSpc>
                          <a:spcPts val="2600"/>
                        </a:lnSpc>
                      </a:pPr>
                      <a:r>
                        <a:rPr lang="en-US" sz="1800" dirty="0">
                          <a:solidFill>
                            <a:schemeClr val="bg1">
                              <a:lumMod val="85000"/>
                            </a:schemeClr>
                          </a:solidFill>
                          <a:latin typeface="Arial"/>
                          <a:cs typeface="Arial"/>
                        </a:rPr>
                        <a:t>© 2022</a:t>
                      </a:r>
                      <a:r>
                        <a:rPr lang="en-US" sz="1800" baseline="0" dirty="0">
                          <a:solidFill>
                            <a:schemeClr val="bg1">
                              <a:lumMod val="85000"/>
                            </a:schemeClr>
                          </a:solidFill>
                          <a:latin typeface="Arial"/>
                          <a:cs typeface="Arial"/>
                        </a:rPr>
                        <a:t> </a:t>
                      </a:r>
                      <a:r>
                        <a:rPr lang="en-US" sz="1800" dirty="0" err="1">
                          <a:solidFill>
                            <a:schemeClr val="bg1">
                              <a:lumMod val="85000"/>
                            </a:schemeClr>
                          </a:solidFill>
                          <a:latin typeface="Arial"/>
                          <a:cs typeface="Arial"/>
                        </a:rPr>
                        <a:t>PosterPresentations.com</a:t>
                      </a:r>
                      <a:br>
                        <a:rPr lang="en-US" sz="1800" dirty="0">
                          <a:solidFill>
                            <a:schemeClr val="bg1">
                              <a:lumMod val="85000"/>
                            </a:schemeClr>
                          </a:solidFill>
                          <a:latin typeface="Arial"/>
                          <a:cs typeface="Arial"/>
                        </a:rPr>
                      </a:br>
                      <a:r>
                        <a:rPr lang="en-US" sz="1800" dirty="0">
                          <a:solidFill>
                            <a:schemeClr val="bg1">
                              <a:lumMod val="85000"/>
                            </a:schemeClr>
                          </a:solidFill>
                          <a:latin typeface="Arial"/>
                          <a:cs typeface="Arial"/>
                        </a:rPr>
                        <a:t>2117 Fourth Street ,</a:t>
                      </a:r>
                      <a:r>
                        <a:rPr lang="en-US" sz="1800" baseline="0" dirty="0">
                          <a:solidFill>
                            <a:schemeClr val="bg1">
                              <a:lumMod val="85000"/>
                            </a:schemeClr>
                          </a:solidFill>
                          <a:latin typeface="Arial"/>
                          <a:cs typeface="Arial"/>
                        </a:rPr>
                        <a:t> STE C        </a:t>
                      </a:r>
                    </a:p>
                    <a:p>
                      <a:pPr>
                        <a:lnSpc>
                          <a:spcPts val="2600"/>
                        </a:lnSpc>
                      </a:pPr>
                      <a:r>
                        <a:rPr lang="en-US" sz="1800" baseline="0" dirty="0">
                          <a:solidFill>
                            <a:schemeClr val="bg1">
                              <a:lumMod val="85000"/>
                            </a:schemeClr>
                          </a:solidFill>
                          <a:latin typeface="Arial"/>
                          <a:cs typeface="Arial"/>
                        </a:rPr>
                        <a:t>Berkeley CA 94710 USA</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D0D0D0"/>
                          </a:solidFill>
                          <a:latin typeface="Arial"/>
                          <a:cs typeface="Arial"/>
                        </a:rPr>
                        <a:t>For complete tutorials</a:t>
                      </a:r>
                      <a:r>
                        <a:rPr lang="en-US" sz="18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400" b="1" dirty="0">
                          <a:solidFill>
                            <a:srgbClr val="FFC000"/>
                          </a:solidFill>
                          <a:latin typeface="Arial"/>
                          <a:cs typeface="Arial"/>
                        </a:rPr>
                        <a:t>https://</a:t>
                      </a:r>
                      <a:r>
                        <a:rPr lang="en-US" sz="1400" b="1" dirty="0" err="1">
                          <a:solidFill>
                            <a:srgbClr val="FFC000"/>
                          </a:solidFill>
                          <a:latin typeface="Arial"/>
                          <a:cs typeface="Arial"/>
                        </a:rPr>
                        <a:t>www.posterpresentations.com</a:t>
                      </a:r>
                      <a:r>
                        <a:rPr lang="en-US" sz="1400" b="1" dirty="0">
                          <a:solidFill>
                            <a:srgbClr val="FFC000"/>
                          </a:solidFill>
                          <a:latin typeface="Arial"/>
                          <a:cs typeface="Arial"/>
                        </a:rPr>
                        <a:t>/</a:t>
                      </a:r>
                      <a:r>
                        <a:rPr lang="en-US" sz="1400" b="1" dirty="0" err="1">
                          <a:solidFill>
                            <a:srgbClr val="FFC000"/>
                          </a:solidFill>
                          <a:latin typeface="Arial"/>
                          <a:cs typeface="Arial"/>
                        </a:rPr>
                        <a:t>helpdesk.html</a:t>
                      </a:r>
                      <a:endParaRPr lang="en-US" sz="9600" dirty="0"/>
                    </a:p>
                  </a:txBody>
                  <a:tcPr marL="182880" marT="137160">
                    <a:solidFill>
                      <a:srgbClr val="010101"/>
                    </a:solidFill>
                  </a:tcPr>
                </a:tc>
                <a:extLst>
                  <a:ext uri="{0D108BD9-81ED-4DB2-BD59-A6C34878D82A}">
                    <a16:rowId xmlns:a16="http://schemas.microsoft.com/office/drawing/2014/main" val="10009"/>
                  </a:ext>
                </a:extLst>
              </a:tr>
            </a:tbl>
          </a:graphicData>
        </a:graphic>
      </p:graphicFrame>
      <p:grpSp>
        <p:nvGrpSpPr>
          <p:cNvPr id="5" name="Group 4">
            <a:extLst>
              <a:ext uri="{FF2B5EF4-FFF2-40B4-BE49-F238E27FC236}">
                <a16:creationId xmlns:a16="http://schemas.microsoft.com/office/drawing/2014/main" id="{3776F652-0B05-796D-0743-D471C1E61465}"/>
              </a:ext>
            </a:extLst>
          </p:cNvPr>
          <p:cNvGrpSpPr/>
          <p:nvPr userDrawn="1"/>
        </p:nvGrpSpPr>
        <p:grpSpPr>
          <a:xfrm>
            <a:off x="0" y="-29666"/>
            <a:ext cx="21388388" cy="4314166"/>
            <a:chOff x="0" y="-1"/>
            <a:chExt cx="12192000" cy="1219223"/>
          </a:xfrm>
        </p:grpSpPr>
        <p:sp>
          <p:nvSpPr>
            <p:cNvPr id="6" name="Document 5">
              <a:extLst>
                <a:ext uri="{FF2B5EF4-FFF2-40B4-BE49-F238E27FC236}">
                  <a16:creationId xmlns:a16="http://schemas.microsoft.com/office/drawing/2014/main" id="{E08493CA-86D3-9278-2DC8-D1B59AC17CEB}"/>
                </a:ext>
              </a:extLst>
            </p:cNvPr>
            <p:cNvSpPr/>
            <p:nvPr/>
          </p:nvSpPr>
          <p:spPr>
            <a:xfrm>
              <a:off x="0" y="89065"/>
              <a:ext cx="12192000" cy="1130157"/>
            </a:xfrm>
            <a:prstGeom prst="flowChartDocument">
              <a:avLst/>
            </a:prstGeom>
            <a:gradFill>
              <a:gsLst>
                <a:gs pos="0">
                  <a:srgbClr val="C00000"/>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ocument 6">
              <a:extLst>
                <a:ext uri="{FF2B5EF4-FFF2-40B4-BE49-F238E27FC236}">
                  <a16:creationId xmlns:a16="http://schemas.microsoft.com/office/drawing/2014/main" id="{A5A0A1A7-58C9-9041-B034-4A93267DEC05}"/>
                </a:ext>
              </a:extLst>
            </p:cNvPr>
            <p:cNvSpPr/>
            <p:nvPr/>
          </p:nvSpPr>
          <p:spPr>
            <a:xfrm>
              <a:off x="0" y="-1"/>
              <a:ext cx="12192000" cy="1130157"/>
            </a:xfrm>
            <a:prstGeom prst="flowChartDocumen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3038715" rtl="0" eaLnBrk="1" latinLnBrk="0" hangingPunct="1">
        <a:spcBef>
          <a:spcPct val="0"/>
        </a:spcBef>
        <a:buNone/>
        <a:defRPr sz="6000" kern="1200">
          <a:solidFill>
            <a:schemeClr val="bg1"/>
          </a:solidFill>
          <a:latin typeface="Trebuchet MS" pitchFamily="34" charset="0"/>
          <a:ea typeface="+mj-ea"/>
          <a:cs typeface="+mj-cs"/>
        </a:defRPr>
      </a:lvl1pPr>
    </p:titleStyle>
    <p:bodyStyle>
      <a:lvl1pPr marL="1139518" indent="-1139518" algn="l" defTabSz="3038715" rtl="0" eaLnBrk="1" latinLnBrk="0" hangingPunct="1">
        <a:spcBef>
          <a:spcPct val="20000"/>
        </a:spcBef>
        <a:buFont typeface="Arial" pitchFamily="34" charset="0"/>
        <a:buChar char="•"/>
        <a:defRPr sz="10600" kern="1200">
          <a:solidFill>
            <a:schemeClr val="tx1"/>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p:bodyStyle>
    <p:other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086753" y="29699043"/>
            <a:ext cx="1578661" cy="230633"/>
          </a:xfrm>
          <a:prstGeom prst="rect">
            <a:avLst/>
          </a:prstGeom>
          <a:noFill/>
          <a:ln w="9525">
            <a:noFill/>
            <a:miter lim="800000"/>
            <a:headEnd/>
            <a:tailEnd/>
          </a:ln>
          <a:effectLst/>
        </p:spPr>
        <p:txBody>
          <a:bodyPr wrap="square" lIns="63187" tIns="31588" rIns="63187" bIns="31588">
            <a:spAutoFit/>
          </a:bodyPr>
          <a:lstStyle/>
          <a:p>
            <a:pPr eaLnBrk="0" hangingPunct="0">
              <a:lnSpc>
                <a:spcPct val="65000"/>
              </a:lnSpc>
              <a:spcBef>
                <a:spcPct val="50000"/>
              </a:spcBef>
              <a:defRPr/>
            </a:pPr>
            <a:r>
              <a:rPr lang="en-US" sz="400" b="1" dirty="0">
                <a:solidFill>
                  <a:schemeClr val="bg1">
                    <a:lumMod val="75000"/>
                  </a:schemeClr>
                </a:solidFill>
                <a:latin typeface="Arial" charset="0"/>
              </a:rPr>
              <a:t>RESEARCH POSTER PRESENTATION DESIGN © 2022</a:t>
            </a:r>
          </a:p>
          <a:p>
            <a:pPr eaLnBrk="0" hangingPunct="0">
              <a:lnSpc>
                <a:spcPct val="65000"/>
              </a:lnSpc>
              <a:spcBef>
                <a:spcPct val="50000"/>
              </a:spcBef>
              <a:defRPr/>
            </a:pPr>
            <a:r>
              <a:rPr lang="en-US" sz="7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3448820764"/>
      </p:ext>
    </p:extLst>
  </p:cSld>
  <p:clrMap bg1="lt1" tx1="dk1" bg2="lt2" tx2="dk2" accent1="accent1" accent2="accent2" accent3="accent3" accent4="accent4" accent5="accent5" accent6="accent6" hlink="hlink" folHlink="folHlink"/>
  <p:sldLayoutIdLst>
    <p:sldLayoutId id="2147483661" r:id="rId1"/>
  </p:sldLayoutIdLst>
  <p:txStyles>
    <p:titleStyle>
      <a:lvl1pPr algn="ctr" defTabSz="3038715" rtl="0" eaLnBrk="1" latinLnBrk="0" hangingPunct="1">
        <a:spcBef>
          <a:spcPct val="0"/>
        </a:spcBef>
        <a:buNone/>
        <a:defRPr sz="6000" kern="1200">
          <a:solidFill>
            <a:schemeClr val="bg1"/>
          </a:solidFill>
          <a:latin typeface="Trebuchet MS" pitchFamily="34" charset="0"/>
          <a:ea typeface="+mj-ea"/>
          <a:cs typeface="+mj-cs"/>
        </a:defRPr>
      </a:lvl1pPr>
    </p:titleStyle>
    <p:bodyStyle>
      <a:lvl1pPr marL="1139518" indent="-1139518" algn="l" defTabSz="3038715" rtl="0" eaLnBrk="1" latinLnBrk="0" hangingPunct="1">
        <a:spcBef>
          <a:spcPct val="20000"/>
        </a:spcBef>
        <a:buFont typeface="Arial" pitchFamily="34" charset="0"/>
        <a:buChar char="•"/>
        <a:defRPr sz="10600" kern="1200">
          <a:solidFill>
            <a:schemeClr val="tx1"/>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p:bodyStyle>
    <p:other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82AC64A-67AB-5A8C-BD73-4430B865530C}"/>
              </a:ext>
            </a:extLst>
          </p:cNvPr>
          <p:cNvSpPr>
            <a:spLocks noGrp="1"/>
          </p:cNvSpPr>
          <p:nvPr>
            <p:ph type="title"/>
          </p:nvPr>
        </p:nvSpPr>
        <p:spPr>
          <a:xfrm>
            <a:off x="1470452" y="1611877"/>
            <a:ext cx="18447485" cy="5851808"/>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4EAC32C-E1B8-AE76-D47E-9FA48B016ABD}"/>
              </a:ext>
            </a:extLst>
          </p:cNvPr>
          <p:cNvSpPr>
            <a:spLocks noGrp="1"/>
          </p:cNvSpPr>
          <p:nvPr>
            <p:ph type="body" idx="1"/>
          </p:nvPr>
        </p:nvSpPr>
        <p:spPr>
          <a:xfrm>
            <a:off x="1470452" y="8059374"/>
            <a:ext cx="18447485" cy="19209345"/>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2247787-0D3B-0505-1212-AAB56B30ACE5}"/>
              </a:ext>
            </a:extLst>
          </p:cNvPr>
          <p:cNvSpPr>
            <a:spLocks noGrp="1"/>
          </p:cNvSpPr>
          <p:nvPr>
            <p:ph type="dt" sz="half" idx="2"/>
          </p:nvPr>
        </p:nvSpPr>
        <p:spPr>
          <a:xfrm>
            <a:off x="1470452" y="28060639"/>
            <a:ext cx="4812387" cy="1611875"/>
          </a:xfrm>
          <a:prstGeom prst="rect">
            <a:avLst/>
          </a:prstGeom>
        </p:spPr>
        <p:txBody>
          <a:bodyPr vert="horz" lIns="91440" tIns="45720" rIns="91440" bIns="45720" rtlCol="0" anchor="ctr"/>
          <a:lstStyle>
            <a:lvl1pPr algn="l">
              <a:defRPr sz="2105">
                <a:solidFill>
                  <a:schemeClr val="tx1">
                    <a:tint val="75000"/>
                  </a:schemeClr>
                </a:solidFill>
              </a:defRPr>
            </a:lvl1pPr>
          </a:lstStyle>
          <a:p>
            <a:fld id="{497E742A-A4A6-47C0-952F-D8347535E794}" type="datetimeFigureOut">
              <a:rPr lang="es-ES" smtClean="0"/>
              <a:t>07/01/2026</a:t>
            </a:fld>
            <a:endParaRPr lang="es-ES"/>
          </a:p>
        </p:txBody>
      </p:sp>
      <p:sp>
        <p:nvSpPr>
          <p:cNvPr id="5" name="Marcador de pie de página 4">
            <a:extLst>
              <a:ext uri="{FF2B5EF4-FFF2-40B4-BE49-F238E27FC236}">
                <a16:creationId xmlns:a16="http://schemas.microsoft.com/office/drawing/2014/main" id="{4693C57B-DF0A-F2BB-A5F9-5CA689063347}"/>
              </a:ext>
            </a:extLst>
          </p:cNvPr>
          <p:cNvSpPr>
            <a:spLocks noGrp="1"/>
          </p:cNvSpPr>
          <p:nvPr>
            <p:ph type="ftr" sz="quarter" idx="3"/>
          </p:nvPr>
        </p:nvSpPr>
        <p:spPr>
          <a:xfrm>
            <a:off x="7084904" y="28060639"/>
            <a:ext cx="7218581" cy="1611875"/>
          </a:xfrm>
          <a:prstGeom prst="rect">
            <a:avLst/>
          </a:prstGeom>
        </p:spPr>
        <p:txBody>
          <a:bodyPr vert="horz" lIns="91440" tIns="45720" rIns="91440" bIns="45720" rtlCol="0" anchor="ctr"/>
          <a:lstStyle>
            <a:lvl1pPr algn="ctr">
              <a:defRPr sz="2105">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AEF68FD1-D43B-F294-5B17-D99697D0942B}"/>
              </a:ext>
            </a:extLst>
          </p:cNvPr>
          <p:cNvSpPr>
            <a:spLocks noGrp="1"/>
          </p:cNvSpPr>
          <p:nvPr>
            <p:ph type="sldNum" sz="quarter" idx="4"/>
          </p:nvPr>
        </p:nvSpPr>
        <p:spPr>
          <a:xfrm>
            <a:off x="15105549" y="28060639"/>
            <a:ext cx="4812387" cy="1611875"/>
          </a:xfrm>
          <a:prstGeom prst="rect">
            <a:avLst/>
          </a:prstGeom>
        </p:spPr>
        <p:txBody>
          <a:bodyPr vert="horz" lIns="91440" tIns="45720" rIns="91440" bIns="45720" rtlCol="0" anchor="ctr"/>
          <a:lstStyle>
            <a:lvl1pPr algn="r">
              <a:defRPr sz="2105">
                <a:solidFill>
                  <a:schemeClr val="tx1">
                    <a:tint val="75000"/>
                  </a:schemeClr>
                </a:solidFill>
              </a:defRPr>
            </a:lvl1pPr>
          </a:lstStyle>
          <a:p>
            <a:fld id="{5E31CB7C-7CF6-4470-A464-958E112FE224}" type="slidenum">
              <a:rPr lang="es-ES" smtClean="0"/>
              <a:t>‹#›</a:t>
            </a:fld>
            <a:endParaRPr lang="es-ES"/>
          </a:p>
        </p:txBody>
      </p:sp>
      <p:sp>
        <p:nvSpPr>
          <p:cNvPr id="7" name="Rectangle 7">
            <a:extLst>
              <a:ext uri="{FF2B5EF4-FFF2-40B4-BE49-F238E27FC236}">
                <a16:creationId xmlns:a16="http://schemas.microsoft.com/office/drawing/2014/main" id="{059851AA-B9D6-AFB0-EC44-CABDD08FF17A}"/>
              </a:ext>
            </a:extLst>
          </p:cNvPr>
          <p:cNvSpPr/>
          <p:nvPr userDrawn="1"/>
        </p:nvSpPr>
        <p:spPr>
          <a:xfrm>
            <a:off x="-1" y="29433838"/>
            <a:ext cx="21388387" cy="841375"/>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2">
            <a:extLst>
              <a:ext uri="{FF2B5EF4-FFF2-40B4-BE49-F238E27FC236}">
                <a16:creationId xmlns:a16="http://schemas.microsoft.com/office/drawing/2014/main" id="{FE5DC2CF-6EFD-4E26-2808-3CCC604FCD76}"/>
              </a:ext>
            </a:extLst>
          </p:cNvPr>
          <p:cNvGraphicFramePr>
            <a:graphicFrameLocks noGrp="1"/>
          </p:cNvGraphicFramePr>
          <p:nvPr userDrawn="1">
            <p:extLst>
              <p:ext uri="{D42A27DB-BD31-4B8C-83A1-F6EECF244321}">
                <p14:modId xmlns:p14="http://schemas.microsoft.com/office/powerpoint/2010/main" val="1988771644"/>
              </p:ext>
            </p:extLst>
          </p:nvPr>
        </p:nvGraphicFramePr>
        <p:xfrm>
          <a:off x="-8726467" y="34253"/>
          <a:ext cx="8117859" cy="30210616"/>
        </p:xfrm>
        <a:graphic>
          <a:graphicData uri="http://schemas.openxmlformats.org/drawingml/2006/table">
            <a:tbl>
              <a:tblPr firstRow="1" bandRow="1">
                <a:tableStyleId>{5C22544A-7EE6-4342-B048-85BDC9FD1C3A}</a:tableStyleId>
              </a:tblPr>
              <a:tblGrid>
                <a:gridCol w="3480873">
                  <a:extLst>
                    <a:ext uri="{9D8B030D-6E8A-4147-A177-3AD203B41FA5}">
                      <a16:colId xmlns:a16="http://schemas.microsoft.com/office/drawing/2014/main" val="20000"/>
                    </a:ext>
                  </a:extLst>
                </a:gridCol>
                <a:gridCol w="4636986">
                  <a:extLst>
                    <a:ext uri="{9D8B030D-6E8A-4147-A177-3AD203B41FA5}">
                      <a16:colId xmlns:a16="http://schemas.microsoft.com/office/drawing/2014/main" val="20001"/>
                    </a:ext>
                  </a:extLst>
                </a:gridCol>
              </a:tblGrid>
              <a:tr h="1170739">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200" b="0" spc="600" dirty="0">
                          <a:solidFill>
                            <a:srgbClr val="1F3A4E"/>
                          </a:solidFill>
                          <a:latin typeface="Arial Black" panose="020B0A04020102020204" pitchFamily="34" charset="0"/>
                        </a:rPr>
                        <a:t>QUICK START GUIDE</a:t>
                      </a:r>
                      <a:br>
                        <a:rPr lang="en-US" sz="3200" b="0" spc="600" dirty="0">
                          <a:solidFill>
                            <a:srgbClr val="1F3A4E"/>
                          </a:solidFill>
                          <a:latin typeface="Arial Black" panose="020B0A04020102020204" pitchFamily="34" charset="0"/>
                        </a:rPr>
                      </a:br>
                      <a:r>
                        <a:rPr lang="en-US" sz="2400" b="1" spc="0" dirty="0">
                          <a:solidFill>
                            <a:srgbClr val="FF0000"/>
                          </a:solidFill>
                          <a:latin typeface="Trebuchet MS" pitchFamily="34" charset="0"/>
                        </a:rPr>
                        <a:t>(THIS SIDEBAR WILL NOT PRINT)</a:t>
                      </a:r>
                      <a:endParaRPr lang="en-US" sz="32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3598933">
                <a:tc gridSpan="2">
                  <a:txBody>
                    <a:bodyPr/>
                    <a:lstStyle/>
                    <a:p>
                      <a:pPr defTabSz="3765639"/>
                      <a:r>
                        <a:rPr lang="en-US" sz="1800" i="0" dirty="0">
                          <a:solidFill>
                            <a:srgbClr val="D9D9D9"/>
                          </a:solidFill>
                          <a:latin typeface="Arial"/>
                          <a:cs typeface="Arial"/>
                        </a:rPr>
                        <a:t>This PowerPoint template produces a </a:t>
                      </a:r>
                      <a:r>
                        <a:rPr lang="en-US" sz="1800" i="0" dirty="0">
                          <a:solidFill>
                            <a:srgbClr val="FFC000"/>
                          </a:solidFill>
                          <a:latin typeface="Arial"/>
                          <a:cs typeface="Arial"/>
                        </a:rPr>
                        <a:t>A1 </a:t>
                      </a:r>
                      <a:r>
                        <a:rPr lang="en-US" sz="18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1800" i="0" dirty="0">
                        <a:solidFill>
                          <a:srgbClr val="D9D9D9"/>
                        </a:solidFill>
                        <a:latin typeface="Arial"/>
                        <a:cs typeface="Arial"/>
                      </a:endParaRPr>
                    </a:p>
                    <a:p>
                      <a:pPr defTabSz="3765639"/>
                      <a:r>
                        <a:rPr lang="en-US" sz="18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1800" i="0" dirty="0" err="1">
                          <a:solidFill>
                            <a:srgbClr val="FFC000"/>
                          </a:solidFill>
                          <a:latin typeface="Arial"/>
                          <a:cs typeface="Arial"/>
                        </a:rPr>
                        <a:t>PosterPresentations.com</a:t>
                      </a:r>
                      <a:r>
                        <a:rPr lang="en-US" sz="1800" i="0" dirty="0">
                          <a:solidFill>
                            <a:srgbClr val="D9D9D9"/>
                          </a:solidFill>
                          <a:latin typeface="Arial"/>
                          <a:cs typeface="Arial"/>
                        </a:rPr>
                        <a:t> and click on the  </a:t>
                      </a:r>
                      <a:r>
                        <a:rPr lang="en-US" sz="1800" i="0" dirty="0">
                          <a:solidFill>
                            <a:srgbClr val="FFC000"/>
                          </a:solidFill>
                          <a:latin typeface="Arial"/>
                          <a:cs typeface="Arial"/>
                        </a:rPr>
                        <a:t>HELP DESK</a:t>
                      </a:r>
                      <a:r>
                        <a:rPr lang="en-US" sz="1800" i="0" baseline="0" dirty="0">
                          <a:solidFill>
                            <a:srgbClr val="D9D9D9"/>
                          </a:solidFill>
                          <a:latin typeface="Arial"/>
                          <a:cs typeface="Arial"/>
                        </a:rPr>
                        <a:t> </a:t>
                      </a:r>
                      <a:r>
                        <a:rPr lang="en-US" sz="1800" i="0" dirty="0">
                          <a:solidFill>
                            <a:srgbClr val="D9D9D9"/>
                          </a:solidFill>
                          <a:latin typeface="Arial"/>
                          <a:cs typeface="Arial"/>
                        </a:rPr>
                        <a:t>tab.</a:t>
                      </a:r>
                    </a:p>
                    <a:p>
                      <a:pPr defTabSz="3765639"/>
                      <a:endParaRPr lang="en-US" sz="1800" i="0" dirty="0">
                        <a:solidFill>
                          <a:srgbClr val="D9D9D9"/>
                        </a:solidFill>
                        <a:latin typeface="Arial"/>
                        <a:cs typeface="Arial"/>
                      </a:endParaRPr>
                    </a:p>
                    <a:p>
                      <a:pPr defTabSz="3765639"/>
                      <a:r>
                        <a:rPr lang="en-US" sz="1800" i="0" dirty="0">
                          <a:solidFill>
                            <a:srgbClr val="D9D9D9"/>
                          </a:solidFill>
                          <a:latin typeface="Arial"/>
                          <a:cs typeface="Arial"/>
                        </a:rPr>
                        <a:t>To print your poster using our same-day professional printing service, go online to </a:t>
                      </a:r>
                      <a:r>
                        <a:rPr lang="en-US" sz="1800" i="0" dirty="0" err="1">
                          <a:solidFill>
                            <a:srgbClr val="FFC000"/>
                          </a:solidFill>
                          <a:latin typeface="Arial"/>
                          <a:cs typeface="Arial"/>
                        </a:rPr>
                        <a:t>PosterPresentations.com</a:t>
                      </a:r>
                      <a:r>
                        <a:rPr lang="en-US" sz="1800" i="0" dirty="0">
                          <a:solidFill>
                            <a:srgbClr val="D9D9D9"/>
                          </a:solidFill>
                          <a:latin typeface="Arial"/>
                          <a:cs typeface="Arial"/>
                        </a:rPr>
                        <a:t> and click on "</a:t>
                      </a:r>
                      <a:r>
                        <a:rPr lang="en-US" sz="1800" i="0" dirty="0">
                          <a:solidFill>
                            <a:srgbClr val="FFC000"/>
                          </a:solidFill>
                          <a:latin typeface="Arial"/>
                          <a:cs typeface="Arial"/>
                        </a:rPr>
                        <a:t>Order your poster</a:t>
                      </a:r>
                      <a:r>
                        <a:rPr lang="en-US" sz="1800" i="0" dirty="0">
                          <a:solidFill>
                            <a:srgbClr val="D9D9D9"/>
                          </a:solidFill>
                          <a:latin typeface="Arial"/>
                          <a:cs typeface="Arial"/>
                        </a:rPr>
                        <a:t>".</a:t>
                      </a:r>
                      <a:endParaRPr lang="en-US" sz="18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292704">
                <a:tc>
                  <a:txBody>
                    <a:bodyPr/>
                    <a:lstStyle/>
                    <a:p>
                      <a:pPr algn="ctr"/>
                      <a:endParaRPr lang="en-US" sz="1800" dirty="0">
                        <a:solidFill>
                          <a:srgbClr val="1F3A4E"/>
                        </a:solidFill>
                      </a:endParaRPr>
                    </a:p>
                    <a:p>
                      <a:pPr algn="ctr"/>
                      <a:endParaRPr lang="en-US" sz="1800" dirty="0">
                        <a:solidFill>
                          <a:srgbClr val="1F3A4E"/>
                        </a:solidFill>
                      </a:endParaRPr>
                    </a:p>
                    <a:p>
                      <a:pPr algn="ctr"/>
                      <a:r>
                        <a:rPr lang="en-US" sz="1800" dirty="0">
                          <a:solidFill>
                            <a:schemeClr val="bg1"/>
                          </a:solidFill>
                          <a:latin typeface="Arial" panose="020B0604020202020204" pitchFamily="34" charset="0"/>
                          <a:cs typeface="Arial" panose="020B0604020202020204" pitchFamily="34" charset="0"/>
                        </a:rPr>
                        <a:t>This is a poster template for a </a:t>
                      </a:r>
                      <a:br>
                        <a:rPr lang="en-US" sz="1800" dirty="0">
                          <a:solidFill>
                            <a:schemeClr val="bg1"/>
                          </a:solidFill>
                          <a:latin typeface="Arial" panose="020B0604020202020204" pitchFamily="34" charset="0"/>
                          <a:cs typeface="Arial" panose="020B0604020202020204" pitchFamily="34" charset="0"/>
                        </a:rPr>
                      </a:br>
                      <a:r>
                        <a:rPr lang="en-US" sz="3200" b="1" dirty="0">
                          <a:solidFill>
                            <a:srgbClr val="FFC000"/>
                          </a:solidFill>
                          <a:latin typeface="Arial" panose="020B0604020202020204" pitchFamily="34" charset="0"/>
                          <a:cs typeface="Arial" panose="020B0604020202020204" pitchFamily="34" charset="0"/>
                        </a:rPr>
                        <a:t>A1</a:t>
                      </a:r>
                    </a:p>
                    <a:p>
                      <a:pPr marL="0" marR="0" indent="0" algn="ctr" defTabSz="3802180" rtl="0" eaLnBrk="1" fontAlgn="auto" latinLnBrk="0" hangingPunct="1">
                        <a:lnSpc>
                          <a:spcPct val="100000"/>
                        </a:lnSpc>
                        <a:spcBef>
                          <a:spcPts val="0"/>
                        </a:spcBef>
                        <a:spcAft>
                          <a:spcPts val="0"/>
                        </a:spcAft>
                        <a:buClrTx/>
                        <a:buSzTx/>
                        <a:buFontTx/>
                        <a:buNone/>
                        <a:tabLst/>
                        <a:defRPr/>
                      </a:pPr>
                      <a:r>
                        <a:rPr lang="en-US" sz="1800" dirty="0">
                          <a:solidFill>
                            <a:srgbClr val="FFC000"/>
                          </a:solidFill>
                          <a:latin typeface="Arial" panose="020B0604020202020204" pitchFamily="34" charset="0"/>
                          <a:cs typeface="Arial" panose="020B0604020202020204" pitchFamily="34" charset="0"/>
                        </a:rPr>
                        <a:t>594mm x 841mm</a:t>
                      </a:r>
                    </a:p>
                    <a:p>
                      <a:pPr marL="0" marR="0" indent="0" algn="ctr" defTabSz="3802180" rtl="0" eaLnBrk="1" fontAlgn="auto" latinLnBrk="0" hangingPunct="1">
                        <a:lnSpc>
                          <a:spcPct val="100000"/>
                        </a:lnSpc>
                        <a:spcBef>
                          <a:spcPts val="0"/>
                        </a:spcBef>
                        <a:spcAft>
                          <a:spcPts val="0"/>
                        </a:spcAft>
                        <a:buClrTx/>
                        <a:buSzTx/>
                        <a:buFontTx/>
                        <a:buNone/>
                        <a:tabLst/>
                        <a:defRPr/>
                      </a:pPr>
                      <a:r>
                        <a:rPr lang="en-US" sz="1800" dirty="0">
                          <a:solidFill>
                            <a:srgbClr val="FFC000"/>
                          </a:solidFill>
                          <a:latin typeface="Arial" panose="020B0604020202020204" pitchFamily="34" charset="0"/>
                          <a:cs typeface="Arial" panose="020B0604020202020204" pitchFamily="34" charset="0"/>
                        </a:rPr>
                        <a:t>23.39 inches x 33.11 inches</a:t>
                      </a:r>
                      <a:br>
                        <a:rPr lang="en-US" sz="1800" dirty="0">
                          <a:solidFill>
                            <a:schemeClr val="bg1"/>
                          </a:solidFill>
                          <a:latin typeface="Arial" panose="020B0604020202020204" pitchFamily="34" charset="0"/>
                          <a:cs typeface="Arial" panose="020B0604020202020204" pitchFamily="34" charset="0"/>
                        </a:rPr>
                      </a:br>
                      <a:r>
                        <a:rPr lang="en-US" sz="1800" dirty="0">
                          <a:solidFill>
                            <a:schemeClr val="bg1"/>
                          </a:solidFill>
                          <a:latin typeface="Arial" panose="020B0604020202020204" pitchFamily="34" charset="0"/>
                          <a:cs typeface="Arial" panose="020B0604020202020204" pitchFamily="34" charset="0"/>
                        </a:rPr>
                        <a:t>research presentation poster</a:t>
                      </a:r>
                    </a:p>
                    <a:p>
                      <a:endParaRPr lang="en-US" sz="18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000" b="1" baseline="0" dirty="0">
                          <a:solidFill>
                            <a:srgbClr val="FFC000"/>
                          </a:solidFill>
                          <a:latin typeface="Arial" panose="020B0604020202020204" pitchFamily="34" charset="0"/>
                          <a:cs typeface="Arial" panose="020B0604020202020204" pitchFamily="34" charset="0"/>
                        </a:rPr>
                        <a:t>Important: Check the template size</a:t>
                      </a:r>
                      <a:br>
                        <a:rPr lang="en-US" sz="1800" b="0" baseline="0" dirty="0">
                          <a:solidFill>
                            <a:srgbClr val="FFC000"/>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800" b="0" baseline="0" dirty="0">
                          <a:solidFill>
                            <a:srgbClr val="D9D9D9"/>
                          </a:solidFill>
                          <a:latin typeface="Arial" panose="020B0604020202020204" pitchFamily="34" charset="0"/>
                          <a:cs typeface="Arial" panose="020B0604020202020204" pitchFamily="34" charset="0"/>
                        </a:rPr>
                      </a:br>
                      <a:endParaRPr lang="en-US" sz="1800" b="0" baseline="0" dirty="0">
                        <a:solidFill>
                          <a:srgbClr val="FFC000"/>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8"/>
                  </a:ext>
                </a:extLst>
              </a:tr>
              <a:tr h="3340698">
                <a:tc>
                  <a:txBody>
                    <a:bodyPr/>
                    <a:lstStyle/>
                    <a:p>
                      <a:endParaRPr lang="en-US" sz="1800" dirty="0">
                        <a:solidFill>
                          <a:srgbClr val="1F3A4E"/>
                        </a:solidFill>
                      </a:endParaRPr>
                    </a:p>
                  </a:txBody>
                  <a:tcPr>
                    <a:blipFill rotWithShape="1">
                      <a:blip r:embed="rId14"/>
                      <a:stretch>
                        <a:fillRect/>
                      </a:stretch>
                    </a:blipFill>
                  </a:tcPr>
                </a:tc>
                <a:tc>
                  <a:txBody>
                    <a:bodyPr/>
                    <a:lstStyle/>
                    <a:p>
                      <a:pPr algn="l"/>
                      <a:r>
                        <a:rPr lang="en-US" sz="2000" b="1" baseline="0" dirty="0">
                          <a:solidFill>
                            <a:srgbClr val="FFC000"/>
                          </a:solidFill>
                          <a:latin typeface="Arial" panose="020B0604020202020204" pitchFamily="34" charset="0"/>
                          <a:cs typeface="Arial" panose="020B0604020202020204" pitchFamily="34" charset="0"/>
                        </a:rPr>
                        <a:t>How to </a:t>
                      </a:r>
                      <a:r>
                        <a:rPr lang="en-US" sz="3600" b="1" baseline="0" dirty="0">
                          <a:solidFill>
                            <a:srgbClr val="FFC000"/>
                          </a:solidFill>
                          <a:latin typeface="Arial" panose="020B0604020202020204" pitchFamily="34" charset="0"/>
                          <a:cs typeface="Arial" panose="020B0604020202020204" pitchFamily="34" charset="0"/>
                        </a:rPr>
                        <a:t>Zoom in </a:t>
                      </a:r>
                      <a:r>
                        <a:rPr lang="en-US" sz="2000" b="1" baseline="0" dirty="0">
                          <a:solidFill>
                            <a:srgbClr val="FFC000"/>
                          </a:solidFill>
                          <a:latin typeface="Arial" panose="020B0604020202020204" pitchFamily="34" charset="0"/>
                          <a:cs typeface="Arial" panose="020B0604020202020204" pitchFamily="34" charset="0"/>
                        </a:rPr>
                        <a:t>and </a:t>
                      </a:r>
                      <a:r>
                        <a:rPr lang="en-US" sz="1600" b="1" baseline="0" dirty="0">
                          <a:solidFill>
                            <a:srgbClr val="FFC000"/>
                          </a:solidFill>
                          <a:latin typeface="Arial" panose="020B0604020202020204" pitchFamily="34" charset="0"/>
                          <a:cs typeface="Arial" panose="020B0604020202020204" pitchFamily="34" charset="0"/>
                        </a:rPr>
                        <a:t>out</a:t>
                      </a:r>
                      <a:endParaRPr lang="en-US" sz="2000" b="1" baseline="0" dirty="0">
                        <a:solidFill>
                          <a:srgbClr val="FFC000"/>
                        </a:solidFill>
                        <a:latin typeface="Arial" panose="020B0604020202020204" pitchFamily="34" charset="0"/>
                        <a:cs typeface="Arial" panose="020B0604020202020204" pitchFamily="34" charset="0"/>
                      </a:endParaRPr>
                    </a:p>
                    <a:p>
                      <a:pPr algn="l"/>
                      <a:r>
                        <a:rPr lang="en-US" sz="18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800" b="0" baseline="0" dirty="0">
                          <a:solidFill>
                            <a:srgbClr val="D9D9D9"/>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1. </a:t>
                      </a:r>
                      <a:r>
                        <a:rPr lang="en-US" sz="18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800" b="0" baseline="0" dirty="0">
                          <a:solidFill>
                            <a:srgbClr val="D9D9D9"/>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2. </a:t>
                      </a:r>
                      <a:r>
                        <a:rPr lang="en-US" sz="18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994589">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000" b="1" baseline="0" dirty="0">
                          <a:solidFill>
                            <a:srgbClr val="FFC000"/>
                          </a:solidFill>
                          <a:latin typeface="Arial" panose="020B0604020202020204" pitchFamily="34" charset="0"/>
                          <a:cs typeface="Arial" panose="020B0604020202020204" pitchFamily="34" charset="0"/>
                        </a:rPr>
                        <a:t>Ruler and Guides</a:t>
                      </a:r>
                      <a:br>
                        <a:rPr lang="en-US" sz="1800" b="0" baseline="0" dirty="0">
                          <a:solidFill>
                            <a:srgbClr val="FFC000"/>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945819">
                <a:tc>
                  <a:txBody>
                    <a:bodyPr/>
                    <a:lstStyle/>
                    <a:p>
                      <a:endParaRPr lang="en-US" sz="1800" dirty="0">
                        <a:solidFill>
                          <a:srgbClr val="1F3A4E"/>
                        </a:solidFill>
                      </a:endParaRPr>
                    </a:p>
                  </a:txBody>
                  <a:tcPr>
                    <a:blipFill rotWithShape="1">
                      <a:blip r:embed="rId15"/>
                      <a:stretch>
                        <a:fillRect/>
                      </a:stretch>
                    </a:blipFill>
                  </a:tcPr>
                </a:tc>
                <a:tc>
                  <a:txBody>
                    <a:bodyPr/>
                    <a:lstStyle/>
                    <a:p>
                      <a:pPr marL="0" lvl="1" indent="0" algn="l" defTabSz="114300"/>
                      <a:r>
                        <a:rPr lang="en-US" sz="2000" b="1" baseline="0" dirty="0">
                          <a:solidFill>
                            <a:srgbClr val="FFC000"/>
                          </a:solidFill>
                          <a:latin typeface="Arial" panose="020B0604020202020204" pitchFamily="34" charset="0"/>
                          <a:cs typeface="Arial" panose="020B0604020202020204" pitchFamily="34" charset="0"/>
                        </a:rPr>
                        <a:t>Headers and text containers</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208687">
                <a:tc gridSpan="2">
                  <a:txBody>
                    <a:bodyPr/>
                    <a:lstStyle/>
                    <a:p>
                      <a:r>
                        <a:rPr lang="en-US" sz="2000" b="1" dirty="0">
                          <a:solidFill>
                            <a:srgbClr val="FFC000"/>
                          </a:solidFill>
                          <a:latin typeface="Arial" panose="020B0604020202020204" pitchFamily="34" charset="0"/>
                          <a:cs typeface="Arial" panose="020B0604020202020204" pitchFamily="34" charset="0"/>
                        </a:rPr>
                        <a:t>Adding content to the poster</a:t>
                      </a:r>
                    </a:p>
                    <a:p>
                      <a:r>
                        <a:rPr lang="en-US" sz="18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8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8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12467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1868684">
                <a:tc gridSpan="2">
                  <a:txBody>
                    <a:bodyPr/>
                    <a:lstStyle/>
                    <a:p>
                      <a:endParaRPr lang="en-US" sz="1800" dirty="0">
                        <a:solidFill>
                          <a:schemeClr val="bg1"/>
                        </a:solidFill>
                        <a:latin typeface="Arial" panose="020B0604020202020204" pitchFamily="34" charset="0"/>
                        <a:cs typeface="Arial" panose="020B0604020202020204" pitchFamily="34" charset="0"/>
                      </a:endParaRPr>
                    </a:p>
                  </a:txBody>
                  <a:tcPr marL="182880" marT="137160">
                    <a:blipFill rotWithShape="1">
                      <a:blip r:embed="rId16"/>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206781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2597279">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800" noProof="0" dirty="0">
                        <a:solidFill>
                          <a:schemeClr val="bg1"/>
                        </a:solidFill>
                        <a:latin typeface="Arial"/>
                        <a:cs typeface="Arial"/>
                      </a:endParaRPr>
                    </a:p>
                  </a:txBody>
                  <a:tcPr marL="182880" marT="137160">
                    <a:blipFill rotWithShape="1">
                      <a:blip r:embed="rId17"/>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9" name="Table 3">
            <a:extLst>
              <a:ext uri="{FF2B5EF4-FFF2-40B4-BE49-F238E27FC236}">
                <a16:creationId xmlns:a16="http://schemas.microsoft.com/office/drawing/2014/main" id="{D3163F06-8988-64A0-D988-F5CCB26E85B8}"/>
              </a:ext>
            </a:extLst>
          </p:cNvPr>
          <p:cNvGraphicFramePr>
            <a:graphicFrameLocks noGrp="1"/>
          </p:cNvGraphicFramePr>
          <p:nvPr userDrawn="1">
            <p:extLst>
              <p:ext uri="{D42A27DB-BD31-4B8C-83A1-F6EECF244321}">
                <p14:modId xmlns:p14="http://schemas.microsoft.com/office/powerpoint/2010/main" val="817833161"/>
              </p:ext>
            </p:extLst>
          </p:nvPr>
        </p:nvGraphicFramePr>
        <p:xfrm>
          <a:off x="21937684" y="-142032"/>
          <a:ext cx="8060660" cy="30430194"/>
        </p:xfrm>
        <a:graphic>
          <a:graphicData uri="http://schemas.openxmlformats.org/drawingml/2006/table">
            <a:tbl>
              <a:tblPr firstRow="1" bandRow="1">
                <a:tableStyleId>{5C22544A-7EE6-4342-B048-85BDC9FD1C3A}</a:tableStyleId>
              </a:tblPr>
              <a:tblGrid>
                <a:gridCol w="3162981">
                  <a:extLst>
                    <a:ext uri="{9D8B030D-6E8A-4147-A177-3AD203B41FA5}">
                      <a16:colId xmlns:a16="http://schemas.microsoft.com/office/drawing/2014/main" val="20000"/>
                    </a:ext>
                  </a:extLst>
                </a:gridCol>
                <a:gridCol w="950236">
                  <a:extLst>
                    <a:ext uri="{9D8B030D-6E8A-4147-A177-3AD203B41FA5}">
                      <a16:colId xmlns:a16="http://schemas.microsoft.com/office/drawing/2014/main" val="764104496"/>
                    </a:ext>
                  </a:extLst>
                </a:gridCol>
                <a:gridCol w="3947443">
                  <a:extLst>
                    <a:ext uri="{9D8B030D-6E8A-4147-A177-3AD203B41FA5}">
                      <a16:colId xmlns:a16="http://schemas.microsoft.com/office/drawing/2014/main" val="4164475170"/>
                    </a:ext>
                  </a:extLst>
                </a:gridCol>
              </a:tblGrid>
              <a:tr h="1192134">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200" b="0" spc="600" dirty="0">
                          <a:solidFill>
                            <a:srgbClr val="1F3A4E"/>
                          </a:solidFill>
                          <a:latin typeface="Arial Black" panose="020B0A04020102020204" pitchFamily="34" charset="0"/>
                        </a:rPr>
                        <a:t>QUICK START GUIDE</a:t>
                      </a:r>
                      <a:br>
                        <a:rPr lang="en-US" sz="3200" b="0" spc="600" dirty="0">
                          <a:solidFill>
                            <a:srgbClr val="1F3A4E"/>
                          </a:solidFill>
                          <a:latin typeface="Arial Black" panose="020B0A04020102020204" pitchFamily="34" charset="0"/>
                        </a:rPr>
                      </a:br>
                      <a:r>
                        <a:rPr lang="en-US" sz="2400" b="1" spc="0" dirty="0">
                          <a:solidFill>
                            <a:srgbClr val="FF0000"/>
                          </a:solidFill>
                          <a:latin typeface="Trebuchet MS" pitchFamily="34" charset="0"/>
                        </a:rPr>
                        <a:t>(THIS SIDEBAR WILL NOT PRINT)</a:t>
                      </a:r>
                      <a:endParaRPr lang="en-US" sz="32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727945">
                <a:tc gridSpan="3">
                  <a:txBody>
                    <a:bodyPr/>
                    <a:lstStyle/>
                    <a:p>
                      <a:pPr algn="l"/>
                      <a:r>
                        <a:rPr lang="en-US" sz="20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8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800" dirty="0">
                          <a:solidFill>
                            <a:srgbClr val="FFC000"/>
                          </a:solidFill>
                          <a:hlinkClick r:id="rId18">
                            <a:extLst>
                              <a:ext uri="{A12FA001-AC4F-418D-AE19-62706E023703}">
                                <ahyp:hlinkClr xmlns:ahyp="http://schemas.microsoft.com/office/drawing/2018/hyperlinkcolor" val="tx"/>
                              </a:ext>
                            </a:extLst>
                          </a:hlinkClick>
                        </a:rPr>
                        <a:t>https://www.posterpresentations.com/how-to-change-the-research-poster-template-colors.html</a:t>
                      </a:r>
                      <a:endParaRPr lang="en-US" sz="1800" dirty="0">
                        <a:solidFill>
                          <a:srgbClr val="FFC000"/>
                        </a:solidFill>
                      </a:endParaRPr>
                    </a:p>
                    <a:p>
                      <a:pPr marL="0" indent="0" algn="l" defTabSz="114300"/>
                      <a:endParaRPr lang="en-US" sz="1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8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8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259477">
                <a:tc gridSpan="3">
                  <a:txBody>
                    <a:bodyPr/>
                    <a:lstStyle/>
                    <a:p>
                      <a:r>
                        <a:rPr lang="en-US" sz="2000" b="1" dirty="0">
                          <a:solidFill>
                            <a:srgbClr val="FFC000"/>
                          </a:solidFill>
                          <a:latin typeface="Arial" panose="020B0604020202020204" pitchFamily="34" charset="0"/>
                          <a:cs typeface="Arial" panose="020B0604020202020204" pitchFamily="34" charset="0"/>
                        </a:rPr>
                        <a:t>How to change the column layout configuration</a:t>
                      </a:r>
                    </a:p>
                    <a:p>
                      <a:r>
                        <a:rPr lang="en-US" sz="18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1800" dirty="0">
                          <a:solidFill>
                            <a:srgbClr val="D9D9D9"/>
                          </a:solidFill>
                          <a:latin typeface="Arial" panose="020B0604020202020204" pitchFamily="34" charset="0"/>
                          <a:cs typeface="Arial" panose="020B0604020202020204" pitchFamily="34" charset="0"/>
                        </a:rPr>
                        <a:t>You can see a tutorial here: </a:t>
                      </a:r>
                      <a:r>
                        <a:rPr lang="en-US" sz="1800" u="sng" dirty="0">
                          <a:solidFill>
                            <a:srgbClr val="FFC000"/>
                          </a:solidFill>
                          <a:latin typeface="Arial" panose="020B0604020202020204" pitchFamily="34" charset="0"/>
                          <a:cs typeface="Arial" panose="020B0604020202020204" pitchFamily="34" charset="0"/>
                        </a:rPr>
                        <a:t>https://</a:t>
                      </a:r>
                      <a:r>
                        <a:rPr lang="en-US" sz="1800" u="sng" dirty="0" err="1">
                          <a:solidFill>
                            <a:srgbClr val="FFC000"/>
                          </a:solidFill>
                          <a:latin typeface="Arial" panose="020B0604020202020204" pitchFamily="34" charset="0"/>
                          <a:cs typeface="Arial" panose="020B0604020202020204" pitchFamily="34" charset="0"/>
                        </a:rPr>
                        <a:t>www.posterpresentations.com</a:t>
                      </a:r>
                      <a:r>
                        <a:rPr lang="en-US" sz="1800" u="sng" dirty="0">
                          <a:solidFill>
                            <a:srgbClr val="FFC000"/>
                          </a:solidFill>
                          <a:latin typeface="Arial" panose="020B0604020202020204" pitchFamily="34" charset="0"/>
                          <a:cs typeface="Arial" panose="020B0604020202020204" pitchFamily="34" charset="0"/>
                        </a:rPr>
                        <a:t>/how-to-change-the-column-</a:t>
                      </a:r>
                      <a:r>
                        <a:rPr lang="en-US" sz="1800" u="sng" dirty="0" err="1">
                          <a:solidFill>
                            <a:srgbClr val="FFC000"/>
                          </a:solidFill>
                          <a:latin typeface="Arial" panose="020B0604020202020204" pitchFamily="34" charset="0"/>
                          <a:cs typeface="Arial" panose="020B0604020202020204" pitchFamily="34" charset="0"/>
                        </a:rPr>
                        <a:t>configuration.html</a:t>
                      </a:r>
                      <a:endParaRPr lang="en-US" sz="4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1678544">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19">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panose="020B0604020202020204" pitchFamily="34" charset="0"/>
                          <a:cs typeface="Arial" panose="020B0604020202020204" pitchFamily="34" charset="0"/>
                        </a:rPr>
                        <a:t>The Quick Start</a:t>
                      </a:r>
                      <a:r>
                        <a:rPr lang="en-US" sz="1800" baseline="0" noProof="0" dirty="0">
                          <a:solidFill>
                            <a:srgbClr val="D9D9D9"/>
                          </a:solidFill>
                          <a:latin typeface="Arial" panose="020B0604020202020204" pitchFamily="34" charset="0"/>
                          <a:cs typeface="Arial" panose="020B0604020202020204" pitchFamily="34" charset="0"/>
                        </a:rPr>
                        <a:t> Guides</a:t>
                      </a:r>
                      <a:r>
                        <a:rPr lang="en-US" sz="1800" noProof="0" dirty="0">
                          <a:solidFill>
                            <a:srgbClr val="D9D9D9"/>
                          </a:solidFill>
                          <a:latin typeface="Arial" panose="020B0604020202020204" pitchFamily="34" charset="0"/>
                          <a:cs typeface="Arial" panose="020B0604020202020204" pitchFamily="34" charset="0"/>
                        </a:rPr>
                        <a:t> </a:t>
                      </a:r>
                      <a:r>
                        <a:rPr lang="en-US" sz="1800" u="sng" noProof="0" dirty="0">
                          <a:solidFill>
                            <a:srgbClr val="D9D9D9"/>
                          </a:solidFill>
                          <a:latin typeface="Arial" panose="020B0604020202020204" pitchFamily="34" charset="0"/>
                          <a:cs typeface="Arial" panose="020B0604020202020204" pitchFamily="34" charset="0"/>
                        </a:rPr>
                        <a:t>are outside the template’s printable area</a:t>
                      </a:r>
                      <a:r>
                        <a:rPr lang="en-US" sz="1800" noProof="0" dirty="0">
                          <a:solidFill>
                            <a:srgbClr val="D9D9D9"/>
                          </a:solidFill>
                          <a:latin typeface="Arial" panose="020B0604020202020204" pitchFamily="34" charset="0"/>
                          <a:cs typeface="Arial" panose="020B0604020202020204" pitchFamily="34" charset="0"/>
                        </a:rPr>
                        <a:t> and they will not be on the printed poster</a:t>
                      </a:r>
                      <a:r>
                        <a:rPr lang="en-US" sz="18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aseline="0" noProof="0" dirty="0">
                          <a:solidFill>
                            <a:srgbClr val="D9D9D9"/>
                          </a:solidFill>
                          <a:latin typeface="Arial" panose="020B0604020202020204" pitchFamily="34" charset="0"/>
                          <a:cs typeface="Arial" panose="020B0604020202020204" pitchFamily="34" charset="0"/>
                        </a:rPr>
                        <a:t>To hide the guides click on the </a:t>
                      </a:r>
                      <a:r>
                        <a:rPr lang="en-US" sz="1800" b="1" baseline="0" noProof="0" dirty="0">
                          <a:solidFill>
                            <a:srgbClr val="D9D9D9"/>
                          </a:solidFill>
                          <a:latin typeface="Arial" panose="020B0604020202020204" pitchFamily="34" charset="0"/>
                          <a:cs typeface="Arial" panose="020B0604020202020204" pitchFamily="34" charset="0"/>
                        </a:rPr>
                        <a:t>Home</a:t>
                      </a:r>
                      <a:r>
                        <a:rPr lang="en-US" sz="18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800" b="1" baseline="0" noProof="0" dirty="0">
                          <a:solidFill>
                            <a:srgbClr val="D9D9D9"/>
                          </a:solidFill>
                          <a:latin typeface="Arial" panose="020B0604020202020204" pitchFamily="34" charset="0"/>
                          <a:cs typeface="Arial" panose="020B0604020202020204" pitchFamily="34" charset="0"/>
                        </a:rPr>
                        <a:t>Layout</a:t>
                      </a:r>
                      <a:r>
                        <a:rPr lang="en-US" sz="18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800" b="1" baseline="0" noProof="0" dirty="0">
                          <a:solidFill>
                            <a:srgbClr val="D9D9D9"/>
                          </a:solidFill>
                          <a:latin typeface="Arial" panose="020B0604020202020204" pitchFamily="34" charset="0"/>
                          <a:cs typeface="Arial" panose="020B0604020202020204" pitchFamily="34" charset="0"/>
                        </a:rPr>
                        <a:t>Without Guides </a:t>
                      </a:r>
                      <a:r>
                        <a:rPr lang="en-US" sz="1800" b="0" baseline="0" noProof="0" dirty="0">
                          <a:solidFill>
                            <a:srgbClr val="D9D9D9"/>
                          </a:solidFill>
                          <a:latin typeface="Arial" panose="020B0604020202020204" pitchFamily="34" charset="0"/>
                          <a:cs typeface="Arial" panose="020B0604020202020204" pitchFamily="34" charset="0"/>
                        </a:rPr>
                        <a:t>layout</a:t>
                      </a:r>
                      <a:r>
                        <a:rPr lang="en-US" sz="1800" baseline="0" noProof="0" dirty="0">
                          <a:solidFill>
                            <a:srgbClr val="D9D9D9"/>
                          </a:solidFill>
                          <a:latin typeface="Arial" panose="020B0604020202020204" pitchFamily="34" charset="0"/>
                          <a:cs typeface="Arial" panose="020B0604020202020204" pitchFamily="34" charset="0"/>
                        </a:rPr>
                        <a:t>.</a:t>
                      </a:r>
                      <a:endParaRPr lang="en-US" sz="1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5446460">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4626677">
                <a:tc>
                  <a:txBody>
                    <a:bodyPr/>
                    <a:lstStyle/>
                    <a:p>
                      <a:pPr rtl="0"/>
                      <a:r>
                        <a:rPr lang="en-US" sz="2400" b="1" dirty="0">
                          <a:solidFill>
                            <a:srgbClr val="FFC000"/>
                          </a:solidFill>
                          <a:latin typeface="Arial" panose="020B0604020202020204" pitchFamily="34" charset="0"/>
                          <a:cs typeface="Arial" panose="020B0604020202020204" pitchFamily="34" charset="0"/>
                        </a:rPr>
                        <a:t>How to</a:t>
                      </a:r>
                      <a:r>
                        <a:rPr lang="en-US" sz="2400" b="1" baseline="0" dirty="0">
                          <a:solidFill>
                            <a:srgbClr val="FFC000"/>
                          </a:solidFill>
                          <a:latin typeface="Arial" panose="020B0604020202020204" pitchFamily="34" charset="0"/>
                          <a:cs typeface="Arial" panose="020B0604020202020204" pitchFamily="34" charset="0"/>
                        </a:rPr>
                        <a:t> preview your poster prior to printing</a:t>
                      </a:r>
                      <a:endParaRPr lang="en-US" sz="2400" b="1" dirty="0">
                        <a:solidFill>
                          <a:srgbClr val="FFC000"/>
                        </a:solidFill>
                        <a:latin typeface="Arial" panose="020B0604020202020204" pitchFamily="34" charset="0"/>
                        <a:cs typeface="Arial" panose="020B0604020202020204" pitchFamily="34" charset="0"/>
                      </a:endParaRPr>
                    </a:p>
                    <a:p>
                      <a:pPr rtl="0"/>
                      <a:r>
                        <a:rPr lang="en-US" sz="2000" dirty="0">
                          <a:solidFill>
                            <a:srgbClr val="D9D9D9"/>
                          </a:solidFill>
                          <a:latin typeface="Arial" panose="020B0604020202020204" pitchFamily="34" charset="0"/>
                          <a:cs typeface="Arial" panose="020B0604020202020204" pitchFamily="34" charset="0"/>
                        </a:rPr>
                        <a:t>You can preview your poster at any time by pressing the </a:t>
                      </a:r>
                      <a:r>
                        <a:rPr lang="en-US" sz="2000" dirty="0">
                          <a:solidFill>
                            <a:srgbClr val="FFC000"/>
                          </a:solidFill>
                          <a:latin typeface="Arial" panose="020B0604020202020204" pitchFamily="34" charset="0"/>
                          <a:cs typeface="Arial" panose="020B0604020202020204" pitchFamily="34" charset="0"/>
                        </a:rPr>
                        <a:t>F5 key</a:t>
                      </a:r>
                      <a:r>
                        <a:rPr lang="en-US" sz="20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000" dirty="0">
                          <a:solidFill>
                            <a:srgbClr val="FFC000"/>
                          </a:solidFill>
                          <a:latin typeface="Arial" panose="020B0604020202020204" pitchFamily="34" charset="0"/>
                          <a:cs typeface="Arial" panose="020B0604020202020204" pitchFamily="34" charset="0"/>
                        </a:rPr>
                        <a:t>ESC key </a:t>
                      </a:r>
                      <a:r>
                        <a:rPr lang="en-US" sz="20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8800" b="1" dirty="0">
                          <a:solidFill>
                            <a:srgbClr val="D9D9D9"/>
                          </a:solidFill>
                          <a:latin typeface="Arial" panose="020B0604020202020204" pitchFamily="34" charset="0"/>
                          <a:cs typeface="Arial" panose="020B0604020202020204" pitchFamily="34" charset="0"/>
                        </a:rPr>
                        <a:t>F5</a:t>
                      </a:r>
                      <a:r>
                        <a:rPr lang="en-US" sz="1800" baseline="0" dirty="0">
                          <a:solidFill>
                            <a:srgbClr val="D9D9D9"/>
                          </a:solidFill>
                          <a:latin typeface="Arial" panose="020B0604020202020204" pitchFamily="34" charset="0"/>
                          <a:cs typeface="Arial" panose="020B0604020202020204" pitchFamily="34" charset="0"/>
                        </a:rPr>
                        <a:t> </a:t>
                      </a:r>
                      <a:endParaRPr lang="en-US" sz="18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308827">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When you are ready to have your poster printed go online to </a:t>
                      </a:r>
                      <a:r>
                        <a:rPr lang="en-US" sz="1800" noProof="0" dirty="0" err="1">
                          <a:solidFill>
                            <a:srgbClr val="FFC000"/>
                          </a:solidFill>
                          <a:latin typeface="Arial"/>
                          <a:cs typeface="Arial"/>
                        </a:rPr>
                        <a:t>PosterPresentations.com</a:t>
                      </a:r>
                      <a:r>
                        <a:rPr lang="en-US" sz="1800" noProof="0" dirty="0">
                          <a:solidFill>
                            <a:srgbClr val="D9D9D9"/>
                          </a:solidFill>
                          <a:latin typeface="Arial"/>
                          <a:cs typeface="Arial"/>
                        </a:rPr>
                        <a:t> and click on the "</a:t>
                      </a:r>
                      <a:r>
                        <a:rPr lang="en-US" sz="1800" noProof="0" dirty="0">
                          <a:solidFill>
                            <a:srgbClr val="FFC000"/>
                          </a:solidFill>
                          <a:latin typeface="Arial"/>
                          <a:cs typeface="Arial"/>
                        </a:rPr>
                        <a:t>Order Your Poster</a:t>
                      </a:r>
                      <a:r>
                        <a:rPr lang="en-US" sz="18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1800" noProof="0" dirty="0">
                          <a:solidFill>
                            <a:srgbClr val="D9D9D9"/>
                          </a:solidFill>
                          <a:latin typeface="Arial"/>
                          <a:cs typeface="Arial"/>
                        </a:rPr>
                      </a:br>
                      <a:r>
                        <a:rPr lang="en-US" sz="1800" noProof="0" dirty="0">
                          <a:solidFill>
                            <a:srgbClr val="D9D9D9"/>
                          </a:solidFill>
                          <a:latin typeface="Arial"/>
                          <a:cs typeface="Arial"/>
                        </a:rPr>
                        <a:t>Go to </a:t>
                      </a:r>
                      <a:r>
                        <a:rPr lang="en-US" sz="1800" noProof="0" dirty="0" err="1">
                          <a:solidFill>
                            <a:srgbClr val="FFC000"/>
                          </a:solidFill>
                          <a:latin typeface="Arial"/>
                          <a:cs typeface="Arial"/>
                        </a:rPr>
                        <a:t>PosterPresentations.com</a:t>
                      </a:r>
                      <a:r>
                        <a:rPr lang="en-US" sz="18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047130">
                <a:tc gridSpan="3">
                  <a:txBody>
                    <a:bodyPr/>
                    <a:lstStyle/>
                    <a:p>
                      <a:endParaRPr lang="en-US" sz="1800" dirty="0">
                        <a:solidFill>
                          <a:srgbClr val="1F3A4E"/>
                        </a:solidFill>
                      </a:endParaRPr>
                    </a:p>
                  </a:txBody>
                  <a:tcPr marL="182880" marT="137160">
                    <a:blipFill dpi="0" rotWithShape="1">
                      <a:blip r:embed="rId2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130052">
                <a:tc gridSpan="2">
                  <a:txBody>
                    <a:bodyPr/>
                    <a:lstStyle/>
                    <a:p>
                      <a:pPr>
                        <a:lnSpc>
                          <a:spcPts val="2600"/>
                        </a:lnSpc>
                      </a:pPr>
                      <a:r>
                        <a:rPr lang="en-US" sz="1800" dirty="0">
                          <a:solidFill>
                            <a:schemeClr val="bg1">
                              <a:lumMod val="85000"/>
                            </a:schemeClr>
                          </a:solidFill>
                          <a:latin typeface="Arial"/>
                          <a:cs typeface="Arial"/>
                        </a:rPr>
                        <a:t>© 2022</a:t>
                      </a:r>
                      <a:r>
                        <a:rPr lang="en-US" sz="1800" baseline="0" dirty="0">
                          <a:solidFill>
                            <a:schemeClr val="bg1">
                              <a:lumMod val="85000"/>
                            </a:schemeClr>
                          </a:solidFill>
                          <a:latin typeface="Arial"/>
                          <a:cs typeface="Arial"/>
                        </a:rPr>
                        <a:t> </a:t>
                      </a:r>
                      <a:r>
                        <a:rPr lang="en-US" sz="1800" dirty="0" err="1">
                          <a:solidFill>
                            <a:schemeClr val="bg1">
                              <a:lumMod val="85000"/>
                            </a:schemeClr>
                          </a:solidFill>
                          <a:latin typeface="Arial"/>
                          <a:cs typeface="Arial"/>
                        </a:rPr>
                        <a:t>PosterPresentations.com</a:t>
                      </a:r>
                      <a:br>
                        <a:rPr lang="en-US" sz="1800" dirty="0">
                          <a:solidFill>
                            <a:schemeClr val="bg1">
                              <a:lumMod val="85000"/>
                            </a:schemeClr>
                          </a:solidFill>
                          <a:latin typeface="Arial"/>
                          <a:cs typeface="Arial"/>
                        </a:rPr>
                      </a:br>
                      <a:r>
                        <a:rPr lang="en-US" sz="1800" dirty="0">
                          <a:solidFill>
                            <a:schemeClr val="bg1">
                              <a:lumMod val="85000"/>
                            </a:schemeClr>
                          </a:solidFill>
                          <a:latin typeface="Arial"/>
                          <a:cs typeface="Arial"/>
                        </a:rPr>
                        <a:t>2117 Fourth Street ,</a:t>
                      </a:r>
                      <a:r>
                        <a:rPr lang="en-US" sz="1800" baseline="0" dirty="0">
                          <a:solidFill>
                            <a:schemeClr val="bg1">
                              <a:lumMod val="85000"/>
                            </a:schemeClr>
                          </a:solidFill>
                          <a:latin typeface="Arial"/>
                          <a:cs typeface="Arial"/>
                        </a:rPr>
                        <a:t> STE C        </a:t>
                      </a:r>
                    </a:p>
                    <a:p>
                      <a:pPr>
                        <a:lnSpc>
                          <a:spcPts val="2600"/>
                        </a:lnSpc>
                      </a:pPr>
                      <a:r>
                        <a:rPr lang="en-US" sz="1800" baseline="0" dirty="0">
                          <a:solidFill>
                            <a:schemeClr val="bg1">
                              <a:lumMod val="85000"/>
                            </a:schemeClr>
                          </a:solidFill>
                          <a:latin typeface="Arial"/>
                          <a:cs typeface="Arial"/>
                        </a:rPr>
                        <a:t>Berkeley CA 94710 USA</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D0D0D0"/>
                          </a:solidFill>
                          <a:latin typeface="Arial"/>
                          <a:cs typeface="Arial"/>
                        </a:rPr>
                        <a:t>For complete tutorials</a:t>
                      </a:r>
                      <a:r>
                        <a:rPr lang="en-US" sz="18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400" b="1" dirty="0">
                          <a:solidFill>
                            <a:srgbClr val="FFC000"/>
                          </a:solidFill>
                          <a:latin typeface="Arial"/>
                          <a:cs typeface="Arial"/>
                        </a:rPr>
                        <a:t>https://</a:t>
                      </a:r>
                      <a:r>
                        <a:rPr lang="en-US" sz="1400" b="1" dirty="0" err="1">
                          <a:solidFill>
                            <a:srgbClr val="FFC000"/>
                          </a:solidFill>
                          <a:latin typeface="Arial"/>
                          <a:cs typeface="Arial"/>
                        </a:rPr>
                        <a:t>www.posterpresentations.com</a:t>
                      </a:r>
                      <a:r>
                        <a:rPr lang="en-US" sz="1400" b="1" dirty="0">
                          <a:solidFill>
                            <a:srgbClr val="FFC000"/>
                          </a:solidFill>
                          <a:latin typeface="Arial"/>
                          <a:cs typeface="Arial"/>
                        </a:rPr>
                        <a:t>/</a:t>
                      </a:r>
                      <a:r>
                        <a:rPr lang="en-US" sz="1400" b="1" dirty="0" err="1">
                          <a:solidFill>
                            <a:srgbClr val="FFC000"/>
                          </a:solidFill>
                          <a:latin typeface="Arial"/>
                          <a:cs typeface="Arial"/>
                        </a:rPr>
                        <a:t>helpdesk.html</a:t>
                      </a:r>
                      <a:endParaRPr lang="en-US" sz="9600" dirty="0"/>
                    </a:p>
                  </a:txBody>
                  <a:tcPr marL="182880" marT="137160">
                    <a:solidFill>
                      <a:srgbClr val="010101"/>
                    </a:solidFill>
                  </a:tcPr>
                </a:tc>
                <a:extLst>
                  <a:ext uri="{0D108BD9-81ED-4DB2-BD59-A6C34878D82A}">
                    <a16:rowId xmlns:a16="http://schemas.microsoft.com/office/drawing/2014/main" val="10009"/>
                  </a:ext>
                </a:extLst>
              </a:tr>
            </a:tbl>
          </a:graphicData>
        </a:graphic>
      </p:graphicFrame>
      <p:grpSp>
        <p:nvGrpSpPr>
          <p:cNvPr id="10" name="Group 4">
            <a:extLst>
              <a:ext uri="{FF2B5EF4-FFF2-40B4-BE49-F238E27FC236}">
                <a16:creationId xmlns:a16="http://schemas.microsoft.com/office/drawing/2014/main" id="{EA4FF7DB-0896-A6EC-3B5D-E52B68E4035F}"/>
              </a:ext>
            </a:extLst>
          </p:cNvPr>
          <p:cNvGrpSpPr/>
          <p:nvPr userDrawn="1"/>
        </p:nvGrpSpPr>
        <p:grpSpPr>
          <a:xfrm>
            <a:off x="0" y="-29666"/>
            <a:ext cx="21388388" cy="4314166"/>
            <a:chOff x="0" y="-1"/>
            <a:chExt cx="12192000" cy="1219223"/>
          </a:xfrm>
        </p:grpSpPr>
        <p:sp>
          <p:nvSpPr>
            <p:cNvPr id="11" name="Document 5">
              <a:extLst>
                <a:ext uri="{FF2B5EF4-FFF2-40B4-BE49-F238E27FC236}">
                  <a16:creationId xmlns:a16="http://schemas.microsoft.com/office/drawing/2014/main" id="{663941ED-017E-13E6-AA34-2DFA971591A0}"/>
                </a:ext>
              </a:extLst>
            </p:cNvPr>
            <p:cNvSpPr/>
            <p:nvPr/>
          </p:nvSpPr>
          <p:spPr>
            <a:xfrm>
              <a:off x="0" y="89065"/>
              <a:ext cx="12192000" cy="1130157"/>
            </a:xfrm>
            <a:prstGeom prst="flowChartDocument">
              <a:avLst/>
            </a:prstGeom>
            <a:gradFill>
              <a:gsLst>
                <a:gs pos="0">
                  <a:srgbClr val="C00000"/>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cument 6">
              <a:extLst>
                <a:ext uri="{FF2B5EF4-FFF2-40B4-BE49-F238E27FC236}">
                  <a16:creationId xmlns:a16="http://schemas.microsoft.com/office/drawing/2014/main" id="{D661772A-D0DA-8AA7-C4CA-EDA727EB833E}"/>
                </a:ext>
              </a:extLst>
            </p:cNvPr>
            <p:cNvSpPr/>
            <p:nvPr/>
          </p:nvSpPr>
          <p:spPr>
            <a:xfrm>
              <a:off x="0" y="-1"/>
              <a:ext cx="12192000" cy="1130157"/>
            </a:xfrm>
            <a:prstGeom prst="flowChartDocumen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878364788"/>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xStyles>
    <p:titleStyle>
      <a:lvl1pPr algn="l" defTabSz="1604132" rtl="0" eaLnBrk="1" latinLnBrk="0" hangingPunct="1">
        <a:lnSpc>
          <a:spcPct val="90000"/>
        </a:lnSpc>
        <a:spcBef>
          <a:spcPct val="0"/>
        </a:spcBef>
        <a:buNone/>
        <a:defRPr sz="7719" kern="1200">
          <a:solidFill>
            <a:schemeClr val="tx1"/>
          </a:solidFill>
          <a:latin typeface="+mj-lt"/>
          <a:ea typeface="+mj-ea"/>
          <a:cs typeface="+mj-cs"/>
        </a:defRPr>
      </a:lvl1pPr>
    </p:titleStyle>
    <p:bodyStyle>
      <a:lvl1pPr marL="401033" indent="-401033" algn="l" defTabSz="1604132" rtl="0" eaLnBrk="1" latinLnBrk="0" hangingPunct="1">
        <a:lnSpc>
          <a:spcPct val="90000"/>
        </a:lnSpc>
        <a:spcBef>
          <a:spcPts val="1754"/>
        </a:spcBef>
        <a:buFont typeface="Arial" panose="020B0604020202020204" pitchFamily="34" charset="0"/>
        <a:buChar char="•"/>
        <a:defRPr sz="4912" kern="1200">
          <a:solidFill>
            <a:schemeClr val="tx1"/>
          </a:solidFill>
          <a:latin typeface="+mn-lt"/>
          <a:ea typeface="+mn-ea"/>
          <a:cs typeface="+mn-cs"/>
        </a:defRPr>
      </a:lvl1pPr>
      <a:lvl2pPr marL="1203099" indent="-401033" algn="l" defTabSz="1604132" rtl="0" eaLnBrk="1" latinLnBrk="0" hangingPunct="1">
        <a:lnSpc>
          <a:spcPct val="90000"/>
        </a:lnSpc>
        <a:spcBef>
          <a:spcPts val="877"/>
        </a:spcBef>
        <a:buFont typeface="Arial" panose="020B0604020202020204" pitchFamily="34" charset="0"/>
        <a:buChar char="•"/>
        <a:defRPr sz="4210" kern="1200">
          <a:solidFill>
            <a:schemeClr val="tx1"/>
          </a:solidFill>
          <a:latin typeface="+mn-lt"/>
          <a:ea typeface="+mn-ea"/>
          <a:cs typeface="+mn-cs"/>
        </a:defRPr>
      </a:lvl2pPr>
      <a:lvl3pPr marL="2005165" indent="-401033" algn="l" defTabSz="1604132" rtl="0" eaLnBrk="1" latinLnBrk="0" hangingPunct="1">
        <a:lnSpc>
          <a:spcPct val="90000"/>
        </a:lnSpc>
        <a:spcBef>
          <a:spcPts val="877"/>
        </a:spcBef>
        <a:buFont typeface="Arial" panose="020B0604020202020204" pitchFamily="34" charset="0"/>
        <a:buChar char="•"/>
        <a:defRPr sz="3509" kern="1200">
          <a:solidFill>
            <a:schemeClr val="tx1"/>
          </a:solidFill>
          <a:latin typeface="+mn-lt"/>
          <a:ea typeface="+mn-ea"/>
          <a:cs typeface="+mn-cs"/>
        </a:defRPr>
      </a:lvl3pPr>
      <a:lvl4pPr marL="2807231"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4pPr>
      <a:lvl5pPr marL="3609297"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5pPr>
      <a:lvl6pPr marL="4411363"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6pPr>
      <a:lvl7pPr marL="5213429"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7pPr>
      <a:lvl8pPr marL="6015495"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8pPr>
      <a:lvl9pPr marL="6817561"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9pPr>
    </p:bodyStyle>
    <p:otherStyle>
      <a:defPPr>
        <a:defRPr lang="es-ES"/>
      </a:defPPr>
      <a:lvl1pPr marL="0" algn="l" defTabSz="1604132" rtl="0" eaLnBrk="1" latinLnBrk="0" hangingPunct="1">
        <a:defRPr sz="3158" kern="1200">
          <a:solidFill>
            <a:schemeClr val="tx1"/>
          </a:solidFill>
          <a:latin typeface="+mn-lt"/>
          <a:ea typeface="+mn-ea"/>
          <a:cs typeface="+mn-cs"/>
        </a:defRPr>
      </a:lvl1pPr>
      <a:lvl2pPr marL="802066" algn="l" defTabSz="1604132" rtl="0" eaLnBrk="1" latinLnBrk="0" hangingPunct="1">
        <a:defRPr sz="3158" kern="1200">
          <a:solidFill>
            <a:schemeClr val="tx1"/>
          </a:solidFill>
          <a:latin typeface="+mn-lt"/>
          <a:ea typeface="+mn-ea"/>
          <a:cs typeface="+mn-cs"/>
        </a:defRPr>
      </a:lvl2pPr>
      <a:lvl3pPr marL="1604132" algn="l" defTabSz="1604132" rtl="0" eaLnBrk="1" latinLnBrk="0" hangingPunct="1">
        <a:defRPr sz="3158" kern="1200">
          <a:solidFill>
            <a:schemeClr val="tx1"/>
          </a:solidFill>
          <a:latin typeface="+mn-lt"/>
          <a:ea typeface="+mn-ea"/>
          <a:cs typeface="+mn-cs"/>
        </a:defRPr>
      </a:lvl3pPr>
      <a:lvl4pPr marL="2406198" algn="l" defTabSz="1604132" rtl="0" eaLnBrk="1" latinLnBrk="0" hangingPunct="1">
        <a:defRPr sz="3158" kern="1200">
          <a:solidFill>
            <a:schemeClr val="tx1"/>
          </a:solidFill>
          <a:latin typeface="+mn-lt"/>
          <a:ea typeface="+mn-ea"/>
          <a:cs typeface="+mn-cs"/>
        </a:defRPr>
      </a:lvl4pPr>
      <a:lvl5pPr marL="3208264" algn="l" defTabSz="1604132" rtl="0" eaLnBrk="1" latinLnBrk="0" hangingPunct="1">
        <a:defRPr sz="3158" kern="1200">
          <a:solidFill>
            <a:schemeClr val="tx1"/>
          </a:solidFill>
          <a:latin typeface="+mn-lt"/>
          <a:ea typeface="+mn-ea"/>
          <a:cs typeface="+mn-cs"/>
        </a:defRPr>
      </a:lvl5pPr>
      <a:lvl6pPr marL="4010330" algn="l" defTabSz="1604132" rtl="0" eaLnBrk="1" latinLnBrk="0" hangingPunct="1">
        <a:defRPr sz="3158" kern="1200">
          <a:solidFill>
            <a:schemeClr val="tx1"/>
          </a:solidFill>
          <a:latin typeface="+mn-lt"/>
          <a:ea typeface="+mn-ea"/>
          <a:cs typeface="+mn-cs"/>
        </a:defRPr>
      </a:lvl6pPr>
      <a:lvl7pPr marL="4812396" algn="l" defTabSz="1604132" rtl="0" eaLnBrk="1" latinLnBrk="0" hangingPunct="1">
        <a:defRPr sz="3158" kern="1200">
          <a:solidFill>
            <a:schemeClr val="tx1"/>
          </a:solidFill>
          <a:latin typeface="+mn-lt"/>
          <a:ea typeface="+mn-ea"/>
          <a:cs typeface="+mn-cs"/>
        </a:defRPr>
      </a:lvl7pPr>
      <a:lvl8pPr marL="5614462" algn="l" defTabSz="1604132" rtl="0" eaLnBrk="1" latinLnBrk="0" hangingPunct="1">
        <a:defRPr sz="3158" kern="1200">
          <a:solidFill>
            <a:schemeClr val="tx1"/>
          </a:solidFill>
          <a:latin typeface="+mn-lt"/>
          <a:ea typeface="+mn-ea"/>
          <a:cs typeface="+mn-cs"/>
        </a:defRPr>
      </a:lvl8pPr>
      <a:lvl9pPr marL="6416528" algn="l" defTabSz="1604132" rtl="0" eaLnBrk="1" latinLnBrk="0" hangingPunct="1">
        <a:defRPr sz="315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microsoft.com/office/2007/relationships/hdphoto" Target="../media/hdphoto1.wdp"/><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8.png"/><Relationship Id="rId9"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microsoft.com/office/2007/relationships/hdphoto" Target="../media/hdphoto1.wdp"/><Relationship Id="rId5" Type="http://schemas.openxmlformats.org/officeDocument/2006/relationships/image" Target="../media/image9.png"/><Relationship Id="rId10" Type="http://schemas.openxmlformats.org/officeDocument/2006/relationships/image" Target="../media/image15.png"/><Relationship Id="rId4" Type="http://schemas.openxmlformats.org/officeDocument/2006/relationships/image" Target="../media/image8.png"/><Relationship Id="rId9"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6.png"/><Relationship Id="rId7" Type="http://schemas.openxmlformats.org/officeDocument/2006/relationships/image" Target="../media/image9.png"/><Relationship Id="rId12"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17.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4BF9C3F-CDFF-4F83-4C13-624A223AEFF8}"/>
              </a:ext>
            </a:extLst>
          </p:cNvPr>
          <p:cNvSpPr>
            <a:spLocks noGrp="1"/>
          </p:cNvSpPr>
          <p:nvPr>
            <p:ph type="body" sz="quarter" idx="10"/>
          </p:nvPr>
        </p:nvSpPr>
        <p:spPr>
          <a:xfrm>
            <a:off x="440616" y="5365571"/>
            <a:ext cx="10101856" cy="3246580"/>
          </a:xfrm>
        </p:spPr>
        <p:txBody>
          <a:bodyPr/>
          <a:lstStyle/>
          <a:p>
            <a:r>
              <a:rPr lang="en-US" sz="1800" b="1" dirty="0">
                <a:solidFill>
                  <a:schemeClr val="tx1"/>
                </a:solidFill>
              </a:rPr>
              <a:t>Motion tracking challenge</a:t>
            </a:r>
            <a:r>
              <a:rPr lang="en-US" sz="1800" dirty="0">
                <a:solidFill>
                  <a:schemeClr val="tx1"/>
                </a:solidFill>
              </a:rPr>
              <a:t> Motion tracking is important in healthcare, sports, and rehabilitation, but high‑end systems are expensive and lab‑bound </a:t>
            </a:r>
          </a:p>
          <a:p>
            <a:r>
              <a:rPr lang="es-ES" sz="1800" b="1" dirty="0" err="1">
                <a:solidFill>
                  <a:schemeClr val="tx1"/>
                </a:solidFill>
              </a:rPr>
              <a:t>Our</a:t>
            </a:r>
            <a:r>
              <a:rPr lang="es-ES" sz="1800" b="1" dirty="0">
                <a:solidFill>
                  <a:schemeClr val="tx1"/>
                </a:solidFill>
              </a:rPr>
              <a:t> </a:t>
            </a:r>
            <a:r>
              <a:rPr lang="es-ES" sz="1800" b="1" dirty="0" err="1">
                <a:solidFill>
                  <a:schemeClr val="tx1"/>
                </a:solidFill>
              </a:rPr>
              <a:t>approach</a:t>
            </a:r>
            <a:r>
              <a:rPr lang="es-ES" sz="1800" b="1" dirty="0">
                <a:solidFill>
                  <a:schemeClr val="tx1"/>
                </a:solidFill>
              </a:rPr>
              <a:t>:</a:t>
            </a:r>
            <a:r>
              <a:rPr lang="es-ES" sz="1800" dirty="0">
                <a:solidFill>
                  <a:schemeClr val="tx1"/>
                </a:solidFill>
              </a:rPr>
              <a:t> </a:t>
            </a:r>
            <a:r>
              <a:rPr lang="es-ES" sz="1800" dirty="0" err="1">
                <a:solidFill>
                  <a:schemeClr val="tx1"/>
                </a:solidFill>
              </a:rPr>
              <a:t>Develop</a:t>
            </a:r>
            <a:r>
              <a:rPr lang="es-ES" sz="1800" dirty="0">
                <a:solidFill>
                  <a:schemeClr val="tx1"/>
                </a:solidFill>
              </a:rPr>
              <a:t> a low-cost, browser-</a:t>
            </a:r>
            <a:r>
              <a:rPr lang="es-ES" sz="1800" dirty="0" err="1">
                <a:solidFill>
                  <a:schemeClr val="tx1"/>
                </a:solidFill>
              </a:rPr>
              <a:t>based</a:t>
            </a:r>
            <a:r>
              <a:rPr lang="es-ES" sz="1800" dirty="0">
                <a:solidFill>
                  <a:schemeClr val="tx1"/>
                </a:solidFill>
              </a:rPr>
              <a:t> </a:t>
            </a:r>
            <a:r>
              <a:rPr lang="es-ES" sz="1800" dirty="0" err="1">
                <a:solidFill>
                  <a:schemeClr val="tx1"/>
                </a:solidFill>
              </a:rPr>
              <a:t>solution</a:t>
            </a:r>
            <a:r>
              <a:rPr lang="es-ES" sz="1800" dirty="0">
                <a:solidFill>
                  <a:schemeClr val="tx1"/>
                </a:solidFill>
              </a:rPr>
              <a:t> </a:t>
            </a:r>
            <a:r>
              <a:rPr lang="es-ES" sz="1800" dirty="0" err="1">
                <a:solidFill>
                  <a:schemeClr val="tx1"/>
                </a:solidFill>
              </a:rPr>
              <a:t>combining</a:t>
            </a:r>
            <a:r>
              <a:rPr lang="es-ES" sz="1800" dirty="0">
                <a:solidFill>
                  <a:schemeClr val="tx1"/>
                </a:solidFill>
              </a:rPr>
              <a:t>:</a:t>
            </a:r>
          </a:p>
          <a:p>
            <a:pPr marL="285750" indent="-285750">
              <a:buFont typeface="Arial" panose="020B0604020202020204" pitchFamily="34" charset="0"/>
              <a:buChar char="•"/>
            </a:pPr>
            <a:r>
              <a:rPr lang="es-ES" sz="1800" dirty="0">
                <a:solidFill>
                  <a:schemeClr val="tx1"/>
                </a:solidFill>
              </a:rPr>
              <a:t>IMU sensor data (</a:t>
            </a:r>
            <a:r>
              <a:rPr lang="es-ES" sz="1800" dirty="0" err="1">
                <a:solidFill>
                  <a:schemeClr val="tx1"/>
                </a:solidFill>
              </a:rPr>
              <a:t>accelerometer</a:t>
            </a:r>
            <a:r>
              <a:rPr lang="es-ES" sz="1800" dirty="0">
                <a:solidFill>
                  <a:schemeClr val="tx1"/>
                </a:solidFill>
              </a:rPr>
              <a:t>, </a:t>
            </a:r>
            <a:r>
              <a:rPr lang="es-ES" sz="1800" dirty="0" err="1">
                <a:solidFill>
                  <a:schemeClr val="tx1"/>
                </a:solidFill>
              </a:rPr>
              <a:t>gyroscope</a:t>
            </a:r>
            <a:r>
              <a:rPr lang="es-ES" sz="1800" dirty="0">
                <a:solidFill>
                  <a:schemeClr val="tx1"/>
                </a:solidFill>
              </a:rPr>
              <a:t>, </a:t>
            </a:r>
            <a:r>
              <a:rPr lang="es-ES" sz="1800" dirty="0" err="1">
                <a:solidFill>
                  <a:schemeClr val="tx1"/>
                </a:solidFill>
              </a:rPr>
              <a:t>magnetometer</a:t>
            </a:r>
            <a:r>
              <a:rPr lang="es-ES" sz="1800" dirty="0">
                <a:solidFill>
                  <a:schemeClr val="tx1"/>
                </a:solidFill>
              </a:rPr>
              <a:t>)</a:t>
            </a:r>
          </a:p>
          <a:p>
            <a:pPr marL="285750" indent="-285750">
              <a:buFont typeface="Arial" panose="020B0604020202020204" pitchFamily="34" charset="0"/>
              <a:buChar char="•"/>
            </a:pPr>
            <a:r>
              <a:rPr lang="es-ES" sz="1800" dirty="0">
                <a:solidFill>
                  <a:schemeClr val="tx1"/>
                </a:solidFill>
              </a:rPr>
              <a:t>Video-</a:t>
            </a:r>
            <a:r>
              <a:rPr lang="es-ES" sz="1800" dirty="0" err="1">
                <a:solidFill>
                  <a:schemeClr val="tx1"/>
                </a:solidFill>
              </a:rPr>
              <a:t>based</a:t>
            </a:r>
            <a:r>
              <a:rPr lang="es-ES" sz="1800" dirty="0">
                <a:solidFill>
                  <a:schemeClr val="tx1"/>
                </a:solidFill>
              </a:rPr>
              <a:t> 2D pose </a:t>
            </a:r>
            <a:r>
              <a:rPr lang="es-ES" sz="1800" dirty="0" err="1">
                <a:solidFill>
                  <a:schemeClr val="tx1"/>
                </a:solidFill>
              </a:rPr>
              <a:t>estimation</a:t>
            </a:r>
            <a:endParaRPr lang="es-ES" sz="1800" dirty="0">
              <a:solidFill>
                <a:schemeClr val="tx1"/>
              </a:solidFill>
            </a:endParaRPr>
          </a:p>
          <a:p>
            <a:pPr marL="285750" indent="-285750">
              <a:buFont typeface="Arial" panose="020B0604020202020204" pitchFamily="34" charset="0"/>
              <a:buChar char="•"/>
            </a:pPr>
            <a:r>
              <a:rPr lang="es-ES" sz="1800" dirty="0" err="1">
                <a:solidFill>
                  <a:schemeClr val="tx1"/>
                </a:solidFill>
              </a:rPr>
              <a:t>Event-based</a:t>
            </a:r>
            <a:r>
              <a:rPr lang="es-ES" sz="1800" dirty="0">
                <a:solidFill>
                  <a:schemeClr val="tx1"/>
                </a:solidFill>
              </a:rPr>
              <a:t> </a:t>
            </a:r>
            <a:r>
              <a:rPr lang="es-ES" sz="1800" dirty="0" err="1">
                <a:solidFill>
                  <a:schemeClr val="tx1"/>
                </a:solidFill>
              </a:rPr>
              <a:t>synchronization</a:t>
            </a:r>
            <a:endParaRPr lang="es-ES" sz="1800" dirty="0">
              <a:solidFill>
                <a:schemeClr val="tx1"/>
              </a:solidFill>
            </a:endParaRPr>
          </a:p>
          <a:p>
            <a:endParaRPr lang="en-US" dirty="0"/>
          </a:p>
        </p:txBody>
      </p:sp>
      <p:sp>
        <p:nvSpPr>
          <p:cNvPr id="3" name="Text Placeholder 2">
            <a:extLst>
              <a:ext uri="{FF2B5EF4-FFF2-40B4-BE49-F238E27FC236}">
                <a16:creationId xmlns:a16="http://schemas.microsoft.com/office/drawing/2014/main" id="{C1DDD53F-1B13-4853-CA49-1F664B33EDE1}"/>
              </a:ext>
            </a:extLst>
          </p:cNvPr>
          <p:cNvSpPr>
            <a:spLocks noGrp="1"/>
          </p:cNvSpPr>
          <p:nvPr>
            <p:ph type="body" sz="quarter" idx="11"/>
          </p:nvPr>
        </p:nvSpPr>
        <p:spPr>
          <a:xfrm>
            <a:off x="449463" y="4846573"/>
            <a:ext cx="10093882" cy="515649"/>
          </a:xfrm>
        </p:spPr>
        <p:txBody>
          <a:bodyPr/>
          <a:lstStyle/>
          <a:p>
            <a:r>
              <a:rPr lang="en-US" dirty="0"/>
              <a:t>INTRODUCTION</a:t>
            </a:r>
          </a:p>
        </p:txBody>
      </p:sp>
      <p:sp>
        <p:nvSpPr>
          <p:cNvPr id="4" name="Text Placeholder 3">
            <a:extLst>
              <a:ext uri="{FF2B5EF4-FFF2-40B4-BE49-F238E27FC236}">
                <a16:creationId xmlns:a16="http://schemas.microsoft.com/office/drawing/2014/main" id="{D3F3E970-12C0-426D-4EC7-4ECA9CAFED3D}"/>
              </a:ext>
            </a:extLst>
          </p:cNvPr>
          <p:cNvSpPr>
            <a:spLocks noGrp="1"/>
          </p:cNvSpPr>
          <p:nvPr>
            <p:ph type="body" sz="quarter" idx="20"/>
          </p:nvPr>
        </p:nvSpPr>
        <p:spPr>
          <a:xfrm>
            <a:off x="449461" y="11483619"/>
            <a:ext cx="10096349" cy="515649"/>
          </a:xfrm>
        </p:spPr>
        <p:txBody>
          <a:bodyPr/>
          <a:lstStyle/>
          <a:p>
            <a:r>
              <a:rPr lang="en-US" dirty="0"/>
              <a:t>MATERIALS AND METHODS</a:t>
            </a:r>
          </a:p>
        </p:txBody>
      </p:sp>
      <p:sp>
        <p:nvSpPr>
          <p:cNvPr id="5" name="Text Placeholder 4">
            <a:extLst>
              <a:ext uri="{FF2B5EF4-FFF2-40B4-BE49-F238E27FC236}">
                <a16:creationId xmlns:a16="http://schemas.microsoft.com/office/drawing/2014/main" id="{81449285-033E-D0C1-DA23-AD9CAAF8B4D4}"/>
              </a:ext>
            </a:extLst>
          </p:cNvPr>
          <p:cNvSpPr>
            <a:spLocks noGrp="1"/>
          </p:cNvSpPr>
          <p:nvPr>
            <p:ph type="body" sz="quarter" idx="25"/>
          </p:nvPr>
        </p:nvSpPr>
        <p:spPr>
          <a:xfrm>
            <a:off x="10846594" y="4842926"/>
            <a:ext cx="10093752" cy="515649"/>
          </a:xfrm>
        </p:spPr>
        <p:txBody>
          <a:bodyPr/>
          <a:lstStyle/>
          <a:p>
            <a:r>
              <a:rPr lang="en-US" dirty="0"/>
              <a:t>RESULTS AND DISCUSSION</a:t>
            </a:r>
          </a:p>
        </p:txBody>
      </p:sp>
      <p:sp>
        <p:nvSpPr>
          <p:cNvPr id="6" name="Text Placeholder 5">
            <a:extLst>
              <a:ext uri="{FF2B5EF4-FFF2-40B4-BE49-F238E27FC236}">
                <a16:creationId xmlns:a16="http://schemas.microsoft.com/office/drawing/2014/main" id="{C8428546-4B8F-ED87-4FBD-AEBA5D065157}"/>
              </a:ext>
            </a:extLst>
          </p:cNvPr>
          <p:cNvSpPr>
            <a:spLocks noGrp="1"/>
          </p:cNvSpPr>
          <p:nvPr>
            <p:ph type="body" sz="quarter" idx="26"/>
          </p:nvPr>
        </p:nvSpPr>
        <p:spPr>
          <a:xfrm>
            <a:off x="10846594" y="5365571"/>
            <a:ext cx="10093752" cy="17927522"/>
          </a:xfrm>
        </p:spPr>
        <p:txBody>
          <a:bodyPr/>
          <a:lstStyle/>
          <a:p>
            <a:endParaRPr lang="en-US" sz="800" dirty="0">
              <a:solidFill>
                <a:schemeClr val="tx1"/>
              </a:solidFill>
            </a:endParaRPr>
          </a:p>
          <a:p>
            <a:r>
              <a:rPr lang="en-US" sz="1800" dirty="0">
                <a:solidFill>
                  <a:schemeClr val="tx1"/>
                </a:solidFill>
              </a:rPr>
              <a:t>Developed fully functional, low-cost browser-based </a:t>
            </a:r>
            <a:r>
              <a:rPr lang="en-US" sz="1800" dirty="0" err="1">
                <a:solidFill>
                  <a:schemeClr val="tx1"/>
                </a:solidFill>
              </a:rPr>
              <a:t>IMU+video</a:t>
            </a:r>
            <a:r>
              <a:rPr lang="en-US" sz="1800" dirty="0">
                <a:solidFill>
                  <a:schemeClr val="tx1"/>
                </a:solidFill>
              </a:rPr>
              <a:t> motion analysis prototype with stable event synchronization (</a:t>
            </a:r>
            <a:r>
              <a:rPr lang="en-US" sz="1800" dirty="0" err="1">
                <a:solidFill>
                  <a:schemeClr val="tx1"/>
                </a:solidFill>
              </a:rPr>
              <a:t>Δt</a:t>
            </a:r>
            <a:r>
              <a:rPr lang="en-US" sz="1800" dirty="0">
                <a:solidFill>
                  <a:schemeClr val="tx1"/>
                </a:solidFill>
              </a:rPr>
              <a:t>) across test workflows and reproducible ZIP/TXT exports.</a:t>
            </a: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r>
              <a:rPr lang="en-US" b="1" dirty="0">
                <a:solidFill>
                  <a:schemeClr val="tx1"/>
                </a:solidFill>
              </a:rPr>
              <a:t>Limitations:</a:t>
            </a:r>
          </a:p>
          <a:p>
            <a:pPr marL="285750" indent="-285750">
              <a:buFont typeface="Arial" panose="020B0604020202020204" pitchFamily="34" charset="0"/>
              <a:buChar char="•"/>
            </a:pPr>
            <a:r>
              <a:rPr lang="en-US" sz="1800" dirty="0">
                <a:solidFill>
                  <a:schemeClr val="tx1"/>
                </a:solidFill>
              </a:rPr>
              <a:t>2D pose estimation highly sensitive to occlusions, limited to single-person analysis</a:t>
            </a:r>
          </a:p>
          <a:p>
            <a:pPr marL="285750" indent="-285750">
              <a:buFont typeface="Arial" panose="020B0604020202020204" pitchFamily="34" charset="0"/>
              <a:buChar char="•"/>
            </a:pPr>
            <a:r>
              <a:rPr lang="en-US" sz="1800" dirty="0">
                <a:solidFill>
                  <a:schemeClr val="tx1"/>
                </a:solidFill>
              </a:rPr>
              <a:t>Manual synchronization lacks drift correction mechanisms</a:t>
            </a:r>
          </a:p>
          <a:p>
            <a:pPr marL="285750" indent="-285750">
              <a:buFont typeface="Arial" panose="020B0604020202020204" pitchFamily="34" charset="0"/>
              <a:buChar char="•"/>
            </a:pPr>
            <a:r>
              <a:rPr lang="en-US" sz="1800" dirty="0">
                <a:solidFill>
                  <a:schemeClr val="tx1"/>
                </a:solidFill>
              </a:rPr>
              <a:t>Exploratory research prototype, not suitable for clinical deployment</a:t>
            </a:r>
          </a:p>
          <a:p>
            <a:r>
              <a:rPr lang="en-US" sz="1800" dirty="0">
                <a:solidFill>
                  <a:schemeClr val="tx1"/>
                </a:solidFill>
              </a:rPr>
              <a:t>​</a:t>
            </a:r>
          </a:p>
          <a:p>
            <a:r>
              <a:rPr lang="en-US" b="1" dirty="0">
                <a:solidFill>
                  <a:schemeClr val="tx1"/>
                </a:solidFill>
              </a:rPr>
              <a:t>Future Work:</a:t>
            </a:r>
          </a:p>
          <a:p>
            <a:pPr marL="285750" indent="-285750">
              <a:buFont typeface="Arial" panose="020B0604020202020204" pitchFamily="34" charset="0"/>
              <a:buChar char="•"/>
            </a:pPr>
            <a:r>
              <a:rPr lang="en-US" sz="1800" dirty="0">
                <a:solidFill>
                  <a:schemeClr val="tx1"/>
                </a:solidFill>
              </a:rPr>
              <a:t>Sensor fusion implementation using Kalman filtering</a:t>
            </a:r>
          </a:p>
          <a:p>
            <a:pPr marL="285750" indent="-285750">
              <a:buFont typeface="Arial" panose="020B0604020202020204" pitchFamily="34" charset="0"/>
              <a:buChar char="•"/>
            </a:pPr>
            <a:r>
              <a:rPr lang="en-US" sz="1800" dirty="0">
                <a:solidFill>
                  <a:schemeClr val="tx1"/>
                </a:solidFill>
              </a:rPr>
              <a:t>Automatic synchronization through clap detection algorithms</a:t>
            </a:r>
          </a:p>
          <a:p>
            <a:pPr marL="285750" indent="-285750">
              <a:buFont typeface="Arial" panose="020B0604020202020204" pitchFamily="34" charset="0"/>
              <a:buChar char="•"/>
            </a:pPr>
            <a:r>
              <a:rPr lang="en-US" sz="1800" dirty="0">
                <a:solidFill>
                  <a:schemeClr val="tx1"/>
                </a:solidFill>
              </a:rPr>
              <a:t>Quantitative validation against established ground truth references</a:t>
            </a:r>
          </a:p>
          <a:p>
            <a:r>
              <a:rPr lang="en-US" sz="1800" b="1" dirty="0">
                <a:solidFill>
                  <a:schemeClr val="tx1"/>
                </a:solidFill>
              </a:rPr>
              <a:t>​</a:t>
            </a:r>
            <a:endParaRPr lang="en-US" sz="1800" dirty="0">
              <a:solidFill>
                <a:schemeClr val="tx1"/>
              </a:solidFill>
            </a:endParaRPr>
          </a:p>
        </p:txBody>
      </p:sp>
      <p:sp>
        <p:nvSpPr>
          <p:cNvPr id="7" name="Text Placeholder 6">
            <a:extLst>
              <a:ext uri="{FF2B5EF4-FFF2-40B4-BE49-F238E27FC236}">
                <a16:creationId xmlns:a16="http://schemas.microsoft.com/office/drawing/2014/main" id="{7256DDE5-B2D5-DB8B-DDA4-04D5A709C8FC}"/>
              </a:ext>
            </a:extLst>
          </p:cNvPr>
          <p:cNvSpPr>
            <a:spLocks noGrp="1"/>
          </p:cNvSpPr>
          <p:nvPr>
            <p:ph type="body" sz="quarter" idx="27"/>
          </p:nvPr>
        </p:nvSpPr>
        <p:spPr>
          <a:xfrm>
            <a:off x="10920869" y="23949056"/>
            <a:ext cx="10090978" cy="566030"/>
          </a:xfrm>
        </p:spPr>
        <p:txBody>
          <a:bodyPr/>
          <a:lstStyle/>
          <a:p>
            <a:endParaRPr lang="en-US" dirty="0"/>
          </a:p>
        </p:txBody>
      </p:sp>
      <p:sp>
        <p:nvSpPr>
          <p:cNvPr id="8" name="Text Placeholder 7">
            <a:extLst>
              <a:ext uri="{FF2B5EF4-FFF2-40B4-BE49-F238E27FC236}">
                <a16:creationId xmlns:a16="http://schemas.microsoft.com/office/drawing/2014/main" id="{0B8CD334-7767-302B-F915-1C8696F87143}"/>
              </a:ext>
            </a:extLst>
          </p:cNvPr>
          <p:cNvSpPr>
            <a:spLocks noGrp="1"/>
          </p:cNvSpPr>
          <p:nvPr>
            <p:ph type="body" sz="quarter" idx="28"/>
          </p:nvPr>
        </p:nvSpPr>
        <p:spPr>
          <a:xfrm>
            <a:off x="10917000" y="24510148"/>
            <a:ext cx="10094847" cy="634878"/>
          </a:xfrm>
        </p:spPr>
        <p:txBody>
          <a:bodyPr/>
          <a:lstStyle/>
          <a:p>
            <a:endParaRPr lang="en-US" dirty="0"/>
          </a:p>
        </p:txBody>
      </p:sp>
      <p:sp>
        <p:nvSpPr>
          <p:cNvPr id="9" name="Text Placeholder 8">
            <a:extLst>
              <a:ext uri="{FF2B5EF4-FFF2-40B4-BE49-F238E27FC236}">
                <a16:creationId xmlns:a16="http://schemas.microsoft.com/office/drawing/2014/main" id="{0A576C81-5C5A-2F04-C202-6C233F6B55A6}"/>
              </a:ext>
            </a:extLst>
          </p:cNvPr>
          <p:cNvSpPr>
            <a:spLocks noGrp="1"/>
          </p:cNvSpPr>
          <p:nvPr>
            <p:ph type="body" sz="quarter" idx="29"/>
          </p:nvPr>
        </p:nvSpPr>
        <p:spPr>
          <a:xfrm>
            <a:off x="10935805" y="26186558"/>
            <a:ext cx="10085926" cy="566030"/>
          </a:xfrm>
        </p:spPr>
        <p:txBody>
          <a:bodyPr/>
          <a:lstStyle/>
          <a:p>
            <a:endParaRPr lang="en-US" dirty="0"/>
          </a:p>
        </p:txBody>
      </p:sp>
      <p:sp>
        <p:nvSpPr>
          <p:cNvPr id="10" name="Text Placeholder 9">
            <a:extLst>
              <a:ext uri="{FF2B5EF4-FFF2-40B4-BE49-F238E27FC236}">
                <a16:creationId xmlns:a16="http://schemas.microsoft.com/office/drawing/2014/main" id="{A5FECBFA-F7EE-4C4B-E1C3-18764914D15C}"/>
              </a:ext>
            </a:extLst>
          </p:cNvPr>
          <p:cNvSpPr>
            <a:spLocks noGrp="1"/>
          </p:cNvSpPr>
          <p:nvPr>
            <p:ph type="body" sz="quarter" idx="30"/>
          </p:nvPr>
        </p:nvSpPr>
        <p:spPr>
          <a:xfrm>
            <a:off x="10927981" y="26761796"/>
            <a:ext cx="10090978" cy="634878"/>
          </a:xfrm>
        </p:spPr>
        <p:txBody>
          <a:bodyPr/>
          <a:lstStyle/>
          <a:p>
            <a:endParaRPr lang="en-US" dirty="0"/>
          </a:p>
        </p:txBody>
      </p:sp>
      <p:sp>
        <p:nvSpPr>
          <p:cNvPr id="12" name="Text Placeholder 11">
            <a:extLst>
              <a:ext uri="{FF2B5EF4-FFF2-40B4-BE49-F238E27FC236}">
                <a16:creationId xmlns:a16="http://schemas.microsoft.com/office/drawing/2014/main" id="{170C702E-5733-3AD1-2B4C-BBEC7FAEB840}"/>
              </a:ext>
            </a:extLst>
          </p:cNvPr>
          <p:cNvSpPr>
            <a:spLocks noGrp="1"/>
          </p:cNvSpPr>
          <p:nvPr>
            <p:ph type="body" sz="quarter" idx="150"/>
          </p:nvPr>
        </p:nvSpPr>
        <p:spPr/>
        <p:txBody>
          <a:bodyPr/>
          <a:lstStyle/>
          <a:p>
            <a:r>
              <a:rPr lang="en-US" sz="3200" baseline="30000" dirty="0"/>
              <a:t>1 2 3 4 5 </a:t>
            </a:r>
            <a:r>
              <a:rPr lang="sv-SE" dirty="0"/>
              <a:t>MSc Medical Engineering, KTH </a:t>
            </a:r>
            <a:endParaRPr lang="en-US" dirty="0"/>
          </a:p>
          <a:p>
            <a:endParaRPr lang="en-US" dirty="0"/>
          </a:p>
        </p:txBody>
      </p:sp>
      <p:sp>
        <p:nvSpPr>
          <p:cNvPr id="13" name="Text Placeholder 12">
            <a:extLst>
              <a:ext uri="{FF2B5EF4-FFF2-40B4-BE49-F238E27FC236}">
                <a16:creationId xmlns:a16="http://schemas.microsoft.com/office/drawing/2014/main" id="{7A884C8C-B5A3-EA17-D7AF-8FB21EF3CA9F}"/>
              </a:ext>
            </a:extLst>
          </p:cNvPr>
          <p:cNvSpPr>
            <a:spLocks noGrp="1"/>
          </p:cNvSpPr>
          <p:nvPr>
            <p:ph type="body" sz="quarter" idx="151"/>
          </p:nvPr>
        </p:nvSpPr>
        <p:spPr>
          <a:xfrm>
            <a:off x="1955560" y="1993080"/>
            <a:ext cx="17774331" cy="566030"/>
          </a:xfrm>
        </p:spPr>
        <p:txBody>
          <a:bodyPr>
            <a:normAutofit fontScale="70000" lnSpcReduction="20000"/>
          </a:bodyPr>
          <a:lstStyle/>
          <a:p>
            <a:r>
              <a:rPr lang="sv-SE" dirty="0"/>
              <a:t>Jack Hutton</a:t>
            </a:r>
            <a:r>
              <a:rPr lang="sv-SE" baseline="30000" dirty="0"/>
              <a:t>1</a:t>
            </a:r>
            <a:r>
              <a:rPr lang="sv-SE" dirty="0"/>
              <a:t>	Alexander Jonsson</a:t>
            </a:r>
            <a:r>
              <a:rPr lang="sv-SE" baseline="30000" dirty="0"/>
              <a:t>2	</a:t>
            </a:r>
            <a:r>
              <a:rPr lang="es-ES" dirty="0"/>
              <a:t>Lisa Kanehl</a:t>
            </a:r>
            <a:r>
              <a:rPr lang="es-ES" baseline="30000" dirty="0"/>
              <a:t>3</a:t>
            </a:r>
            <a:r>
              <a:rPr lang="es-ES" dirty="0"/>
              <a:t>	</a:t>
            </a:r>
            <a:r>
              <a:rPr lang="es-ES" dirty="0" err="1"/>
              <a:t>Sahand</a:t>
            </a:r>
            <a:r>
              <a:rPr lang="es-ES" dirty="0"/>
              <a:t> Khodabandehloo</a:t>
            </a:r>
            <a:r>
              <a:rPr lang="es-ES" baseline="30000" dirty="0"/>
              <a:t>4</a:t>
            </a:r>
            <a:r>
              <a:rPr lang="es-ES" dirty="0"/>
              <a:t>	</a:t>
            </a:r>
            <a:r>
              <a:rPr lang="en-US" dirty="0"/>
              <a:t>Lucía Pérez Sáez</a:t>
            </a:r>
            <a:r>
              <a:rPr lang="en-US" baseline="30000" dirty="0"/>
              <a:t>5</a:t>
            </a:r>
          </a:p>
          <a:p>
            <a:endParaRPr lang="en-US" dirty="0"/>
          </a:p>
        </p:txBody>
      </p:sp>
      <p:sp>
        <p:nvSpPr>
          <p:cNvPr id="14" name="Text Placeholder 13">
            <a:extLst>
              <a:ext uri="{FF2B5EF4-FFF2-40B4-BE49-F238E27FC236}">
                <a16:creationId xmlns:a16="http://schemas.microsoft.com/office/drawing/2014/main" id="{17EE85F2-D9C7-0A56-452D-D273FBBA9DA2}"/>
              </a:ext>
            </a:extLst>
          </p:cNvPr>
          <p:cNvSpPr>
            <a:spLocks noGrp="1"/>
          </p:cNvSpPr>
          <p:nvPr>
            <p:ph type="body" sz="quarter" idx="153"/>
          </p:nvPr>
        </p:nvSpPr>
        <p:spPr>
          <a:xfrm>
            <a:off x="0" y="614084"/>
            <a:ext cx="21388388" cy="1117674"/>
          </a:xfrm>
        </p:spPr>
        <p:txBody>
          <a:bodyPr>
            <a:normAutofit fontScale="85000" lnSpcReduction="20000"/>
          </a:bodyPr>
          <a:lstStyle/>
          <a:p>
            <a:r>
              <a:rPr lang="en-US" dirty="0"/>
              <a:t>A Low-Cost and Low-Complexity Motion Sensor System Using IMU and Video-Based Tracking</a:t>
            </a:r>
          </a:p>
          <a:p>
            <a:endParaRPr lang="en-US" dirty="0"/>
          </a:p>
        </p:txBody>
      </p:sp>
      <p:pic>
        <p:nvPicPr>
          <p:cNvPr id="15" name="Imagen 14">
            <a:extLst>
              <a:ext uri="{FF2B5EF4-FFF2-40B4-BE49-F238E27FC236}">
                <a16:creationId xmlns:a16="http://schemas.microsoft.com/office/drawing/2014/main" id="{57F5E48F-65A8-B813-1E4D-3E8CEA5E6BB8}"/>
              </a:ext>
            </a:extLst>
          </p:cNvPr>
          <p:cNvPicPr>
            <a:picLocks noChangeAspect="1"/>
          </p:cNvPicPr>
          <p:nvPr/>
        </p:nvPicPr>
        <p:blipFill>
          <a:blip r:embed="rId3">
            <a:extLst>
              <a:ext uri="{28A0092B-C50C-407E-A947-70E740481C1C}">
                <a14:useLocalDpi xmlns:a14="http://schemas.microsoft.com/office/drawing/2010/main" val="0"/>
              </a:ext>
            </a:extLst>
          </a:blip>
          <a:srcRect t="24810" b="26079"/>
          <a:stretch>
            <a:fillRect/>
          </a:stretch>
        </p:blipFill>
        <p:spPr>
          <a:xfrm>
            <a:off x="1544587" y="8367259"/>
            <a:ext cx="8404515" cy="2751701"/>
          </a:xfrm>
          <a:prstGeom prst="rect">
            <a:avLst/>
          </a:prstGeom>
        </p:spPr>
      </p:pic>
      <p:pic>
        <p:nvPicPr>
          <p:cNvPr id="16" name="Imagen 15">
            <a:extLst>
              <a:ext uri="{FF2B5EF4-FFF2-40B4-BE49-F238E27FC236}">
                <a16:creationId xmlns:a16="http://schemas.microsoft.com/office/drawing/2014/main" id="{BF1390CE-8618-C40D-F1FE-3CCDB6F74188}"/>
              </a:ext>
            </a:extLst>
          </p:cNvPr>
          <p:cNvPicPr>
            <a:picLocks noChangeAspect="1"/>
          </p:cNvPicPr>
          <p:nvPr/>
        </p:nvPicPr>
        <p:blipFill>
          <a:blip r:embed="rId4">
            <a:extLst>
              <a:ext uri="{28A0092B-C50C-407E-A947-70E740481C1C}">
                <a14:useLocalDpi xmlns:a14="http://schemas.microsoft.com/office/drawing/2010/main" val="0"/>
              </a:ext>
            </a:extLst>
          </a:blip>
          <a:srcRect l="2536" t="16470" r="2940" b="24442"/>
          <a:stretch>
            <a:fillRect/>
          </a:stretch>
        </p:blipFill>
        <p:spPr>
          <a:xfrm>
            <a:off x="440616" y="12154905"/>
            <a:ext cx="10091752" cy="4205617"/>
          </a:xfrm>
          <a:prstGeom prst="rect">
            <a:avLst/>
          </a:prstGeom>
        </p:spPr>
      </p:pic>
      <p:sp>
        <p:nvSpPr>
          <p:cNvPr id="17" name="CuadroTexto 16">
            <a:extLst>
              <a:ext uri="{FF2B5EF4-FFF2-40B4-BE49-F238E27FC236}">
                <a16:creationId xmlns:a16="http://schemas.microsoft.com/office/drawing/2014/main" id="{25277120-4A1E-21F6-CB74-5D4EE9957E90}"/>
              </a:ext>
            </a:extLst>
          </p:cNvPr>
          <p:cNvSpPr txBox="1"/>
          <p:nvPr/>
        </p:nvSpPr>
        <p:spPr>
          <a:xfrm>
            <a:off x="926456" y="18963258"/>
            <a:ext cx="9605912" cy="1754326"/>
          </a:xfrm>
          <a:prstGeom prst="rect">
            <a:avLst/>
          </a:prstGeom>
          <a:noFill/>
        </p:spPr>
        <p:txBody>
          <a:bodyPr wrap="square" rtlCol="0">
            <a:spAutoFit/>
          </a:bodyPr>
          <a:lstStyle/>
          <a:p>
            <a:pPr marL="285750" indent="-285750">
              <a:buFont typeface="Arial" panose="020B0604020202020204" pitchFamily="34" charset="0"/>
              <a:buChar char="•"/>
            </a:pPr>
            <a:r>
              <a:rPr lang="en-US" sz="1800" dirty="0">
                <a:latin typeface="Century Gothic" panose="020B0502020202020204" pitchFamily="34" charset="0"/>
                <a:cs typeface="Times New Roman" panose="02020603050405020304" pitchFamily="18" charset="0"/>
              </a:rPr>
              <a:t>Single-person 2D pose estimation is performed using </a:t>
            </a:r>
            <a:r>
              <a:rPr lang="en-US" sz="1800" b="1" dirty="0" err="1">
                <a:latin typeface="Century Gothic" panose="020B0502020202020204" pitchFamily="34" charset="0"/>
                <a:cs typeface="Times New Roman" panose="02020603050405020304" pitchFamily="18" charset="0"/>
              </a:rPr>
              <a:t>MoveNet</a:t>
            </a:r>
            <a:r>
              <a:rPr lang="en-US" sz="1800" b="1" dirty="0">
                <a:latin typeface="Century Gothic" panose="020B0502020202020204" pitchFamily="34" charset="0"/>
                <a:cs typeface="Times New Roman" panose="02020603050405020304" pitchFamily="18" charset="0"/>
              </a:rPr>
              <a:t> Thunder </a:t>
            </a:r>
            <a:r>
              <a:rPr lang="en-US" sz="1800" dirty="0">
                <a:latin typeface="Century Gothic" panose="020B0502020202020204" pitchFamily="34" charset="0"/>
                <a:cs typeface="Times New Roman" panose="02020603050405020304" pitchFamily="18" charset="0"/>
              </a:rPr>
              <a:t>(for uploaded videos) via </a:t>
            </a:r>
            <a:r>
              <a:rPr lang="en-US" sz="1800" b="1" dirty="0">
                <a:latin typeface="Century Gothic" panose="020B0502020202020204" pitchFamily="34" charset="0"/>
                <a:cs typeface="Times New Roman" panose="02020603050405020304" pitchFamily="18" charset="0"/>
              </a:rPr>
              <a:t>TensorFlow.js</a:t>
            </a:r>
            <a:r>
              <a:rPr lang="en-US" sz="1800" dirty="0">
                <a:latin typeface="Century Gothic" panose="020B0502020202020204" pitchFamily="34" charset="0"/>
                <a:cs typeface="Times New Roman" panose="02020603050405020304" pitchFamily="18" charset="0"/>
              </a:rPr>
              <a:t>.</a:t>
            </a:r>
          </a:p>
          <a:p>
            <a:pPr marL="285750" indent="-285750">
              <a:buFont typeface="Arial" panose="020B0604020202020204" pitchFamily="34" charset="0"/>
              <a:buChar char="•"/>
            </a:pPr>
            <a:r>
              <a:rPr lang="en-US" sz="1800" dirty="0" err="1">
                <a:latin typeface="Century Gothic" panose="020B0502020202020204" pitchFamily="34" charset="0"/>
                <a:cs typeface="Times New Roman" panose="02020603050405020304" pitchFamily="18" charset="0"/>
              </a:rPr>
              <a:t>MoveNet</a:t>
            </a:r>
            <a:r>
              <a:rPr lang="en-US" sz="1800" dirty="0">
                <a:latin typeface="Century Gothic" panose="020B0502020202020204" pitchFamily="34" charset="0"/>
                <a:cs typeface="Times New Roman" panose="02020603050405020304" pitchFamily="18" charset="0"/>
              </a:rPr>
              <a:t> processing includes </a:t>
            </a:r>
            <a:r>
              <a:rPr lang="en-US" sz="1800" b="1" dirty="0">
                <a:latin typeface="Century Gothic" panose="020B0502020202020204" pitchFamily="34" charset="0"/>
                <a:cs typeface="Times New Roman" panose="02020603050405020304" pitchFamily="18" charset="0"/>
              </a:rPr>
              <a:t>frame skipping </a:t>
            </a:r>
            <a:r>
              <a:rPr lang="en-US" sz="1800" dirty="0">
                <a:latin typeface="Century Gothic" panose="020B0502020202020204" pitchFamily="34" charset="0"/>
                <a:cs typeface="Times New Roman" panose="02020603050405020304" pitchFamily="18" charset="0"/>
              </a:rPr>
              <a:t>(N = 2), reduced </a:t>
            </a:r>
            <a:r>
              <a:rPr lang="en-US" sz="1800" b="1" dirty="0">
                <a:latin typeface="Century Gothic" panose="020B0502020202020204" pitchFamily="34" charset="0"/>
                <a:cs typeface="Times New Roman" panose="02020603050405020304" pitchFamily="18" charset="0"/>
              </a:rPr>
              <a:t>playback speed    </a:t>
            </a:r>
            <a:r>
              <a:rPr lang="en-US" sz="1800" dirty="0">
                <a:latin typeface="Century Gothic" panose="020B0502020202020204" pitchFamily="34" charset="0"/>
                <a:cs typeface="Times New Roman" panose="02020603050405020304" pitchFamily="18" charset="0"/>
              </a:rPr>
              <a:t>(v = 0.75×), and </a:t>
            </a:r>
            <a:r>
              <a:rPr lang="en-US" sz="1800" b="1" dirty="0" err="1">
                <a:latin typeface="Century Gothic" panose="020B0502020202020204" pitchFamily="34" charset="0"/>
                <a:cs typeface="Times New Roman" panose="02020603050405020304" pitchFamily="18" charset="0"/>
              </a:rPr>
              <a:t>keypoint</a:t>
            </a:r>
            <a:r>
              <a:rPr lang="en-US" sz="1800" b="1" dirty="0">
                <a:latin typeface="Century Gothic" panose="020B0502020202020204" pitchFamily="34" charset="0"/>
                <a:cs typeface="Times New Roman" panose="02020603050405020304" pitchFamily="18" charset="0"/>
              </a:rPr>
              <a:t> filtering </a:t>
            </a:r>
            <a:r>
              <a:rPr lang="en-US" sz="1800" dirty="0">
                <a:latin typeface="Century Gothic" panose="020B0502020202020204" pitchFamily="34" charset="0"/>
                <a:cs typeface="Times New Roman" panose="02020603050405020304" pitchFamily="18" charset="0"/>
              </a:rPr>
              <a:t>(c ≥ 0.2).</a:t>
            </a:r>
          </a:p>
          <a:p>
            <a:pPr marL="285750" indent="-285750">
              <a:buFont typeface="Arial" panose="020B0604020202020204" pitchFamily="34" charset="0"/>
              <a:buChar char="•"/>
            </a:pPr>
            <a:r>
              <a:rPr lang="en-US" sz="1800" dirty="0">
                <a:latin typeface="Century Gothic" panose="020B0502020202020204" pitchFamily="34" charset="0"/>
                <a:cs typeface="Times New Roman" panose="02020603050405020304" pitchFamily="18" charset="0"/>
              </a:rPr>
              <a:t>These optimizations ensure stable performance on consumer hardware during synchronized motion analysis.</a:t>
            </a:r>
          </a:p>
        </p:txBody>
      </p:sp>
      <p:sp>
        <p:nvSpPr>
          <p:cNvPr id="18" name="CuadroTexto 17">
            <a:extLst>
              <a:ext uri="{FF2B5EF4-FFF2-40B4-BE49-F238E27FC236}">
                <a16:creationId xmlns:a16="http://schemas.microsoft.com/office/drawing/2014/main" id="{DDACCDDE-78E6-0709-B2E5-0484E3C2417D}"/>
              </a:ext>
            </a:extLst>
          </p:cNvPr>
          <p:cNvSpPr txBox="1"/>
          <p:nvPr/>
        </p:nvSpPr>
        <p:spPr>
          <a:xfrm>
            <a:off x="879528" y="21052003"/>
            <a:ext cx="9583257" cy="2031325"/>
          </a:xfrm>
          <a:prstGeom prst="rect">
            <a:avLst/>
          </a:prstGeom>
          <a:noFill/>
        </p:spPr>
        <p:txBody>
          <a:bodyPr wrap="square" rtlCol="0">
            <a:spAutoFit/>
          </a:bodyPr>
          <a:lstStyle/>
          <a:p>
            <a:r>
              <a:rPr lang="en-US" sz="1800" dirty="0">
                <a:latin typeface="Century Gothic" panose="020B0502020202020204" pitchFamily="34" charset="0"/>
                <a:cs typeface="Times New Roman" panose="02020603050405020304" pitchFamily="18" charset="0"/>
              </a:rPr>
              <a:t>Event-based synchronization provides precise temporal alignment between IMU signals and video footage.</a:t>
            </a:r>
          </a:p>
          <a:p>
            <a:r>
              <a:rPr lang="en-US" sz="1800" dirty="0">
                <a:latin typeface="Century Gothic" panose="020B0502020202020204" pitchFamily="34" charset="0"/>
                <a:cs typeface="Times New Roman" panose="02020603050405020304" pitchFamily="18" charset="0"/>
              </a:rPr>
              <a:t>Users manually identify matching reference events (e.g., claps, jumps) across both modalities.</a:t>
            </a:r>
          </a:p>
          <a:p>
            <a:r>
              <a:rPr lang="en-US" sz="1800" dirty="0">
                <a:latin typeface="Century Gothic" panose="020B0502020202020204" pitchFamily="34" charset="0"/>
                <a:cs typeface="Times New Roman" panose="02020603050405020304" pitchFamily="18" charset="0"/>
              </a:rPr>
              <a:t>The system computes a constant time offset </a:t>
            </a:r>
            <a:r>
              <a:rPr lang="el-GR" sz="1800" b="1" i="1" dirty="0">
                <a:latin typeface="Century Gothic" panose="020B0502020202020204" pitchFamily="34" charset="0"/>
                <a:cs typeface="Times New Roman" panose="02020603050405020304" pitchFamily="18" charset="0"/>
              </a:rPr>
              <a:t>Δ</a:t>
            </a:r>
            <a:r>
              <a:rPr lang="en-US" sz="1800" b="1" i="1" dirty="0">
                <a:latin typeface="Century Gothic" panose="020B0502020202020204" pitchFamily="34" charset="0"/>
                <a:cs typeface="Times New Roman" panose="02020603050405020304" pitchFamily="18" charset="0"/>
              </a:rPr>
              <a:t>t = </a:t>
            </a:r>
            <a:r>
              <a:rPr lang="en-US" sz="1800" b="1" i="1" dirty="0" err="1">
                <a:latin typeface="Century Gothic" panose="020B0502020202020204" pitchFamily="34" charset="0"/>
                <a:cs typeface="Times New Roman" panose="02020603050405020304" pitchFamily="18" charset="0"/>
              </a:rPr>
              <a:t>t_video</a:t>
            </a:r>
            <a:r>
              <a:rPr lang="en-US" sz="1800" b="1" i="1" dirty="0">
                <a:latin typeface="Century Gothic" panose="020B0502020202020204" pitchFamily="34" charset="0"/>
                <a:cs typeface="Times New Roman" panose="02020603050405020304" pitchFamily="18" charset="0"/>
              </a:rPr>
              <a:t> − </a:t>
            </a:r>
            <a:r>
              <a:rPr lang="en-US" sz="1800" b="1" i="1" dirty="0" err="1">
                <a:latin typeface="Century Gothic" panose="020B0502020202020204" pitchFamily="34" charset="0"/>
                <a:cs typeface="Times New Roman" panose="02020603050405020304" pitchFamily="18" charset="0"/>
              </a:rPr>
              <a:t>t_IMU</a:t>
            </a:r>
            <a:r>
              <a:rPr lang="en-US" sz="1800" b="1" i="1" dirty="0">
                <a:latin typeface="Century Gothic" panose="020B0502020202020204" pitchFamily="34" charset="0"/>
                <a:cs typeface="Times New Roman" panose="02020603050405020304" pitchFamily="18" charset="0"/>
              </a:rPr>
              <a:t> </a:t>
            </a:r>
            <a:r>
              <a:rPr lang="en-US" sz="1800" dirty="0">
                <a:latin typeface="Century Gothic" panose="020B0502020202020204" pitchFamily="34" charset="0"/>
                <a:cs typeface="Times New Roman" panose="02020603050405020304" pitchFamily="18" charset="0"/>
              </a:rPr>
              <a:t>from these markers.</a:t>
            </a:r>
          </a:p>
          <a:p>
            <a:r>
              <a:rPr lang="en-US" sz="1800" dirty="0">
                <a:latin typeface="Century Gothic" panose="020B0502020202020204" pitchFamily="34" charset="0"/>
                <a:cs typeface="Times New Roman" panose="02020603050405020304" pitchFamily="18" charset="0"/>
              </a:rPr>
              <a:t>This offset automatically synchronizes timelines during video playback and scrubbing for coherent motion analysis.</a:t>
            </a:r>
          </a:p>
        </p:txBody>
      </p:sp>
      <p:sp>
        <p:nvSpPr>
          <p:cNvPr id="19" name="CuadroTexto 18">
            <a:extLst>
              <a:ext uri="{FF2B5EF4-FFF2-40B4-BE49-F238E27FC236}">
                <a16:creationId xmlns:a16="http://schemas.microsoft.com/office/drawing/2014/main" id="{6DA03077-20AE-99CD-7694-306592F51A08}"/>
              </a:ext>
            </a:extLst>
          </p:cNvPr>
          <p:cNvSpPr txBox="1"/>
          <p:nvPr/>
        </p:nvSpPr>
        <p:spPr>
          <a:xfrm>
            <a:off x="937692" y="16597515"/>
            <a:ext cx="8125626" cy="2031325"/>
          </a:xfrm>
          <a:prstGeom prst="rect">
            <a:avLst/>
          </a:prstGeom>
          <a:noFill/>
        </p:spPr>
        <p:txBody>
          <a:bodyPr wrap="square" rtlCol="0">
            <a:spAutoFit/>
          </a:bodyPr>
          <a:lstStyle/>
          <a:p>
            <a:r>
              <a:rPr lang="es-ES" sz="1800" b="1" dirty="0" err="1">
                <a:latin typeface="Century Gothic" panose="020B0502020202020204" pitchFamily="34" charset="0"/>
                <a:cs typeface="Times New Roman" panose="02020603050405020304" pitchFamily="18" charset="0"/>
              </a:rPr>
              <a:t>Movesense</a:t>
            </a:r>
            <a:r>
              <a:rPr lang="es-ES" sz="1800" b="1" dirty="0">
                <a:latin typeface="Century Gothic" panose="020B0502020202020204" pitchFamily="34" charset="0"/>
                <a:cs typeface="Times New Roman" panose="02020603050405020304" pitchFamily="18" charset="0"/>
              </a:rPr>
              <a:t> HR2 </a:t>
            </a:r>
            <a:r>
              <a:rPr lang="es-ES" sz="1800" dirty="0" err="1">
                <a:latin typeface="Century Gothic" panose="020B0502020202020204" pitchFamily="34" charset="0"/>
                <a:cs typeface="Times New Roman" panose="02020603050405020304" pitchFamily="18" charset="0"/>
              </a:rPr>
              <a:t>provides</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tri-axial</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accelerometer</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gyroscope</a:t>
            </a:r>
            <a:r>
              <a:rPr lang="es-ES" sz="1800" dirty="0">
                <a:latin typeface="Century Gothic" panose="020B0502020202020204" pitchFamily="34" charset="0"/>
                <a:cs typeface="Times New Roman" panose="02020603050405020304" pitchFamily="18" charset="0"/>
              </a:rPr>
              <a:t>, and </a:t>
            </a:r>
            <a:r>
              <a:rPr lang="es-ES" sz="1800" dirty="0" err="1">
                <a:latin typeface="Century Gothic" panose="020B0502020202020204" pitchFamily="34" charset="0"/>
                <a:cs typeface="Times New Roman" panose="02020603050405020304" pitchFamily="18" charset="0"/>
              </a:rPr>
              <a:t>magnetometer</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signals</a:t>
            </a:r>
            <a:r>
              <a:rPr lang="es-ES" sz="1800" dirty="0">
                <a:latin typeface="Century Gothic" panose="020B0502020202020204" pitchFamily="34" charset="0"/>
                <a:cs typeface="Times New Roman" panose="02020603050405020304" pitchFamily="18" charset="0"/>
              </a:rPr>
              <a:t>.</a:t>
            </a:r>
          </a:p>
          <a:p>
            <a:endParaRPr lang="es-ES" sz="1800" dirty="0">
              <a:latin typeface="Century Gothic" panose="020B0502020202020204" pitchFamily="34" charset="0"/>
              <a:cs typeface="Times New Roman" panose="02020603050405020304" pitchFamily="18" charset="0"/>
            </a:endParaRPr>
          </a:p>
          <a:p>
            <a:r>
              <a:rPr lang="es-ES" sz="1800" dirty="0" err="1">
                <a:latin typeface="Century Gothic" panose="020B0502020202020204" pitchFamily="34" charset="0"/>
                <a:cs typeface="Times New Roman" panose="02020603050405020304" pitchFamily="18" charset="0"/>
              </a:rPr>
              <a:t>Initial</a:t>
            </a:r>
            <a:r>
              <a:rPr lang="es-ES" sz="1800" dirty="0">
                <a:latin typeface="Century Gothic" panose="020B0502020202020204" pitchFamily="34" charset="0"/>
                <a:cs typeface="Times New Roman" panose="02020603050405020304" pitchFamily="18" charset="0"/>
              </a:rPr>
              <a:t> CSV </a:t>
            </a:r>
            <a:r>
              <a:rPr lang="es-ES" sz="1800" dirty="0" err="1">
                <a:latin typeface="Century Gothic" panose="020B0502020202020204" pitchFamily="34" charset="0"/>
                <a:cs typeface="Times New Roman" panose="02020603050405020304" pitchFamily="18" charset="0"/>
              </a:rPr>
              <a:t>logging</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used</a:t>
            </a:r>
            <a:r>
              <a:rPr lang="es-ES" sz="1800" dirty="0">
                <a:latin typeface="Century Gothic" panose="020B0502020202020204" pitchFamily="34" charset="0"/>
                <a:cs typeface="Times New Roman" panose="02020603050405020304" pitchFamily="18" charset="0"/>
              </a:rPr>
              <a:t> Python app, </a:t>
            </a:r>
            <a:r>
              <a:rPr lang="es-ES" sz="1800" dirty="0" err="1">
                <a:latin typeface="Century Gothic" panose="020B0502020202020204" pitchFamily="34" charset="0"/>
                <a:cs typeface="Times New Roman" panose="02020603050405020304" pitchFamily="18" charset="0"/>
              </a:rPr>
              <a:t>later</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migrated</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to</a:t>
            </a:r>
            <a:r>
              <a:rPr lang="es-ES" sz="1800" dirty="0">
                <a:latin typeface="Century Gothic" panose="020B0502020202020204" pitchFamily="34" charset="0"/>
                <a:cs typeface="Times New Roman" panose="02020603050405020304" pitchFamily="18" charset="0"/>
              </a:rPr>
              <a:t> browser-</a:t>
            </a:r>
            <a:r>
              <a:rPr lang="es-ES" sz="1800" dirty="0" err="1">
                <a:latin typeface="Century Gothic" panose="020B0502020202020204" pitchFamily="34" charset="0"/>
                <a:cs typeface="Times New Roman" panose="02020603050405020304" pitchFamily="18" charset="0"/>
              </a:rPr>
              <a:t>based</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workflow</a:t>
            </a:r>
            <a:r>
              <a:rPr lang="es-ES" sz="1800" dirty="0">
                <a:latin typeface="Century Gothic" panose="020B0502020202020204" pitchFamily="34" charset="0"/>
                <a:cs typeface="Times New Roman" panose="02020603050405020304" pitchFamily="18" charset="0"/>
              </a:rPr>
              <a:t> (HTML/JS + Chart.js). </a:t>
            </a:r>
            <a:r>
              <a:rPr lang="es-ES" sz="1800" dirty="0" err="1">
                <a:latin typeface="Century Gothic" panose="020B0502020202020204" pitchFamily="34" charset="0"/>
                <a:cs typeface="Times New Roman" panose="02020603050405020304" pitchFamily="18" charset="0"/>
              </a:rPr>
              <a:t>The</a:t>
            </a:r>
            <a:r>
              <a:rPr lang="es-ES" sz="1800" dirty="0">
                <a:latin typeface="Century Gothic" panose="020B0502020202020204" pitchFamily="34" charset="0"/>
                <a:cs typeface="Times New Roman" panose="02020603050405020304" pitchFamily="18" charset="0"/>
              </a:rPr>
              <a:t> CSV </a:t>
            </a:r>
            <a:r>
              <a:rPr lang="es-ES" sz="1800" dirty="0" err="1">
                <a:latin typeface="Century Gothic" panose="020B0502020202020204" pitchFamily="34" charset="0"/>
                <a:cs typeface="Times New Roman" panose="02020603050405020304" pitchFamily="18" charset="0"/>
              </a:rPr>
              <a:t>parsing</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reconstructs</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timestamps</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from</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sample</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index</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using</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fixed</a:t>
            </a:r>
            <a:r>
              <a:rPr lang="es-ES" sz="1800" dirty="0">
                <a:latin typeface="Century Gothic" panose="020B0502020202020204" pitchFamily="34" charset="0"/>
                <a:cs typeface="Times New Roman" panose="02020603050405020304" pitchFamily="18" charset="0"/>
              </a:rPr>
              <a:t> </a:t>
            </a:r>
            <a:r>
              <a:rPr lang="es-ES" sz="1800" b="1" dirty="0">
                <a:latin typeface="Century Gothic" panose="020B0502020202020204" pitchFamily="34" charset="0"/>
                <a:cs typeface="Times New Roman" panose="02020603050405020304" pitchFamily="18" charset="0"/>
              </a:rPr>
              <a:t>104 Hz </a:t>
            </a:r>
            <a:r>
              <a:rPr lang="es-ES" sz="1800" b="1" dirty="0" err="1">
                <a:latin typeface="Century Gothic" panose="020B0502020202020204" pitchFamily="34" charset="0"/>
                <a:cs typeface="Times New Roman" panose="02020603050405020304" pitchFamily="18" charset="0"/>
              </a:rPr>
              <a:t>rate</a:t>
            </a:r>
            <a:r>
              <a:rPr lang="es-ES" sz="1800" dirty="0">
                <a:latin typeface="Century Gothic" panose="020B0502020202020204" pitchFamily="34" charset="0"/>
                <a:cs typeface="Times New Roman" panose="02020603050405020304" pitchFamily="18" charset="0"/>
              </a:rPr>
              <a:t>.</a:t>
            </a:r>
          </a:p>
          <a:p>
            <a:r>
              <a:rPr lang="es-ES" sz="1800" dirty="0">
                <a:latin typeface="Century Gothic" panose="020B0502020202020204" pitchFamily="34" charset="0"/>
                <a:cs typeface="Times New Roman" panose="02020603050405020304" pitchFamily="18" charset="0"/>
              </a:rPr>
              <a:t>​</a:t>
            </a:r>
          </a:p>
        </p:txBody>
      </p:sp>
      <p:sp>
        <p:nvSpPr>
          <p:cNvPr id="20" name="Text Placeholder 8">
            <a:extLst>
              <a:ext uri="{FF2B5EF4-FFF2-40B4-BE49-F238E27FC236}">
                <a16:creationId xmlns:a16="http://schemas.microsoft.com/office/drawing/2014/main" id="{3F33FFA1-AA9A-E927-8503-1E66B3459889}"/>
              </a:ext>
            </a:extLst>
          </p:cNvPr>
          <p:cNvSpPr txBox="1">
            <a:spLocks/>
          </p:cNvSpPr>
          <p:nvPr/>
        </p:nvSpPr>
        <p:spPr>
          <a:xfrm rot="16200000">
            <a:off x="-380309" y="17428089"/>
            <a:ext cx="2066319" cy="386513"/>
          </a:xfrm>
          <a:prstGeom prst="rect">
            <a:avLst/>
          </a:prstGeom>
          <a:solidFill>
            <a:schemeClr val="accent5">
              <a:lumMod val="50000"/>
            </a:schemeClr>
          </a:solidFill>
        </p:spPr>
        <p:txBody>
          <a:bodyPr wrap="square" lIns="65304" tIns="65304" rIns="65304" bIns="65304" anchor="t" anchorCtr="0">
            <a:spAutoFit/>
          </a:bodyPr>
          <a:lstStyle>
            <a:lvl1pPr marL="0" indent="0" algn="ctr" defTabSz="3134552" rtl="0" eaLnBrk="1" latinLnBrk="0" hangingPunct="1">
              <a:spcBef>
                <a:spcPct val="20000"/>
              </a:spcBef>
              <a:buFont typeface="Arial" pitchFamily="34" charset="0"/>
              <a:buNone/>
              <a:defRPr sz="2000" b="1" u="none" kern="1200" baseline="0">
                <a:solidFill>
                  <a:schemeClr val="bg1"/>
                </a:solidFill>
                <a:latin typeface="Century Gothic" panose="020B0502020202020204" pitchFamily="34" charset="0"/>
                <a:ea typeface="+mn-ea"/>
                <a:cs typeface="+mn-cs"/>
              </a:defRPr>
            </a:lvl1pPr>
            <a:lvl2pPr marL="2546824" indent="-979547" algn="l" defTabSz="3134552" rtl="0" eaLnBrk="1" latinLnBrk="0" hangingPunct="1">
              <a:spcBef>
                <a:spcPct val="20000"/>
              </a:spcBef>
              <a:buFont typeface="Arial" pitchFamily="34" charset="0"/>
              <a:buChar char="–"/>
              <a:defRPr sz="9600" kern="1200">
                <a:solidFill>
                  <a:schemeClr val="tx1"/>
                </a:solidFill>
                <a:latin typeface="+mn-lt"/>
                <a:ea typeface="+mn-ea"/>
                <a:cs typeface="+mn-cs"/>
              </a:defRPr>
            </a:lvl2pPr>
            <a:lvl3pPr marL="3918191" indent="-783639" algn="l" defTabSz="3134552" rtl="0" eaLnBrk="1" latinLnBrk="0" hangingPunct="1">
              <a:spcBef>
                <a:spcPct val="20000"/>
              </a:spcBef>
              <a:buFont typeface="Arial" pitchFamily="34" charset="0"/>
              <a:buChar char="•"/>
              <a:defRPr sz="8300" kern="1200">
                <a:solidFill>
                  <a:schemeClr val="tx1"/>
                </a:solidFill>
                <a:latin typeface="+mn-lt"/>
                <a:ea typeface="+mn-ea"/>
                <a:cs typeface="+mn-cs"/>
              </a:defRPr>
            </a:lvl3pPr>
            <a:lvl4pPr marL="5485468"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4pPr>
            <a:lvl5pPr marL="7052744"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5pPr>
            <a:lvl6pPr marL="8620020"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6pPr>
            <a:lvl7pPr marL="10187296"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7pPr>
            <a:lvl8pPr marL="11754573"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8pPr>
            <a:lvl9pPr marL="13321849"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9pPr>
          </a:lstStyle>
          <a:p>
            <a:r>
              <a:rPr lang="en-US" sz="1600" dirty="0"/>
              <a:t>IMU SUBSYSTEM</a:t>
            </a:r>
          </a:p>
        </p:txBody>
      </p:sp>
      <p:sp>
        <p:nvSpPr>
          <p:cNvPr id="21" name="Text Placeholder 8">
            <a:extLst>
              <a:ext uri="{FF2B5EF4-FFF2-40B4-BE49-F238E27FC236}">
                <a16:creationId xmlns:a16="http://schemas.microsoft.com/office/drawing/2014/main" id="{49846122-F0F7-54B5-936C-612078BDF862}"/>
              </a:ext>
            </a:extLst>
          </p:cNvPr>
          <p:cNvSpPr txBox="1">
            <a:spLocks/>
          </p:cNvSpPr>
          <p:nvPr/>
        </p:nvSpPr>
        <p:spPr>
          <a:xfrm rot="16200000">
            <a:off x="-372210" y="19657237"/>
            <a:ext cx="2058529" cy="378105"/>
          </a:xfrm>
          <a:prstGeom prst="rect">
            <a:avLst/>
          </a:prstGeom>
          <a:solidFill>
            <a:schemeClr val="accent5">
              <a:lumMod val="50000"/>
            </a:schemeClr>
          </a:solidFill>
        </p:spPr>
        <p:txBody>
          <a:bodyPr wrap="square" lIns="65304" tIns="65304" rIns="65304" bIns="65304" anchor="t" anchorCtr="0">
            <a:spAutoFit/>
          </a:bodyPr>
          <a:lstStyle>
            <a:lvl1pPr marL="0" indent="0" algn="ctr" defTabSz="3134552" rtl="0" eaLnBrk="1" latinLnBrk="0" hangingPunct="1">
              <a:spcBef>
                <a:spcPct val="20000"/>
              </a:spcBef>
              <a:buFont typeface="Arial" pitchFamily="34" charset="0"/>
              <a:buNone/>
              <a:defRPr sz="2000" b="1" u="none" kern="1200" baseline="0">
                <a:solidFill>
                  <a:schemeClr val="bg1"/>
                </a:solidFill>
                <a:latin typeface="Century Gothic" panose="020B0502020202020204" pitchFamily="34" charset="0"/>
                <a:ea typeface="+mn-ea"/>
                <a:cs typeface="+mn-cs"/>
              </a:defRPr>
            </a:lvl1pPr>
            <a:lvl2pPr marL="2546824" indent="-979547" algn="l" defTabSz="3134552" rtl="0" eaLnBrk="1" latinLnBrk="0" hangingPunct="1">
              <a:spcBef>
                <a:spcPct val="20000"/>
              </a:spcBef>
              <a:buFont typeface="Arial" pitchFamily="34" charset="0"/>
              <a:buChar char="–"/>
              <a:defRPr sz="9600" kern="1200">
                <a:solidFill>
                  <a:schemeClr val="tx1"/>
                </a:solidFill>
                <a:latin typeface="+mn-lt"/>
                <a:ea typeface="+mn-ea"/>
                <a:cs typeface="+mn-cs"/>
              </a:defRPr>
            </a:lvl2pPr>
            <a:lvl3pPr marL="3918191" indent="-783639" algn="l" defTabSz="3134552" rtl="0" eaLnBrk="1" latinLnBrk="0" hangingPunct="1">
              <a:spcBef>
                <a:spcPct val="20000"/>
              </a:spcBef>
              <a:buFont typeface="Arial" pitchFamily="34" charset="0"/>
              <a:buChar char="•"/>
              <a:defRPr sz="8300" kern="1200">
                <a:solidFill>
                  <a:schemeClr val="tx1"/>
                </a:solidFill>
                <a:latin typeface="+mn-lt"/>
                <a:ea typeface="+mn-ea"/>
                <a:cs typeface="+mn-cs"/>
              </a:defRPr>
            </a:lvl3pPr>
            <a:lvl4pPr marL="5485468"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4pPr>
            <a:lvl5pPr marL="7052744"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5pPr>
            <a:lvl6pPr marL="8620020"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6pPr>
            <a:lvl7pPr marL="10187296"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7pPr>
            <a:lvl8pPr marL="11754573"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8pPr>
            <a:lvl9pPr marL="13321849"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9pPr>
          </a:lstStyle>
          <a:p>
            <a:r>
              <a:rPr lang="en-US" sz="1600" dirty="0"/>
              <a:t>VIDEO SUBSYSTEM</a:t>
            </a:r>
          </a:p>
        </p:txBody>
      </p:sp>
      <p:sp>
        <p:nvSpPr>
          <p:cNvPr id="22" name="Text Placeholder 8">
            <a:extLst>
              <a:ext uri="{FF2B5EF4-FFF2-40B4-BE49-F238E27FC236}">
                <a16:creationId xmlns:a16="http://schemas.microsoft.com/office/drawing/2014/main" id="{72439FF0-297E-05D8-D6A8-72ACC7542111}"/>
              </a:ext>
            </a:extLst>
          </p:cNvPr>
          <p:cNvSpPr txBox="1">
            <a:spLocks/>
          </p:cNvSpPr>
          <p:nvPr/>
        </p:nvSpPr>
        <p:spPr>
          <a:xfrm rot="16200000">
            <a:off x="-386179" y="21882181"/>
            <a:ext cx="2066318" cy="378105"/>
          </a:xfrm>
          <a:prstGeom prst="rect">
            <a:avLst/>
          </a:prstGeom>
          <a:solidFill>
            <a:schemeClr val="accent5">
              <a:lumMod val="50000"/>
            </a:schemeClr>
          </a:solidFill>
        </p:spPr>
        <p:txBody>
          <a:bodyPr wrap="square" lIns="65304" tIns="65304" rIns="65304" bIns="65304" anchor="t" anchorCtr="0">
            <a:spAutoFit/>
          </a:bodyPr>
          <a:lstStyle>
            <a:lvl1pPr marL="0" indent="0" algn="ctr" defTabSz="3134552" rtl="0" eaLnBrk="1" latinLnBrk="0" hangingPunct="1">
              <a:spcBef>
                <a:spcPct val="20000"/>
              </a:spcBef>
              <a:buFont typeface="Arial" pitchFamily="34" charset="0"/>
              <a:buNone/>
              <a:defRPr sz="2000" b="1" u="none" kern="1200" baseline="0">
                <a:solidFill>
                  <a:schemeClr val="bg1"/>
                </a:solidFill>
                <a:latin typeface="Century Gothic" panose="020B0502020202020204" pitchFamily="34" charset="0"/>
                <a:ea typeface="+mn-ea"/>
                <a:cs typeface="+mn-cs"/>
              </a:defRPr>
            </a:lvl1pPr>
            <a:lvl2pPr marL="2546824" indent="-979547" algn="l" defTabSz="3134552" rtl="0" eaLnBrk="1" latinLnBrk="0" hangingPunct="1">
              <a:spcBef>
                <a:spcPct val="20000"/>
              </a:spcBef>
              <a:buFont typeface="Arial" pitchFamily="34" charset="0"/>
              <a:buChar char="–"/>
              <a:defRPr sz="9600" kern="1200">
                <a:solidFill>
                  <a:schemeClr val="tx1"/>
                </a:solidFill>
                <a:latin typeface="+mn-lt"/>
                <a:ea typeface="+mn-ea"/>
                <a:cs typeface="+mn-cs"/>
              </a:defRPr>
            </a:lvl2pPr>
            <a:lvl3pPr marL="3918191" indent="-783639" algn="l" defTabSz="3134552" rtl="0" eaLnBrk="1" latinLnBrk="0" hangingPunct="1">
              <a:spcBef>
                <a:spcPct val="20000"/>
              </a:spcBef>
              <a:buFont typeface="Arial" pitchFamily="34" charset="0"/>
              <a:buChar char="•"/>
              <a:defRPr sz="8300" kern="1200">
                <a:solidFill>
                  <a:schemeClr val="tx1"/>
                </a:solidFill>
                <a:latin typeface="+mn-lt"/>
                <a:ea typeface="+mn-ea"/>
                <a:cs typeface="+mn-cs"/>
              </a:defRPr>
            </a:lvl3pPr>
            <a:lvl4pPr marL="5485468"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4pPr>
            <a:lvl5pPr marL="7052744"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5pPr>
            <a:lvl6pPr marL="8620020"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6pPr>
            <a:lvl7pPr marL="10187296"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7pPr>
            <a:lvl8pPr marL="11754573"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8pPr>
            <a:lvl9pPr marL="13321849"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9pPr>
          </a:lstStyle>
          <a:p>
            <a:r>
              <a:rPr lang="es-ES" sz="1600" dirty="0"/>
              <a:t>SYNCHRONIZATION</a:t>
            </a:r>
            <a:endParaRPr lang="en-US" sz="1600" dirty="0"/>
          </a:p>
        </p:txBody>
      </p:sp>
      <p:sp>
        <p:nvSpPr>
          <p:cNvPr id="23" name="CuadroTexto 22">
            <a:extLst>
              <a:ext uri="{FF2B5EF4-FFF2-40B4-BE49-F238E27FC236}">
                <a16:creationId xmlns:a16="http://schemas.microsoft.com/office/drawing/2014/main" id="{23119FF1-BFA6-5DB0-9287-E7575BA4F664}"/>
              </a:ext>
            </a:extLst>
          </p:cNvPr>
          <p:cNvSpPr txBox="1"/>
          <p:nvPr/>
        </p:nvSpPr>
        <p:spPr>
          <a:xfrm>
            <a:off x="879528" y="23632985"/>
            <a:ext cx="9622351" cy="1754326"/>
          </a:xfrm>
          <a:prstGeom prst="rect">
            <a:avLst/>
          </a:prstGeom>
          <a:noFill/>
        </p:spPr>
        <p:txBody>
          <a:bodyPr wrap="square" rtlCol="0">
            <a:spAutoFit/>
          </a:bodyPr>
          <a:lstStyle/>
          <a:p>
            <a:r>
              <a:rPr lang="es-ES" sz="1800" dirty="0">
                <a:latin typeface="Century Gothic" panose="020B0502020202020204" pitchFamily="34" charset="0"/>
                <a:cs typeface="Times New Roman" panose="02020603050405020304" pitchFamily="18" charset="0"/>
              </a:rPr>
              <a:t>Reproducible </a:t>
            </a:r>
            <a:r>
              <a:rPr lang="es-ES" sz="1800" dirty="0" err="1">
                <a:latin typeface="Century Gothic" panose="020B0502020202020204" pitchFamily="34" charset="0"/>
                <a:cs typeface="Times New Roman" panose="02020603050405020304" pitchFamily="18" charset="0"/>
              </a:rPr>
              <a:t>analysis</a:t>
            </a:r>
            <a:r>
              <a:rPr lang="es-ES" sz="1800" dirty="0">
                <a:latin typeface="Century Gothic" panose="020B0502020202020204" pitchFamily="34" charset="0"/>
                <a:cs typeface="Times New Roman" panose="02020603050405020304" pitchFamily="18" charset="0"/>
              </a:rPr>
              <a:t>:</a:t>
            </a:r>
          </a:p>
          <a:p>
            <a:r>
              <a:rPr lang="es-ES" sz="1800" b="1" dirty="0" err="1">
                <a:latin typeface="Century Gothic" panose="020B0502020202020204" pitchFamily="34" charset="0"/>
                <a:cs typeface="Times New Roman" panose="02020603050405020304" pitchFamily="18" charset="0"/>
              </a:rPr>
              <a:t>localStorage</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automatically</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saves</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sync</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offsets</a:t>
            </a:r>
            <a:r>
              <a:rPr lang="es-ES" sz="1800" dirty="0">
                <a:latin typeface="Century Gothic" panose="020B0502020202020204" pitchFamily="34" charset="0"/>
                <a:cs typeface="Times New Roman" panose="02020603050405020304" pitchFamily="18" charset="0"/>
              </a:rPr>
              <a:t> and </a:t>
            </a:r>
            <a:r>
              <a:rPr lang="es-ES" sz="1800" dirty="0" err="1">
                <a:latin typeface="Century Gothic" panose="020B0502020202020204" pitchFamily="34" charset="0"/>
                <a:cs typeface="Times New Roman" panose="02020603050405020304" pitchFamily="18" charset="0"/>
              </a:rPr>
              <a:t>annotations</a:t>
            </a:r>
            <a:r>
              <a:rPr lang="es-ES" sz="1800" dirty="0">
                <a:latin typeface="Century Gothic" panose="020B0502020202020204" pitchFamily="34" charset="0"/>
                <a:cs typeface="Times New Roman" panose="02020603050405020304" pitchFamily="18" charset="0"/>
              </a:rPr>
              <a:t> {time, </a:t>
            </a:r>
            <a:r>
              <a:rPr lang="es-ES" sz="1800" dirty="0" err="1">
                <a:latin typeface="Century Gothic" panose="020B0502020202020204" pitchFamily="34" charset="0"/>
                <a:cs typeface="Times New Roman" panose="02020603050405020304" pitchFamily="18" charset="0"/>
              </a:rPr>
              <a:t>label</a:t>
            </a:r>
            <a:r>
              <a:rPr lang="es-ES" sz="1800" dirty="0">
                <a:latin typeface="Century Gothic" panose="020B0502020202020204" pitchFamily="34" charset="0"/>
                <a:cs typeface="Times New Roman" panose="02020603050405020304" pitchFamily="18" charset="0"/>
              </a:rPr>
              <a:t>, notes} per video.</a:t>
            </a:r>
          </a:p>
          <a:p>
            <a:r>
              <a:rPr lang="es-ES" sz="1800" b="1" dirty="0">
                <a:latin typeface="Century Gothic" panose="020B0502020202020204" pitchFamily="34" charset="0"/>
                <a:cs typeface="Times New Roman" panose="02020603050405020304" pitchFamily="18" charset="0"/>
              </a:rPr>
              <a:t>ZIP </a:t>
            </a:r>
            <a:r>
              <a:rPr lang="es-ES" sz="1800" b="1" dirty="0" err="1">
                <a:latin typeface="Century Gothic" panose="020B0502020202020204" pitchFamily="34" charset="0"/>
                <a:cs typeface="Times New Roman" panose="02020603050405020304" pitchFamily="18" charset="0"/>
              </a:rPr>
              <a:t>export</a:t>
            </a:r>
            <a:r>
              <a:rPr lang="es-ES" sz="1800" b="1" dirty="0">
                <a:latin typeface="Century Gothic" panose="020B0502020202020204" pitchFamily="34" charset="0"/>
                <a:cs typeface="Times New Roman" panose="02020603050405020304" pitchFamily="18" charset="0"/>
              </a:rPr>
              <a:t>/</a:t>
            </a:r>
            <a:r>
              <a:rPr lang="es-ES" sz="1800" b="1" dirty="0" err="1">
                <a:latin typeface="Century Gothic" panose="020B0502020202020204" pitchFamily="34" charset="0"/>
                <a:cs typeface="Times New Roman" panose="02020603050405020304" pitchFamily="18" charset="0"/>
              </a:rPr>
              <a:t>import</a:t>
            </a:r>
            <a:r>
              <a:rPr lang="es-ES" sz="1800" b="1"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includes</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metadata</a:t>
            </a:r>
            <a:r>
              <a:rPr lang="es-ES" sz="1800" dirty="0">
                <a:latin typeface="Century Gothic" panose="020B0502020202020204" pitchFamily="34" charset="0"/>
                <a:cs typeface="Times New Roman" panose="02020603050405020304" pitchFamily="18" charset="0"/>
              </a:rPr>
              <a:t> + video/CSV files </a:t>
            </a:r>
            <a:r>
              <a:rPr lang="es-ES" sz="1800" dirty="0" err="1">
                <a:latin typeface="Century Gothic" panose="020B0502020202020204" pitchFamily="34" charset="0"/>
                <a:cs typeface="Times New Roman" panose="02020603050405020304" pitchFamily="18" charset="0"/>
              </a:rPr>
              <a:t>for</a:t>
            </a:r>
            <a:r>
              <a:rPr lang="es-ES" sz="1800" dirty="0">
                <a:latin typeface="Century Gothic" panose="020B0502020202020204" pitchFamily="34" charset="0"/>
                <a:cs typeface="Times New Roman" panose="02020603050405020304" pitchFamily="18" charset="0"/>
              </a:rPr>
              <a:t> complete </a:t>
            </a:r>
            <a:r>
              <a:rPr lang="es-ES" sz="1800" dirty="0" err="1">
                <a:latin typeface="Century Gothic" panose="020B0502020202020204" pitchFamily="34" charset="0"/>
                <a:cs typeface="Times New Roman" panose="02020603050405020304" pitchFamily="18" charset="0"/>
              </a:rPr>
              <a:t>project</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portability</a:t>
            </a:r>
            <a:r>
              <a:rPr lang="es-ES" sz="1800" dirty="0">
                <a:latin typeface="Century Gothic" panose="020B0502020202020204" pitchFamily="34" charset="0"/>
                <a:cs typeface="Times New Roman" panose="02020603050405020304" pitchFamily="18" charset="0"/>
              </a:rPr>
              <a:t>.</a:t>
            </a:r>
          </a:p>
          <a:p>
            <a:r>
              <a:rPr lang="es-ES" sz="1800" b="1" dirty="0">
                <a:latin typeface="Century Gothic" panose="020B0502020202020204" pitchFamily="34" charset="0"/>
                <a:cs typeface="Times New Roman" panose="02020603050405020304" pitchFamily="18" charset="0"/>
              </a:rPr>
              <a:t>TXT </a:t>
            </a:r>
            <a:r>
              <a:rPr lang="es-ES" sz="1800" b="1" dirty="0" err="1">
                <a:latin typeface="Century Gothic" panose="020B0502020202020204" pitchFamily="34" charset="0"/>
                <a:cs typeface="Times New Roman" panose="02020603050405020304" pitchFamily="18" charset="0"/>
              </a:rPr>
              <a:t>reports</a:t>
            </a:r>
            <a:r>
              <a:rPr lang="es-ES" sz="1800" b="1"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summarize</a:t>
            </a:r>
            <a:r>
              <a:rPr lang="es-ES" sz="1800" dirty="0">
                <a:latin typeface="Century Gothic" panose="020B0502020202020204" pitchFamily="34" charset="0"/>
                <a:cs typeface="Times New Roman" panose="02020603050405020304" pitchFamily="18" charset="0"/>
              </a:rPr>
              <a:t> IMU timeline + </a:t>
            </a:r>
            <a:r>
              <a:rPr lang="es-ES" sz="1800" dirty="0" err="1">
                <a:latin typeface="Century Gothic" panose="020B0502020202020204" pitchFamily="34" charset="0"/>
                <a:cs typeface="Times New Roman" panose="02020603050405020304" pitchFamily="18" charset="0"/>
              </a:rPr>
              <a:t>stored</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annotations</a:t>
            </a:r>
            <a:r>
              <a:rPr lang="es-ES" sz="1800" dirty="0">
                <a:latin typeface="Century Gothic" panose="020B0502020202020204" pitchFamily="34" charset="0"/>
                <a:cs typeface="Times New Roman" panose="02020603050405020304" pitchFamily="18" charset="0"/>
              </a:rPr>
              <a:t>.</a:t>
            </a:r>
          </a:p>
        </p:txBody>
      </p:sp>
      <p:sp>
        <p:nvSpPr>
          <p:cNvPr id="24" name="Text Placeholder 8">
            <a:extLst>
              <a:ext uri="{FF2B5EF4-FFF2-40B4-BE49-F238E27FC236}">
                <a16:creationId xmlns:a16="http://schemas.microsoft.com/office/drawing/2014/main" id="{F6EA05E6-EF50-B530-911A-E5FF0018234D}"/>
              </a:ext>
            </a:extLst>
          </p:cNvPr>
          <p:cNvSpPr txBox="1">
            <a:spLocks/>
          </p:cNvSpPr>
          <p:nvPr/>
        </p:nvSpPr>
        <p:spPr>
          <a:xfrm rot="16200000">
            <a:off x="-581158" y="24334190"/>
            <a:ext cx="2512660" cy="378105"/>
          </a:xfrm>
          <a:prstGeom prst="rect">
            <a:avLst/>
          </a:prstGeom>
          <a:solidFill>
            <a:schemeClr val="accent5">
              <a:lumMod val="50000"/>
            </a:schemeClr>
          </a:solidFill>
        </p:spPr>
        <p:txBody>
          <a:bodyPr wrap="square" lIns="65304" tIns="65304" rIns="65304" bIns="65304" anchor="t" anchorCtr="0">
            <a:spAutoFit/>
          </a:bodyPr>
          <a:lstStyle>
            <a:lvl1pPr marL="0" indent="0" algn="ctr" defTabSz="3134552" rtl="0" eaLnBrk="1" latinLnBrk="0" hangingPunct="1">
              <a:spcBef>
                <a:spcPct val="20000"/>
              </a:spcBef>
              <a:buFont typeface="Arial" pitchFamily="34" charset="0"/>
              <a:buNone/>
              <a:defRPr sz="2000" b="1" u="none" kern="1200" baseline="0">
                <a:solidFill>
                  <a:schemeClr val="bg1"/>
                </a:solidFill>
                <a:latin typeface="Century Gothic" panose="020B0502020202020204" pitchFamily="34" charset="0"/>
                <a:ea typeface="+mn-ea"/>
                <a:cs typeface="+mn-cs"/>
              </a:defRPr>
            </a:lvl1pPr>
            <a:lvl2pPr marL="2546824" indent="-979547" algn="l" defTabSz="3134552" rtl="0" eaLnBrk="1" latinLnBrk="0" hangingPunct="1">
              <a:spcBef>
                <a:spcPct val="20000"/>
              </a:spcBef>
              <a:buFont typeface="Arial" pitchFamily="34" charset="0"/>
              <a:buChar char="–"/>
              <a:defRPr sz="9600" kern="1200">
                <a:solidFill>
                  <a:schemeClr val="tx1"/>
                </a:solidFill>
                <a:latin typeface="+mn-lt"/>
                <a:ea typeface="+mn-ea"/>
                <a:cs typeface="+mn-cs"/>
              </a:defRPr>
            </a:lvl2pPr>
            <a:lvl3pPr marL="3918191" indent="-783639" algn="l" defTabSz="3134552" rtl="0" eaLnBrk="1" latinLnBrk="0" hangingPunct="1">
              <a:spcBef>
                <a:spcPct val="20000"/>
              </a:spcBef>
              <a:buFont typeface="Arial" pitchFamily="34" charset="0"/>
              <a:buChar char="•"/>
              <a:defRPr sz="8300" kern="1200">
                <a:solidFill>
                  <a:schemeClr val="tx1"/>
                </a:solidFill>
                <a:latin typeface="+mn-lt"/>
                <a:ea typeface="+mn-ea"/>
                <a:cs typeface="+mn-cs"/>
              </a:defRPr>
            </a:lvl3pPr>
            <a:lvl4pPr marL="5485468"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4pPr>
            <a:lvl5pPr marL="7052744"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5pPr>
            <a:lvl6pPr marL="8620020"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6pPr>
            <a:lvl7pPr marL="10187296"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7pPr>
            <a:lvl8pPr marL="11754573"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8pPr>
            <a:lvl9pPr marL="13321849"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9pPr>
          </a:lstStyle>
          <a:p>
            <a:r>
              <a:rPr lang="es-ES" sz="1600" dirty="0"/>
              <a:t>SESSION MANAGEMENT</a:t>
            </a:r>
            <a:endParaRPr lang="en-US" sz="1200" dirty="0"/>
          </a:p>
        </p:txBody>
      </p:sp>
      <p:sp>
        <p:nvSpPr>
          <p:cNvPr id="25" name="Text Placeholder 3">
            <a:extLst>
              <a:ext uri="{FF2B5EF4-FFF2-40B4-BE49-F238E27FC236}">
                <a16:creationId xmlns:a16="http://schemas.microsoft.com/office/drawing/2014/main" id="{A91881E7-8C15-4926-0AAB-30877B4407EA}"/>
              </a:ext>
            </a:extLst>
          </p:cNvPr>
          <p:cNvSpPr txBox="1">
            <a:spLocks/>
          </p:cNvSpPr>
          <p:nvPr/>
        </p:nvSpPr>
        <p:spPr>
          <a:xfrm>
            <a:off x="405530" y="26866145"/>
            <a:ext cx="10065860" cy="1285747"/>
          </a:xfrm>
          <a:prstGeom prst="rect">
            <a:avLst/>
          </a:prstGeom>
        </p:spPr>
        <p:txBody>
          <a:bodyPr/>
          <a:lstStyle>
            <a:lvl1pPr marL="401033" indent="-401033" algn="l" defTabSz="1604132" rtl="0" eaLnBrk="1" latinLnBrk="0" hangingPunct="1">
              <a:lnSpc>
                <a:spcPct val="90000"/>
              </a:lnSpc>
              <a:spcBef>
                <a:spcPts val="1754"/>
              </a:spcBef>
              <a:buFont typeface="Arial" panose="020B0604020202020204" pitchFamily="34" charset="0"/>
              <a:buChar char="•"/>
              <a:defRPr sz="4912" kern="1200">
                <a:solidFill>
                  <a:schemeClr val="tx1"/>
                </a:solidFill>
                <a:latin typeface="+mn-lt"/>
                <a:ea typeface="+mn-ea"/>
                <a:cs typeface="+mn-cs"/>
              </a:defRPr>
            </a:lvl1pPr>
            <a:lvl2pPr marL="1203099" indent="-401033" algn="l" defTabSz="1604132" rtl="0" eaLnBrk="1" latinLnBrk="0" hangingPunct="1">
              <a:lnSpc>
                <a:spcPct val="90000"/>
              </a:lnSpc>
              <a:spcBef>
                <a:spcPts val="877"/>
              </a:spcBef>
              <a:buFont typeface="Arial" panose="020B0604020202020204" pitchFamily="34" charset="0"/>
              <a:buChar char="•"/>
              <a:defRPr sz="4210" kern="1200">
                <a:solidFill>
                  <a:schemeClr val="tx1"/>
                </a:solidFill>
                <a:latin typeface="+mn-lt"/>
                <a:ea typeface="+mn-ea"/>
                <a:cs typeface="+mn-cs"/>
              </a:defRPr>
            </a:lvl2pPr>
            <a:lvl3pPr marL="2005165" indent="-401033" algn="l" defTabSz="1604132" rtl="0" eaLnBrk="1" latinLnBrk="0" hangingPunct="1">
              <a:lnSpc>
                <a:spcPct val="90000"/>
              </a:lnSpc>
              <a:spcBef>
                <a:spcPts val="877"/>
              </a:spcBef>
              <a:buFont typeface="Arial" panose="020B0604020202020204" pitchFamily="34" charset="0"/>
              <a:buChar char="•"/>
              <a:defRPr sz="3509" kern="1200">
                <a:solidFill>
                  <a:schemeClr val="tx1"/>
                </a:solidFill>
                <a:latin typeface="+mn-lt"/>
                <a:ea typeface="+mn-ea"/>
                <a:cs typeface="+mn-cs"/>
              </a:defRPr>
            </a:lvl3pPr>
            <a:lvl4pPr marL="2807231"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4pPr>
            <a:lvl5pPr marL="3609297"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5pPr>
            <a:lvl6pPr marL="4411363"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6pPr>
            <a:lvl7pPr marL="5213429"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7pPr>
            <a:lvl8pPr marL="6015495"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8pPr>
            <a:lvl9pPr marL="6817561"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9pPr>
          </a:lstStyle>
          <a:p>
            <a:r>
              <a:rPr lang="en-US" sz="1800" b="1" dirty="0">
                <a:latin typeface="Century Gothic" panose="020B0502020202020204" pitchFamily="34" charset="0"/>
              </a:rPr>
              <a:t>Objective: </a:t>
            </a:r>
            <a:r>
              <a:rPr lang="en-US" sz="1800" dirty="0">
                <a:latin typeface="Century Gothic" panose="020B0502020202020204" pitchFamily="34" charset="0"/>
              </a:rPr>
              <a:t>Design a low‑cost, low‑complexity motion tracking prototype that runs in a standard web browser.​</a:t>
            </a:r>
          </a:p>
          <a:p>
            <a:r>
              <a:rPr lang="en-US" sz="1800" b="1" dirty="0">
                <a:latin typeface="Century Gothic" panose="020B0502020202020204" pitchFamily="34" charset="0"/>
              </a:rPr>
              <a:t>Aim: </a:t>
            </a:r>
            <a:r>
              <a:rPr lang="en-US" sz="1800" dirty="0">
                <a:latin typeface="Century Gothic" panose="020B0502020202020204" pitchFamily="34" charset="0"/>
              </a:rPr>
              <a:t>Enable synchronized visual inspection of video‑based pose estimation and IMU sensor data without specialized motion‑capture hardware.​</a:t>
            </a:r>
          </a:p>
        </p:txBody>
      </p:sp>
      <p:sp>
        <p:nvSpPr>
          <p:cNvPr id="27" name="Text Placeholder 3">
            <a:extLst>
              <a:ext uri="{FF2B5EF4-FFF2-40B4-BE49-F238E27FC236}">
                <a16:creationId xmlns:a16="http://schemas.microsoft.com/office/drawing/2014/main" id="{E4ED05FF-69A1-A9CB-FCF7-2BF508F499C0}"/>
              </a:ext>
            </a:extLst>
          </p:cNvPr>
          <p:cNvSpPr txBox="1">
            <a:spLocks/>
          </p:cNvSpPr>
          <p:nvPr/>
        </p:nvSpPr>
        <p:spPr>
          <a:xfrm>
            <a:off x="405530" y="26159548"/>
            <a:ext cx="10096349" cy="515649"/>
          </a:xfrm>
          <a:prstGeom prst="rect">
            <a:avLst/>
          </a:prstGeom>
          <a:solidFill>
            <a:schemeClr val="accent5">
              <a:lumMod val="50000"/>
            </a:schemeClr>
          </a:solidFill>
        </p:spPr>
        <p:txBody>
          <a:bodyPr vert="horz" wrap="square" lIns="63307" tIns="63307" rIns="63307" bIns="63307" rtlCol="0" anchor="t" anchorCtr="0">
            <a:spAutoFit/>
          </a:bodyPr>
          <a:lstStyle>
            <a:lvl1pPr marL="0" indent="0" algn="ctr" defTabSz="1604132" rtl="0" eaLnBrk="1" latinLnBrk="0" hangingPunct="1">
              <a:lnSpc>
                <a:spcPct val="90000"/>
              </a:lnSpc>
              <a:spcBef>
                <a:spcPts val="1754"/>
              </a:spcBef>
              <a:buFont typeface="Arial" panose="020B0604020202020204" pitchFamily="34" charset="0"/>
              <a:buNone/>
              <a:defRPr sz="2800" b="1" u="none" kern="1200" baseline="0">
                <a:solidFill>
                  <a:schemeClr val="bg1"/>
                </a:solidFill>
                <a:latin typeface="Century Gothic" panose="020B0502020202020204" pitchFamily="34" charset="0"/>
                <a:ea typeface="+mn-ea"/>
                <a:cs typeface="+mn-cs"/>
              </a:defRPr>
            </a:lvl1pPr>
            <a:lvl2pPr marL="1203099" indent="-401033" algn="l" defTabSz="1604132" rtl="0" eaLnBrk="1" latinLnBrk="0" hangingPunct="1">
              <a:lnSpc>
                <a:spcPct val="90000"/>
              </a:lnSpc>
              <a:spcBef>
                <a:spcPts val="877"/>
              </a:spcBef>
              <a:buFont typeface="Arial" panose="020B0604020202020204" pitchFamily="34" charset="0"/>
              <a:buChar char="•"/>
              <a:defRPr sz="4210" kern="1200">
                <a:solidFill>
                  <a:schemeClr val="tx1"/>
                </a:solidFill>
                <a:latin typeface="+mn-lt"/>
                <a:ea typeface="+mn-ea"/>
                <a:cs typeface="+mn-cs"/>
              </a:defRPr>
            </a:lvl2pPr>
            <a:lvl3pPr marL="2005165" indent="-401033" algn="l" defTabSz="1604132" rtl="0" eaLnBrk="1" latinLnBrk="0" hangingPunct="1">
              <a:lnSpc>
                <a:spcPct val="90000"/>
              </a:lnSpc>
              <a:spcBef>
                <a:spcPts val="877"/>
              </a:spcBef>
              <a:buFont typeface="Arial" panose="020B0604020202020204" pitchFamily="34" charset="0"/>
              <a:buChar char="•"/>
              <a:defRPr sz="3509" kern="1200">
                <a:solidFill>
                  <a:schemeClr val="tx1"/>
                </a:solidFill>
                <a:latin typeface="+mn-lt"/>
                <a:ea typeface="+mn-ea"/>
                <a:cs typeface="+mn-cs"/>
              </a:defRPr>
            </a:lvl3pPr>
            <a:lvl4pPr marL="2807231"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4pPr>
            <a:lvl5pPr marL="3609297"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5pPr>
            <a:lvl6pPr marL="4411363"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6pPr>
            <a:lvl7pPr marL="5213429"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7pPr>
            <a:lvl8pPr marL="6015495"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8pPr>
            <a:lvl9pPr marL="6817561"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9pPr>
          </a:lstStyle>
          <a:p>
            <a:r>
              <a:rPr lang="en-US" dirty="0"/>
              <a:t>OBJECTIVES</a:t>
            </a:r>
          </a:p>
        </p:txBody>
      </p:sp>
      <p:pic>
        <p:nvPicPr>
          <p:cNvPr id="28" name="Imagen 27" descr="Movesense Flash Sensor — Movesense">
            <a:extLst>
              <a:ext uri="{FF2B5EF4-FFF2-40B4-BE49-F238E27FC236}">
                <a16:creationId xmlns:a16="http://schemas.microsoft.com/office/drawing/2014/main" id="{FD7E7867-6DFD-DE39-FB3B-A13F8BB81963}"/>
              </a:ext>
            </a:extLst>
          </p:cNvPr>
          <p:cNvPicPr>
            <a:picLocks noChangeAspect="1"/>
          </p:cNvPicPr>
          <p:nvPr/>
        </p:nvPicPr>
        <p:blipFill>
          <a:blip r:embed="rId5" cstate="print">
            <a:extLst>
              <a:ext uri="{BEBA8EAE-BF5A-486C-A8C5-ECC9F3942E4B}">
                <a14:imgProps xmlns:a14="http://schemas.microsoft.com/office/drawing/2010/main">
                  <a14:imgLayer r:embed="rId6">
                    <a14:imgEffect>
                      <a14:backgroundRemoval t="834" b="100000" l="0" r="100000">
                        <a14:foregroundMark x1="29539" y1="15211" x2="29539" y2="15211"/>
                        <a14:foregroundMark x1="41658" y1="16487" x2="41658" y2="16487"/>
                        <a14:foregroundMark x1="41266" y1="15653" x2="41266" y2="15653"/>
                      </a14:backgroundRemoval>
                    </a14:imgEffect>
                  </a14:imgLayer>
                </a14:imgProps>
              </a:ext>
              <a:ext uri="{28A0092B-C50C-407E-A947-70E740481C1C}">
                <a14:useLocalDpi xmlns:a14="http://schemas.microsoft.com/office/drawing/2010/main" val="0"/>
              </a:ext>
            </a:extLst>
          </a:blip>
          <a:srcRect/>
          <a:stretch>
            <a:fillRect/>
          </a:stretch>
        </p:blipFill>
        <p:spPr bwMode="auto">
          <a:xfrm>
            <a:off x="8548644" y="16252365"/>
            <a:ext cx="2290858" cy="2290858"/>
          </a:xfrm>
          <a:prstGeom prst="rect">
            <a:avLst/>
          </a:prstGeom>
          <a:noFill/>
          <a:ln>
            <a:noFill/>
          </a:ln>
        </p:spPr>
      </p:pic>
      <p:sp>
        <p:nvSpPr>
          <p:cNvPr id="29" name="Rectángulo: esquinas redondeadas 28">
            <a:extLst>
              <a:ext uri="{FF2B5EF4-FFF2-40B4-BE49-F238E27FC236}">
                <a16:creationId xmlns:a16="http://schemas.microsoft.com/office/drawing/2014/main" id="{8B03875A-58C2-95D9-6581-976AB8CC57B3}"/>
              </a:ext>
            </a:extLst>
          </p:cNvPr>
          <p:cNvSpPr/>
          <p:nvPr/>
        </p:nvSpPr>
        <p:spPr>
          <a:xfrm>
            <a:off x="10839502" y="6897010"/>
            <a:ext cx="10090959" cy="10987910"/>
          </a:xfrm>
          <a:prstGeom prst="roundRect">
            <a:avLst>
              <a:gd name="adj" fmla="val 454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0" name="Imagen 29">
            <a:extLst>
              <a:ext uri="{FF2B5EF4-FFF2-40B4-BE49-F238E27FC236}">
                <a16:creationId xmlns:a16="http://schemas.microsoft.com/office/drawing/2014/main" id="{346D1874-152D-5FE4-54B8-EF13E5C5648B}"/>
              </a:ext>
            </a:extLst>
          </p:cNvPr>
          <p:cNvPicPr>
            <a:picLocks noChangeAspect="1"/>
          </p:cNvPicPr>
          <p:nvPr/>
        </p:nvPicPr>
        <p:blipFill>
          <a:blip r:embed="rId7"/>
          <a:stretch>
            <a:fillRect/>
          </a:stretch>
        </p:blipFill>
        <p:spPr>
          <a:xfrm>
            <a:off x="15398046" y="9544281"/>
            <a:ext cx="5494110" cy="5210286"/>
          </a:xfrm>
          <a:prstGeom prst="roundRect">
            <a:avLst>
              <a:gd name="adj" fmla="val 2718"/>
            </a:avLst>
          </a:prstGeom>
        </p:spPr>
      </p:pic>
      <p:pic>
        <p:nvPicPr>
          <p:cNvPr id="31" name="Imagen 30">
            <a:extLst>
              <a:ext uri="{FF2B5EF4-FFF2-40B4-BE49-F238E27FC236}">
                <a16:creationId xmlns:a16="http://schemas.microsoft.com/office/drawing/2014/main" id="{73E811CF-5CED-1B40-0677-1A8D85D0922E}"/>
              </a:ext>
            </a:extLst>
          </p:cNvPr>
          <p:cNvPicPr>
            <a:picLocks noChangeAspect="1"/>
          </p:cNvPicPr>
          <p:nvPr/>
        </p:nvPicPr>
        <p:blipFill>
          <a:blip r:embed="rId8"/>
          <a:srcRect l="2012" t="2226" r="3346" b="2510"/>
          <a:stretch>
            <a:fillRect/>
          </a:stretch>
        </p:blipFill>
        <p:spPr>
          <a:xfrm>
            <a:off x="10939397" y="9280859"/>
            <a:ext cx="4436859" cy="5678123"/>
          </a:xfrm>
          <a:prstGeom prst="roundRect">
            <a:avLst>
              <a:gd name="adj" fmla="val 4211"/>
            </a:avLst>
          </a:prstGeom>
        </p:spPr>
      </p:pic>
      <p:pic>
        <p:nvPicPr>
          <p:cNvPr id="37" name="Imagen 36">
            <a:extLst>
              <a:ext uri="{FF2B5EF4-FFF2-40B4-BE49-F238E27FC236}">
                <a16:creationId xmlns:a16="http://schemas.microsoft.com/office/drawing/2014/main" id="{EFA8F5A4-BB79-0A4C-440E-2BBBDBEE54E2}"/>
              </a:ext>
            </a:extLst>
          </p:cNvPr>
          <p:cNvPicPr>
            <a:picLocks noChangeAspect="1"/>
          </p:cNvPicPr>
          <p:nvPr/>
        </p:nvPicPr>
        <p:blipFill>
          <a:blip r:embed="rId9"/>
          <a:stretch>
            <a:fillRect/>
          </a:stretch>
        </p:blipFill>
        <p:spPr>
          <a:xfrm>
            <a:off x="10922496" y="7069319"/>
            <a:ext cx="9886357" cy="2132466"/>
          </a:xfrm>
          <a:prstGeom prst="rect">
            <a:avLst/>
          </a:prstGeom>
        </p:spPr>
      </p:pic>
      <p:pic>
        <p:nvPicPr>
          <p:cNvPr id="43" name="Imagen 42">
            <a:extLst>
              <a:ext uri="{FF2B5EF4-FFF2-40B4-BE49-F238E27FC236}">
                <a16:creationId xmlns:a16="http://schemas.microsoft.com/office/drawing/2014/main" id="{69400783-3A33-81F5-1D62-7F6170C6D367}"/>
              </a:ext>
            </a:extLst>
          </p:cNvPr>
          <p:cNvPicPr>
            <a:picLocks noChangeAspect="1"/>
          </p:cNvPicPr>
          <p:nvPr/>
        </p:nvPicPr>
        <p:blipFill>
          <a:blip r:embed="rId10"/>
          <a:stretch>
            <a:fillRect/>
          </a:stretch>
        </p:blipFill>
        <p:spPr>
          <a:xfrm>
            <a:off x="10922496" y="15171686"/>
            <a:ext cx="9760133" cy="2471235"/>
          </a:xfrm>
          <a:prstGeom prst="rect">
            <a:avLst/>
          </a:prstGeom>
        </p:spPr>
      </p:pic>
    </p:spTree>
    <p:extLst>
      <p:ext uri="{BB962C8B-B14F-4D97-AF65-F5344CB8AC3E}">
        <p14:creationId xmlns:p14="http://schemas.microsoft.com/office/powerpoint/2010/main" val="27445355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A7519-1D2E-8357-9D09-25A89DF5EAE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5EB2482-528D-D5FE-C8FF-3C3FAF3901F3}"/>
              </a:ext>
            </a:extLst>
          </p:cNvPr>
          <p:cNvSpPr>
            <a:spLocks noGrp="1"/>
          </p:cNvSpPr>
          <p:nvPr>
            <p:ph type="body" sz="quarter" idx="10"/>
          </p:nvPr>
        </p:nvSpPr>
        <p:spPr>
          <a:xfrm>
            <a:off x="440616" y="5365571"/>
            <a:ext cx="10101856" cy="3246580"/>
          </a:xfrm>
        </p:spPr>
        <p:txBody>
          <a:bodyPr/>
          <a:lstStyle/>
          <a:p>
            <a:r>
              <a:rPr lang="en-US" sz="1800" b="1" dirty="0">
                <a:solidFill>
                  <a:schemeClr val="tx1"/>
                </a:solidFill>
              </a:rPr>
              <a:t>Motion tracking challenge</a:t>
            </a:r>
            <a:r>
              <a:rPr lang="en-US" sz="1800" dirty="0">
                <a:solidFill>
                  <a:schemeClr val="tx1"/>
                </a:solidFill>
              </a:rPr>
              <a:t> Motion tracking is important in healthcare, sports, and rehabilitation, but high‑end systems are expensive and lab‑bound </a:t>
            </a:r>
          </a:p>
          <a:p>
            <a:r>
              <a:rPr lang="es-ES" sz="1800" b="1" dirty="0" err="1">
                <a:solidFill>
                  <a:schemeClr val="tx1"/>
                </a:solidFill>
              </a:rPr>
              <a:t>Our</a:t>
            </a:r>
            <a:r>
              <a:rPr lang="es-ES" sz="1800" b="1" dirty="0">
                <a:solidFill>
                  <a:schemeClr val="tx1"/>
                </a:solidFill>
              </a:rPr>
              <a:t> </a:t>
            </a:r>
            <a:r>
              <a:rPr lang="es-ES" sz="1800" b="1" dirty="0" err="1">
                <a:solidFill>
                  <a:schemeClr val="tx1"/>
                </a:solidFill>
              </a:rPr>
              <a:t>approach</a:t>
            </a:r>
            <a:r>
              <a:rPr lang="es-ES" sz="1800" b="1" dirty="0">
                <a:solidFill>
                  <a:schemeClr val="tx1"/>
                </a:solidFill>
              </a:rPr>
              <a:t>:</a:t>
            </a:r>
            <a:r>
              <a:rPr lang="es-ES" sz="1800" dirty="0">
                <a:solidFill>
                  <a:schemeClr val="tx1"/>
                </a:solidFill>
              </a:rPr>
              <a:t> </a:t>
            </a:r>
            <a:r>
              <a:rPr lang="es-ES" sz="1800" dirty="0" err="1">
                <a:solidFill>
                  <a:schemeClr val="tx1"/>
                </a:solidFill>
              </a:rPr>
              <a:t>Develop</a:t>
            </a:r>
            <a:r>
              <a:rPr lang="es-ES" sz="1800" dirty="0">
                <a:solidFill>
                  <a:schemeClr val="tx1"/>
                </a:solidFill>
              </a:rPr>
              <a:t> a low-cost, browser-</a:t>
            </a:r>
            <a:r>
              <a:rPr lang="es-ES" sz="1800" dirty="0" err="1">
                <a:solidFill>
                  <a:schemeClr val="tx1"/>
                </a:solidFill>
              </a:rPr>
              <a:t>based</a:t>
            </a:r>
            <a:r>
              <a:rPr lang="es-ES" sz="1800" dirty="0">
                <a:solidFill>
                  <a:schemeClr val="tx1"/>
                </a:solidFill>
              </a:rPr>
              <a:t> </a:t>
            </a:r>
            <a:r>
              <a:rPr lang="es-ES" sz="1800" dirty="0" err="1">
                <a:solidFill>
                  <a:schemeClr val="tx1"/>
                </a:solidFill>
              </a:rPr>
              <a:t>solution</a:t>
            </a:r>
            <a:r>
              <a:rPr lang="es-ES" sz="1800" dirty="0">
                <a:solidFill>
                  <a:schemeClr val="tx1"/>
                </a:solidFill>
              </a:rPr>
              <a:t> </a:t>
            </a:r>
            <a:r>
              <a:rPr lang="es-ES" sz="1800" dirty="0" err="1">
                <a:solidFill>
                  <a:schemeClr val="tx1"/>
                </a:solidFill>
              </a:rPr>
              <a:t>combining</a:t>
            </a:r>
            <a:r>
              <a:rPr lang="es-ES" sz="1800" dirty="0">
                <a:solidFill>
                  <a:schemeClr val="tx1"/>
                </a:solidFill>
              </a:rPr>
              <a:t>:</a:t>
            </a:r>
          </a:p>
          <a:p>
            <a:pPr marL="285750" indent="-285750">
              <a:buFont typeface="Arial" panose="020B0604020202020204" pitchFamily="34" charset="0"/>
              <a:buChar char="•"/>
            </a:pPr>
            <a:r>
              <a:rPr lang="es-ES" sz="1800" dirty="0">
                <a:solidFill>
                  <a:schemeClr val="tx1"/>
                </a:solidFill>
              </a:rPr>
              <a:t>IMU sensor data (</a:t>
            </a:r>
            <a:r>
              <a:rPr lang="es-ES" sz="1800" dirty="0" err="1">
                <a:solidFill>
                  <a:schemeClr val="tx1"/>
                </a:solidFill>
              </a:rPr>
              <a:t>accelerometer</a:t>
            </a:r>
            <a:r>
              <a:rPr lang="es-ES" sz="1800" dirty="0">
                <a:solidFill>
                  <a:schemeClr val="tx1"/>
                </a:solidFill>
              </a:rPr>
              <a:t>, </a:t>
            </a:r>
            <a:r>
              <a:rPr lang="es-ES" sz="1800" dirty="0" err="1">
                <a:solidFill>
                  <a:schemeClr val="tx1"/>
                </a:solidFill>
              </a:rPr>
              <a:t>gyroscope</a:t>
            </a:r>
            <a:r>
              <a:rPr lang="es-ES" sz="1800" dirty="0">
                <a:solidFill>
                  <a:schemeClr val="tx1"/>
                </a:solidFill>
              </a:rPr>
              <a:t>, </a:t>
            </a:r>
            <a:r>
              <a:rPr lang="es-ES" sz="1800" dirty="0" err="1">
                <a:solidFill>
                  <a:schemeClr val="tx1"/>
                </a:solidFill>
              </a:rPr>
              <a:t>magnetometer</a:t>
            </a:r>
            <a:r>
              <a:rPr lang="es-ES" sz="1800" dirty="0">
                <a:solidFill>
                  <a:schemeClr val="tx1"/>
                </a:solidFill>
              </a:rPr>
              <a:t>)</a:t>
            </a:r>
          </a:p>
          <a:p>
            <a:pPr marL="285750" indent="-285750">
              <a:buFont typeface="Arial" panose="020B0604020202020204" pitchFamily="34" charset="0"/>
              <a:buChar char="•"/>
            </a:pPr>
            <a:r>
              <a:rPr lang="es-ES" sz="1800" dirty="0">
                <a:solidFill>
                  <a:schemeClr val="tx1"/>
                </a:solidFill>
              </a:rPr>
              <a:t>Video-</a:t>
            </a:r>
            <a:r>
              <a:rPr lang="es-ES" sz="1800" dirty="0" err="1">
                <a:solidFill>
                  <a:schemeClr val="tx1"/>
                </a:solidFill>
              </a:rPr>
              <a:t>based</a:t>
            </a:r>
            <a:r>
              <a:rPr lang="es-ES" sz="1800" dirty="0">
                <a:solidFill>
                  <a:schemeClr val="tx1"/>
                </a:solidFill>
              </a:rPr>
              <a:t> 2D pose </a:t>
            </a:r>
            <a:r>
              <a:rPr lang="es-ES" sz="1800" dirty="0" err="1">
                <a:solidFill>
                  <a:schemeClr val="tx1"/>
                </a:solidFill>
              </a:rPr>
              <a:t>estimation</a:t>
            </a:r>
            <a:endParaRPr lang="es-ES" sz="1800" dirty="0">
              <a:solidFill>
                <a:schemeClr val="tx1"/>
              </a:solidFill>
            </a:endParaRPr>
          </a:p>
          <a:p>
            <a:pPr marL="285750" indent="-285750">
              <a:buFont typeface="Arial" panose="020B0604020202020204" pitchFamily="34" charset="0"/>
              <a:buChar char="•"/>
            </a:pPr>
            <a:r>
              <a:rPr lang="es-ES" sz="1800" dirty="0" err="1">
                <a:solidFill>
                  <a:schemeClr val="tx1"/>
                </a:solidFill>
              </a:rPr>
              <a:t>Event-based</a:t>
            </a:r>
            <a:r>
              <a:rPr lang="es-ES" sz="1800" dirty="0">
                <a:solidFill>
                  <a:schemeClr val="tx1"/>
                </a:solidFill>
              </a:rPr>
              <a:t> </a:t>
            </a:r>
            <a:r>
              <a:rPr lang="es-ES" sz="1800" dirty="0" err="1">
                <a:solidFill>
                  <a:schemeClr val="tx1"/>
                </a:solidFill>
              </a:rPr>
              <a:t>synchronization</a:t>
            </a:r>
            <a:endParaRPr lang="es-ES" sz="1800" dirty="0">
              <a:solidFill>
                <a:schemeClr val="tx1"/>
              </a:solidFill>
            </a:endParaRPr>
          </a:p>
          <a:p>
            <a:endParaRPr lang="en-US" dirty="0"/>
          </a:p>
        </p:txBody>
      </p:sp>
      <p:sp>
        <p:nvSpPr>
          <p:cNvPr id="3" name="Text Placeholder 2">
            <a:extLst>
              <a:ext uri="{FF2B5EF4-FFF2-40B4-BE49-F238E27FC236}">
                <a16:creationId xmlns:a16="http://schemas.microsoft.com/office/drawing/2014/main" id="{9AB58257-F967-2C72-6EAE-4EF30D4DA4CD}"/>
              </a:ext>
            </a:extLst>
          </p:cNvPr>
          <p:cNvSpPr>
            <a:spLocks noGrp="1"/>
          </p:cNvSpPr>
          <p:nvPr>
            <p:ph type="body" sz="quarter" idx="11"/>
          </p:nvPr>
        </p:nvSpPr>
        <p:spPr>
          <a:xfrm>
            <a:off x="449463" y="4846573"/>
            <a:ext cx="10093882" cy="515649"/>
          </a:xfrm>
        </p:spPr>
        <p:txBody>
          <a:bodyPr/>
          <a:lstStyle/>
          <a:p>
            <a:r>
              <a:rPr lang="en-US" dirty="0"/>
              <a:t>INTRODUCTION</a:t>
            </a:r>
          </a:p>
        </p:txBody>
      </p:sp>
      <p:sp>
        <p:nvSpPr>
          <p:cNvPr id="4" name="Text Placeholder 3">
            <a:extLst>
              <a:ext uri="{FF2B5EF4-FFF2-40B4-BE49-F238E27FC236}">
                <a16:creationId xmlns:a16="http://schemas.microsoft.com/office/drawing/2014/main" id="{62AF3355-8D24-59FE-F994-4727129818FC}"/>
              </a:ext>
            </a:extLst>
          </p:cNvPr>
          <p:cNvSpPr>
            <a:spLocks noGrp="1"/>
          </p:cNvSpPr>
          <p:nvPr>
            <p:ph type="body" sz="quarter" idx="20"/>
          </p:nvPr>
        </p:nvSpPr>
        <p:spPr>
          <a:xfrm>
            <a:off x="449461" y="11483619"/>
            <a:ext cx="10096349" cy="515649"/>
          </a:xfrm>
        </p:spPr>
        <p:txBody>
          <a:bodyPr/>
          <a:lstStyle/>
          <a:p>
            <a:r>
              <a:rPr lang="en-US" dirty="0"/>
              <a:t>MATERIALS AND METHODS</a:t>
            </a:r>
          </a:p>
        </p:txBody>
      </p:sp>
      <p:sp>
        <p:nvSpPr>
          <p:cNvPr id="5" name="Text Placeholder 4">
            <a:extLst>
              <a:ext uri="{FF2B5EF4-FFF2-40B4-BE49-F238E27FC236}">
                <a16:creationId xmlns:a16="http://schemas.microsoft.com/office/drawing/2014/main" id="{9D308431-D562-5058-208F-5C5F41DDA2D0}"/>
              </a:ext>
            </a:extLst>
          </p:cNvPr>
          <p:cNvSpPr>
            <a:spLocks noGrp="1"/>
          </p:cNvSpPr>
          <p:nvPr>
            <p:ph type="body" sz="quarter" idx="25"/>
          </p:nvPr>
        </p:nvSpPr>
        <p:spPr>
          <a:xfrm>
            <a:off x="10846594" y="4842926"/>
            <a:ext cx="10093752" cy="515649"/>
          </a:xfrm>
        </p:spPr>
        <p:txBody>
          <a:bodyPr/>
          <a:lstStyle/>
          <a:p>
            <a:r>
              <a:rPr lang="en-US" dirty="0"/>
              <a:t>RESULTS AND DISCUSSION</a:t>
            </a:r>
          </a:p>
        </p:txBody>
      </p:sp>
      <p:sp>
        <p:nvSpPr>
          <p:cNvPr id="6" name="Text Placeholder 5">
            <a:extLst>
              <a:ext uri="{FF2B5EF4-FFF2-40B4-BE49-F238E27FC236}">
                <a16:creationId xmlns:a16="http://schemas.microsoft.com/office/drawing/2014/main" id="{64418840-5A3D-B8B4-506B-123FBFA20F0B}"/>
              </a:ext>
            </a:extLst>
          </p:cNvPr>
          <p:cNvSpPr>
            <a:spLocks noGrp="1"/>
          </p:cNvSpPr>
          <p:nvPr>
            <p:ph type="body" sz="quarter" idx="26"/>
          </p:nvPr>
        </p:nvSpPr>
        <p:spPr>
          <a:xfrm>
            <a:off x="10846594" y="5365571"/>
            <a:ext cx="10093752" cy="19340217"/>
          </a:xfrm>
        </p:spPr>
        <p:txBody>
          <a:bodyPr/>
          <a:lstStyle/>
          <a:p>
            <a:endParaRPr lang="en-US" sz="800" dirty="0">
              <a:solidFill>
                <a:schemeClr val="tx1"/>
              </a:solidFill>
            </a:endParaRPr>
          </a:p>
          <a:p>
            <a:r>
              <a:rPr lang="en-US" sz="1800" dirty="0">
                <a:solidFill>
                  <a:schemeClr val="tx1"/>
                </a:solidFill>
              </a:rPr>
              <a:t>Developed fully functional, low-cost browser-based </a:t>
            </a:r>
            <a:r>
              <a:rPr lang="en-US" sz="1800" dirty="0" err="1">
                <a:solidFill>
                  <a:schemeClr val="tx1"/>
                </a:solidFill>
              </a:rPr>
              <a:t>IMU+video</a:t>
            </a:r>
            <a:r>
              <a:rPr lang="en-US" sz="1800" dirty="0">
                <a:solidFill>
                  <a:schemeClr val="tx1"/>
                </a:solidFill>
              </a:rPr>
              <a:t> motion analysis prototype with stable event synchronization (</a:t>
            </a:r>
            <a:r>
              <a:rPr lang="en-US" sz="1800" dirty="0" err="1">
                <a:solidFill>
                  <a:schemeClr val="tx1"/>
                </a:solidFill>
              </a:rPr>
              <a:t>Δt</a:t>
            </a:r>
            <a:r>
              <a:rPr lang="en-US" sz="1800" dirty="0">
                <a:solidFill>
                  <a:schemeClr val="tx1"/>
                </a:solidFill>
              </a:rPr>
              <a:t>) across test workflows and reproducible ZIP/TXT exports.</a:t>
            </a: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b="1" dirty="0">
              <a:solidFill>
                <a:schemeClr val="tx1"/>
              </a:solidFill>
            </a:endParaRPr>
          </a:p>
          <a:p>
            <a:endParaRPr lang="en-US" b="1" dirty="0">
              <a:solidFill>
                <a:schemeClr val="tx1"/>
              </a:solidFill>
            </a:endParaRPr>
          </a:p>
          <a:p>
            <a:endParaRPr lang="en-US" b="1" dirty="0">
              <a:solidFill>
                <a:schemeClr val="tx1"/>
              </a:solidFill>
            </a:endParaRPr>
          </a:p>
          <a:p>
            <a:endParaRPr lang="en-US" b="1" dirty="0">
              <a:solidFill>
                <a:schemeClr val="tx1"/>
              </a:solidFill>
            </a:endParaRPr>
          </a:p>
          <a:p>
            <a:r>
              <a:rPr lang="en-US" b="1" dirty="0">
                <a:solidFill>
                  <a:schemeClr val="tx1"/>
                </a:solidFill>
              </a:rPr>
              <a:t>Limitations:</a:t>
            </a:r>
          </a:p>
          <a:p>
            <a:pPr marL="285750" indent="-285750">
              <a:buFont typeface="Arial" panose="020B0604020202020204" pitchFamily="34" charset="0"/>
              <a:buChar char="•"/>
            </a:pPr>
            <a:r>
              <a:rPr lang="en-US" sz="1800" dirty="0">
                <a:solidFill>
                  <a:schemeClr val="tx1"/>
                </a:solidFill>
              </a:rPr>
              <a:t>2D pose estimation highly sensitive to occlusions, limited to single-person analysis</a:t>
            </a:r>
          </a:p>
          <a:p>
            <a:pPr marL="285750" indent="-285750">
              <a:buFont typeface="Arial" panose="020B0604020202020204" pitchFamily="34" charset="0"/>
              <a:buChar char="•"/>
            </a:pPr>
            <a:r>
              <a:rPr lang="en-US" sz="1800" dirty="0">
                <a:solidFill>
                  <a:schemeClr val="tx1"/>
                </a:solidFill>
              </a:rPr>
              <a:t>Manual synchronization lacks drift correction mechanisms</a:t>
            </a:r>
          </a:p>
          <a:p>
            <a:pPr marL="285750" indent="-285750">
              <a:buFont typeface="Arial" panose="020B0604020202020204" pitchFamily="34" charset="0"/>
              <a:buChar char="•"/>
            </a:pPr>
            <a:r>
              <a:rPr lang="en-US" sz="1800" dirty="0">
                <a:solidFill>
                  <a:schemeClr val="tx1"/>
                </a:solidFill>
              </a:rPr>
              <a:t>Exploratory research prototype, not suitable for clinical deployment</a:t>
            </a:r>
          </a:p>
          <a:p>
            <a:r>
              <a:rPr lang="en-US" b="1" dirty="0">
                <a:solidFill>
                  <a:schemeClr val="tx1"/>
                </a:solidFill>
              </a:rPr>
              <a:t>Future Work:</a:t>
            </a:r>
          </a:p>
          <a:p>
            <a:pPr marL="285750" indent="-285750">
              <a:buFont typeface="Arial" panose="020B0604020202020204" pitchFamily="34" charset="0"/>
              <a:buChar char="•"/>
            </a:pPr>
            <a:r>
              <a:rPr lang="en-US" sz="1800" dirty="0">
                <a:solidFill>
                  <a:schemeClr val="tx1"/>
                </a:solidFill>
              </a:rPr>
              <a:t>Sensor fusion implementation using Kalman filtering</a:t>
            </a:r>
          </a:p>
          <a:p>
            <a:pPr marL="285750" indent="-285750">
              <a:buFont typeface="Arial" panose="020B0604020202020204" pitchFamily="34" charset="0"/>
              <a:buChar char="•"/>
            </a:pPr>
            <a:r>
              <a:rPr lang="en-US" sz="1800" dirty="0">
                <a:solidFill>
                  <a:schemeClr val="tx1"/>
                </a:solidFill>
              </a:rPr>
              <a:t>Automatic synchronization through clap detection algorithms</a:t>
            </a:r>
          </a:p>
          <a:p>
            <a:pPr marL="285750" indent="-285750">
              <a:buFont typeface="Arial" panose="020B0604020202020204" pitchFamily="34" charset="0"/>
              <a:buChar char="•"/>
            </a:pPr>
            <a:r>
              <a:rPr lang="en-US" sz="1800" dirty="0">
                <a:solidFill>
                  <a:schemeClr val="tx1"/>
                </a:solidFill>
              </a:rPr>
              <a:t>Quantitative validation against established ground truth references</a:t>
            </a:r>
          </a:p>
          <a:p>
            <a:r>
              <a:rPr lang="en-US" sz="1800" b="1" dirty="0">
                <a:solidFill>
                  <a:schemeClr val="tx1"/>
                </a:solidFill>
              </a:rPr>
              <a:t>​</a:t>
            </a:r>
            <a:endParaRPr lang="en-US" sz="1800" dirty="0">
              <a:solidFill>
                <a:schemeClr val="tx1"/>
              </a:solidFill>
            </a:endParaRPr>
          </a:p>
        </p:txBody>
      </p:sp>
      <p:sp>
        <p:nvSpPr>
          <p:cNvPr id="7" name="Text Placeholder 6">
            <a:extLst>
              <a:ext uri="{FF2B5EF4-FFF2-40B4-BE49-F238E27FC236}">
                <a16:creationId xmlns:a16="http://schemas.microsoft.com/office/drawing/2014/main" id="{51AF8F77-B762-E38A-3AF3-5B0C7327F2DF}"/>
              </a:ext>
            </a:extLst>
          </p:cNvPr>
          <p:cNvSpPr>
            <a:spLocks noGrp="1"/>
          </p:cNvSpPr>
          <p:nvPr>
            <p:ph type="body" sz="quarter" idx="27"/>
          </p:nvPr>
        </p:nvSpPr>
        <p:spPr>
          <a:xfrm>
            <a:off x="10846594" y="24909642"/>
            <a:ext cx="10090978" cy="566030"/>
          </a:xfrm>
        </p:spPr>
        <p:txBody>
          <a:bodyPr/>
          <a:lstStyle/>
          <a:p>
            <a:endParaRPr lang="en-US" dirty="0"/>
          </a:p>
        </p:txBody>
      </p:sp>
      <p:sp>
        <p:nvSpPr>
          <p:cNvPr id="8" name="Text Placeholder 7">
            <a:extLst>
              <a:ext uri="{FF2B5EF4-FFF2-40B4-BE49-F238E27FC236}">
                <a16:creationId xmlns:a16="http://schemas.microsoft.com/office/drawing/2014/main" id="{AC8294CE-EB9A-0B12-DC0A-7DC9FCDD4E74}"/>
              </a:ext>
            </a:extLst>
          </p:cNvPr>
          <p:cNvSpPr>
            <a:spLocks noGrp="1"/>
          </p:cNvSpPr>
          <p:nvPr>
            <p:ph type="body" sz="quarter" idx="28"/>
          </p:nvPr>
        </p:nvSpPr>
        <p:spPr>
          <a:xfrm>
            <a:off x="10842725" y="25470734"/>
            <a:ext cx="10094847" cy="634878"/>
          </a:xfrm>
        </p:spPr>
        <p:txBody>
          <a:bodyPr/>
          <a:lstStyle/>
          <a:p>
            <a:endParaRPr lang="en-US" dirty="0"/>
          </a:p>
        </p:txBody>
      </p:sp>
      <p:sp>
        <p:nvSpPr>
          <p:cNvPr id="9" name="Text Placeholder 8">
            <a:extLst>
              <a:ext uri="{FF2B5EF4-FFF2-40B4-BE49-F238E27FC236}">
                <a16:creationId xmlns:a16="http://schemas.microsoft.com/office/drawing/2014/main" id="{55D6D1F1-67C1-DB86-0BD9-C5BB548544D9}"/>
              </a:ext>
            </a:extLst>
          </p:cNvPr>
          <p:cNvSpPr>
            <a:spLocks noGrp="1"/>
          </p:cNvSpPr>
          <p:nvPr>
            <p:ph type="body" sz="quarter" idx="29"/>
          </p:nvPr>
        </p:nvSpPr>
        <p:spPr>
          <a:xfrm>
            <a:off x="10861530" y="27066770"/>
            <a:ext cx="10085926" cy="566030"/>
          </a:xfrm>
        </p:spPr>
        <p:txBody>
          <a:bodyPr/>
          <a:lstStyle/>
          <a:p>
            <a:endParaRPr lang="en-US" dirty="0"/>
          </a:p>
        </p:txBody>
      </p:sp>
      <p:sp>
        <p:nvSpPr>
          <p:cNvPr id="10" name="Text Placeholder 9">
            <a:extLst>
              <a:ext uri="{FF2B5EF4-FFF2-40B4-BE49-F238E27FC236}">
                <a16:creationId xmlns:a16="http://schemas.microsoft.com/office/drawing/2014/main" id="{2747F804-F996-4268-A6C1-FEA7E0143409}"/>
              </a:ext>
            </a:extLst>
          </p:cNvPr>
          <p:cNvSpPr>
            <a:spLocks noGrp="1"/>
          </p:cNvSpPr>
          <p:nvPr>
            <p:ph type="body" sz="quarter" idx="30"/>
          </p:nvPr>
        </p:nvSpPr>
        <p:spPr>
          <a:xfrm>
            <a:off x="10853706" y="27642008"/>
            <a:ext cx="10090978" cy="634878"/>
          </a:xfrm>
        </p:spPr>
        <p:txBody>
          <a:bodyPr/>
          <a:lstStyle/>
          <a:p>
            <a:endParaRPr lang="en-US" dirty="0"/>
          </a:p>
        </p:txBody>
      </p:sp>
      <p:sp>
        <p:nvSpPr>
          <p:cNvPr id="12" name="Text Placeholder 11">
            <a:extLst>
              <a:ext uri="{FF2B5EF4-FFF2-40B4-BE49-F238E27FC236}">
                <a16:creationId xmlns:a16="http://schemas.microsoft.com/office/drawing/2014/main" id="{976A4AA7-75FC-A0CD-8593-0A57D6028FBB}"/>
              </a:ext>
            </a:extLst>
          </p:cNvPr>
          <p:cNvSpPr>
            <a:spLocks noGrp="1"/>
          </p:cNvSpPr>
          <p:nvPr>
            <p:ph type="body" sz="quarter" idx="150"/>
          </p:nvPr>
        </p:nvSpPr>
        <p:spPr/>
        <p:txBody>
          <a:bodyPr/>
          <a:lstStyle/>
          <a:p>
            <a:r>
              <a:rPr lang="en-US" sz="3200" baseline="30000" dirty="0"/>
              <a:t>1 2 3 4 5 </a:t>
            </a:r>
            <a:r>
              <a:rPr lang="sv-SE" dirty="0"/>
              <a:t>MSc Medical Engineering, KTH </a:t>
            </a:r>
            <a:endParaRPr lang="en-US" dirty="0"/>
          </a:p>
          <a:p>
            <a:endParaRPr lang="en-US" dirty="0"/>
          </a:p>
        </p:txBody>
      </p:sp>
      <p:sp>
        <p:nvSpPr>
          <p:cNvPr id="13" name="Text Placeholder 12">
            <a:extLst>
              <a:ext uri="{FF2B5EF4-FFF2-40B4-BE49-F238E27FC236}">
                <a16:creationId xmlns:a16="http://schemas.microsoft.com/office/drawing/2014/main" id="{C8FFC377-456E-61BF-8CF4-1D0A2CB2B19F}"/>
              </a:ext>
            </a:extLst>
          </p:cNvPr>
          <p:cNvSpPr>
            <a:spLocks noGrp="1"/>
          </p:cNvSpPr>
          <p:nvPr>
            <p:ph type="body" sz="quarter" idx="151"/>
          </p:nvPr>
        </p:nvSpPr>
        <p:spPr>
          <a:xfrm>
            <a:off x="1955560" y="1993080"/>
            <a:ext cx="17774331" cy="566030"/>
          </a:xfrm>
        </p:spPr>
        <p:txBody>
          <a:bodyPr>
            <a:normAutofit fontScale="70000" lnSpcReduction="20000"/>
          </a:bodyPr>
          <a:lstStyle/>
          <a:p>
            <a:r>
              <a:rPr lang="sv-SE" dirty="0"/>
              <a:t>Jack Hutton</a:t>
            </a:r>
            <a:r>
              <a:rPr lang="sv-SE" baseline="30000" dirty="0"/>
              <a:t>1</a:t>
            </a:r>
            <a:r>
              <a:rPr lang="sv-SE" dirty="0"/>
              <a:t>	Alexander Jonsson</a:t>
            </a:r>
            <a:r>
              <a:rPr lang="sv-SE" baseline="30000" dirty="0"/>
              <a:t>2	</a:t>
            </a:r>
            <a:r>
              <a:rPr lang="es-ES" dirty="0"/>
              <a:t>Lisa Kanehl</a:t>
            </a:r>
            <a:r>
              <a:rPr lang="es-ES" baseline="30000" dirty="0"/>
              <a:t>3</a:t>
            </a:r>
            <a:r>
              <a:rPr lang="es-ES" dirty="0"/>
              <a:t>	</a:t>
            </a:r>
            <a:r>
              <a:rPr lang="es-ES" dirty="0" err="1"/>
              <a:t>Sahand</a:t>
            </a:r>
            <a:r>
              <a:rPr lang="es-ES" dirty="0"/>
              <a:t> Khodabandehloo</a:t>
            </a:r>
            <a:r>
              <a:rPr lang="es-ES" baseline="30000" dirty="0"/>
              <a:t>4</a:t>
            </a:r>
            <a:r>
              <a:rPr lang="es-ES" dirty="0"/>
              <a:t>	</a:t>
            </a:r>
            <a:r>
              <a:rPr lang="en-US" dirty="0"/>
              <a:t>Lucía Pérez Sáez</a:t>
            </a:r>
            <a:r>
              <a:rPr lang="en-US" baseline="30000" dirty="0"/>
              <a:t>5</a:t>
            </a:r>
          </a:p>
          <a:p>
            <a:endParaRPr lang="en-US" dirty="0"/>
          </a:p>
        </p:txBody>
      </p:sp>
      <p:sp>
        <p:nvSpPr>
          <p:cNvPr id="14" name="Text Placeholder 13">
            <a:extLst>
              <a:ext uri="{FF2B5EF4-FFF2-40B4-BE49-F238E27FC236}">
                <a16:creationId xmlns:a16="http://schemas.microsoft.com/office/drawing/2014/main" id="{A8751630-7E90-47EE-384F-2CE88F163EFA}"/>
              </a:ext>
            </a:extLst>
          </p:cNvPr>
          <p:cNvSpPr>
            <a:spLocks noGrp="1"/>
          </p:cNvSpPr>
          <p:nvPr>
            <p:ph type="body" sz="quarter" idx="153"/>
          </p:nvPr>
        </p:nvSpPr>
        <p:spPr>
          <a:xfrm>
            <a:off x="0" y="614084"/>
            <a:ext cx="21388388" cy="1117674"/>
          </a:xfrm>
        </p:spPr>
        <p:txBody>
          <a:bodyPr>
            <a:normAutofit fontScale="85000" lnSpcReduction="20000"/>
          </a:bodyPr>
          <a:lstStyle/>
          <a:p>
            <a:r>
              <a:rPr lang="en-US" dirty="0"/>
              <a:t>A Low-Cost and Low-Complexity Motion Sensor System Using IMU and Video-Based Tracking</a:t>
            </a:r>
          </a:p>
          <a:p>
            <a:endParaRPr lang="en-US" dirty="0"/>
          </a:p>
        </p:txBody>
      </p:sp>
      <p:pic>
        <p:nvPicPr>
          <p:cNvPr id="15" name="Imagen 14">
            <a:extLst>
              <a:ext uri="{FF2B5EF4-FFF2-40B4-BE49-F238E27FC236}">
                <a16:creationId xmlns:a16="http://schemas.microsoft.com/office/drawing/2014/main" id="{910B2DAA-BB07-35AD-C0AB-86BB07384CC5}"/>
              </a:ext>
            </a:extLst>
          </p:cNvPr>
          <p:cNvPicPr>
            <a:picLocks noChangeAspect="1"/>
          </p:cNvPicPr>
          <p:nvPr/>
        </p:nvPicPr>
        <p:blipFill>
          <a:blip r:embed="rId3">
            <a:extLst>
              <a:ext uri="{28A0092B-C50C-407E-A947-70E740481C1C}">
                <a14:useLocalDpi xmlns:a14="http://schemas.microsoft.com/office/drawing/2010/main" val="0"/>
              </a:ext>
            </a:extLst>
          </a:blip>
          <a:srcRect t="24810" b="26079"/>
          <a:stretch>
            <a:fillRect/>
          </a:stretch>
        </p:blipFill>
        <p:spPr>
          <a:xfrm>
            <a:off x="1544587" y="8367259"/>
            <a:ext cx="8404515" cy="2751701"/>
          </a:xfrm>
          <a:prstGeom prst="rect">
            <a:avLst/>
          </a:prstGeom>
        </p:spPr>
      </p:pic>
      <p:pic>
        <p:nvPicPr>
          <p:cNvPr id="16" name="Imagen 15">
            <a:extLst>
              <a:ext uri="{FF2B5EF4-FFF2-40B4-BE49-F238E27FC236}">
                <a16:creationId xmlns:a16="http://schemas.microsoft.com/office/drawing/2014/main" id="{D57819D4-A998-EEF2-1770-AE2E7B3C5F2E}"/>
              </a:ext>
            </a:extLst>
          </p:cNvPr>
          <p:cNvPicPr>
            <a:picLocks noChangeAspect="1"/>
          </p:cNvPicPr>
          <p:nvPr/>
        </p:nvPicPr>
        <p:blipFill>
          <a:blip r:embed="rId4">
            <a:extLst>
              <a:ext uri="{28A0092B-C50C-407E-A947-70E740481C1C}">
                <a14:useLocalDpi xmlns:a14="http://schemas.microsoft.com/office/drawing/2010/main" val="0"/>
              </a:ext>
            </a:extLst>
          </a:blip>
          <a:srcRect l="2536" t="16470" r="2940" b="24442"/>
          <a:stretch>
            <a:fillRect/>
          </a:stretch>
        </p:blipFill>
        <p:spPr>
          <a:xfrm>
            <a:off x="440616" y="12154905"/>
            <a:ext cx="10091752" cy="4205617"/>
          </a:xfrm>
          <a:prstGeom prst="rect">
            <a:avLst/>
          </a:prstGeom>
        </p:spPr>
      </p:pic>
      <p:sp>
        <p:nvSpPr>
          <p:cNvPr id="17" name="CuadroTexto 16">
            <a:extLst>
              <a:ext uri="{FF2B5EF4-FFF2-40B4-BE49-F238E27FC236}">
                <a16:creationId xmlns:a16="http://schemas.microsoft.com/office/drawing/2014/main" id="{13DA6037-5B77-8672-5A38-FB3A5802FC79}"/>
              </a:ext>
            </a:extLst>
          </p:cNvPr>
          <p:cNvSpPr txBox="1"/>
          <p:nvPr/>
        </p:nvSpPr>
        <p:spPr>
          <a:xfrm>
            <a:off x="926456" y="18963258"/>
            <a:ext cx="9605912" cy="1754326"/>
          </a:xfrm>
          <a:prstGeom prst="rect">
            <a:avLst/>
          </a:prstGeom>
          <a:noFill/>
        </p:spPr>
        <p:txBody>
          <a:bodyPr wrap="square" rtlCol="0">
            <a:spAutoFit/>
          </a:bodyPr>
          <a:lstStyle/>
          <a:p>
            <a:pPr marL="285750" indent="-285750">
              <a:buFont typeface="Arial" panose="020B0604020202020204" pitchFamily="34" charset="0"/>
              <a:buChar char="•"/>
            </a:pPr>
            <a:r>
              <a:rPr lang="en-US" sz="1800" dirty="0">
                <a:latin typeface="Century Gothic" panose="020B0502020202020204" pitchFamily="34" charset="0"/>
                <a:cs typeface="Times New Roman" panose="02020603050405020304" pitchFamily="18" charset="0"/>
              </a:rPr>
              <a:t>Single-person 2D pose estimation is performed using </a:t>
            </a:r>
            <a:r>
              <a:rPr lang="en-US" sz="1800" b="1" dirty="0" err="1">
                <a:latin typeface="Century Gothic" panose="020B0502020202020204" pitchFamily="34" charset="0"/>
                <a:cs typeface="Times New Roman" panose="02020603050405020304" pitchFamily="18" charset="0"/>
              </a:rPr>
              <a:t>MoveNet</a:t>
            </a:r>
            <a:r>
              <a:rPr lang="en-US" sz="1800" b="1" dirty="0">
                <a:latin typeface="Century Gothic" panose="020B0502020202020204" pitchFamily="34" charset="0"/>
                <a:cs typeface="Times New Roman" panose="02020603050405020304" pitchFamily="18" charset="0"/>
              </a:rPr>
              <a:t> Thunder </a:t>
            </a:r>
            <a:r>
              <a:rPr lang="en-US" sz="1800" dirty="0">
                <a:latin typeface="Century Gothic" panose="020B0502020202020204" pitchFamily="34" charset="0"/>
                <a:cs typeface="Times New Roman" panose="02020603050405020304" pitchFamily="18" charset="0"/>
              </a:rPr>
              <a:t>(for uploaded videos) via </a:t>
            </a:r>
            <a:r>
              <a:rPr lang="en-US" sz="1800" b="1" dirty="0">
                <a:latin typeface="Century Gothic" panose="020B0502020202020204" pitchFamily="34" charset="0"/>
                <a:cs typeface="Times New Roman" panose="02020603050405020304" pitchFamily="18" charset="0"/>
              </a:rPr>
              <a:t>TensorFlow.js</a:t>
            </a:r>
            <a:r>
              <a:rPr lang="en-US" sz="1800" dirty="0">
                <a:latin typeface="Century Gothic" panose="020B0502020202020204" pitchFamily="34" charset="0"/>
                <a:cs typeface="Times New Roman" panose="02020603050405020304" pitchFamily="18" charset="0"/>
              </a:rPr>
              <a:t>.</a:t>
            </a:r>
          </a:p>
          <a:p>
            <a:pPr marL="285750" indent="-285750">
              <a:buFont typeface="Arial" panose="020B0604020202020204" pitchFamily="34" charset="0"/>
              <a:buChar char="•"/>
            </a:pPr>
            <a:r>
              <a:rPr lang="en-US" sz="1800" dirty="0" err="1">
                <a:latin typeface="Century Gothic" panose="020B0502020202020204" pitchFamily="34" charset="0"/>
                <a:cs typeface="Times New Roman" panose="02020603050405020304" pitchFamily="18" charset="0"/>
              </a:rPr>
              <a:t>MoveNet</a:t>
            </a:r>
            <a:r>
              <a:rPr lang="en-US" sz="1800" dirty="0">
                <a:latin typeface="Century Gothic" panose="020B0502020202020204" pitchFamily="34" charset="0"/>
                <a:cs typeface="Times New Roman" panose="02020603050405020304" pitchFamily="18" charset="0"/>
              </a:rPr>
              <a:t> processing includes </a:t>
            </a:r>
            <a:r>
              <a:rPr lang="en-US" sz="1800" b="1" dirty="0">
                <a:latin typeface="Century Gothic" panose="020B0502020202020204" pitchFamily="34" charset="0"/>
                <a:cs typeface="Times New Roman" panose="02020603050405020304" pitchFamily="18" charset="0"/>
              </a:rPr>
              <a:t>frame skipping </a:t>
            </a:r>
            <a:r>
              <a:rPr lang="en-US" sz="1800" dirty="0">
                <a:latin typeface="Century Gothic" panose="020B0502020202020204" pitchFamily="34" charset="0"/>
                <a:cs typeface="Times New Roman" panose="02020603050405020304" pitchFamily="18" charset="0"/>
              </a:rPr>
              <a:t>(N = 2), reduced </a:t>
            </a:r>
            <a:r>
              <a:rPr lang="en-US" sz="1800" b="1" dirty="0">
                <a:latin typeface="Century Gothic" panose="020B0502020202020204" pitchFamily="34" charset="0"/>
                <a:cs typeface="Times New Roman" panose="02020603050405020304" pitchFamily="18" charset="0"/>
              </a:rPr>
              <a:t>playback speed    </a:t>
            </a:r>
            <a:r>
              <a:rPr lang="en-US" sz="1800" dirty="0">
                <a:latin typeface="Century Gothic" panose="020B0502020202020204" pitchFamily="34" charset="0"/>
                <a:cs typeface="Times New Roman" panose="02020603050405020304" pitchFamily="18" charset="0"/>
              </a:rPr>
              <a:t>(v = 0.75×), and </a:t>
            </a:r>
            <a:r>
              <a:rPr lang="en-US" sz="1800" b="1" dirty="0" err="1">
                <a:latin typeface="Century Gothic" panose="020B0502020202020204" pitchFamily="34" charset="0"/>
                <a:cs typeface="Times New Roman" panose="02020603050405020304" pitchFamily="18" charset="0"/>
              </a:rPr>
              <a:t>keypoint</a:t>
            </a:r>
            <a:r>
              <a:rPr lang="en-US" sz="1800" b="1" dirty="0">
                <a:latin typeface="Century Gothic" panose="020B0502020202020204" pitchFamily="34" charset="0"/>
                <a:cs typeface="Times New Roman" panose="02020603050405020304" pitchFamily="18" charset="0"/>
              </a:rPr>
              <a:t> filtering </a:t>
            </a:r>
            <a:r>
              <a:rPr lang="en-US" sz="1800" dirty="0">
                <a:latin typeface="Century Gothic" panose="020B0502020202020204" pitchFamily="34" charset="0"/>
                <a:cs typeface="Times New Roman" panose="02020603050405020304" pitchFamily="18" charset="0"/>
              </a:rPr>
              <a:t>(c ≥ 0.2).</a:t>
            </a:r>
          </a:p>
          <a:p>
            <a:pPr marL="285750" indent="-285750">
              <a:buFont typeface="Arial" panose="020B0604020202020204" pitchFamily="34" charset="0"/>
              <a:buChar char="•"/>
            </a:pPr>
            <a:r>
              <a:rPr lang="en-US" sz="1800" dirty="0">
                <a:latin typeface="Century Gothic" panose="020B0502020202020204" pitchFamily="34" charset="0"/>
                <a:cs typeface="Times New Roman" panose="02020603050405020304" pitchFamily="18" charset="0"/>
              </a:rPr>
              <a:t>These optimizations ensure stable performance on consumer hardware during synchronized motion analysis.</a:t>
            </a:r>
          </a:p>
        </p:txBody>
      </p:sp>
      <p:sp>
        <p:nvSpPr>
          <p:cNvPr id="18" name="CuadroTexto 17">
            <a:extLst>
              <a:ext uri="{FF2B5EF4-FFF2-40B4-BE49-F238E27FC236}">
                <a16:creationId xmlns:a16="http://schemas.microsoft.com/office/drawing/2014/main" id="{4BD4862B-DB57-F51C-00DC-0172C732A107}"/>
              </a:ext>
            </a:extLst>
          </p:cNvPr>
          <p:cNvSpPr txBox="1"/>
          <p:nvPr/>
        </p:nvSpPr>
        <p:spPr>
          <a:xfrm>
            <a:off x="879528" y="21052003"/>
            <a:ext cx="9583257" cy="2031325"/>
          </a:xfrm>
          <a:prstGeom prst="rect">
            <a:avLst/>
          </a:prstGeom>
          <a:noFill/>
        </p:spPr>
        <p:txBody>
          <a:bodyPr wrap="square" rtlCol="0">
            <a:spAutoFit/>
          </a:bodyPr>
          <a:lstStyle/>
          <a:p>
            <a:r>
              <a:rPr lang="en-US" sz="1800" dirty="0">
                <a:latin typeface="Century Gothic" panose="020B0502020202020204" pitchFamily="34" charset="0"/>
                <a:cs typeface="Times New Roman" panose="02020603050405020304" pitchFamily="18" charset="0"/>
              </a:rPr>
              <a:t>Event-based synchronization provides precise temporal alignment between IMU signals and video footage.</a:t>
            </a:r>
          </a:p>
          <a:p>
            <a:r>
              <a:rPr lang="en-US" sz="1800" dirty="0">
                <a:latin typeface="Century Gothic" panose="020B0502020202020204" pitchFamily="34" charset="0"/>
                <a:cs typeface="Times New Roman" panose="02020603050405020304" pitchFamily="18" charset="0"/>
              </a:rPr>
              <a:t>Users manually identify matching reference events (e.g., claps, jumps) across both modalities.</a:t>
            </a:r>
          </a:p>
          <a:p>
            <a:r>
              <a:rPr lang="en-US" sz="1800" dirty="0">
                <a:latin typeface="Century Gothic" panose="020B0502020202020204" pitchFamily="34" charset="0"/>
                <a:cs typeface="Times New Roman" panose="02020603050405020304" pitchFamily="18" charset="0"/>
              </a:rPr>
              <a:t>The system computes a constant time offset </a:t>
            </a:r>
            <a:r>
              <a:rPr lang="el-GR" sz="1800" b="1" i="1" dirty="0">
                <a:latin typeface="Century Gothic" panose="020B0502020202020204" pitchFamily="34" charset="0"/>
                <a:cs typeface="Times New Roman" panose="02020603050405020304" pitchFamily="18" charset="0"/>
              </a:rPr>
              <a:t>Δ</a:t>
            </a:r>
            <a:r>
              <a:rPr lang="en-US" sz="1800" b="1" i="1" dirty="0">
                <a:latin typeface="Century Gothic" panose="020B0502020202020204" pitchFamily="34" charset="0"/>
                <a:cs typeface="Times New Roman" panose="02020603050405020304" pitchFamily="18" charset="0"/>
              </a:rPr>
              <a:t>t = </a:t>
            </a:r>
            <a:r>
              <a:rPr lang="en-US" sz="1800" b="1" i="1" dirty="0" err="1">
                <a:latin typeface="Century Gothic" panose="020B0502020202020204" pitchFamily="34" charset="0"/>
                <a:cs typeface="Times New Roman" panose="02020603050405020304" pitchFamily="18" charset="0"/>
              </a:rPr>
              <a:t>t_video</a:t>
            </a:r>
            <a:r>
              <a:rPr lang="en-US" sz="1800" b="1" i="1" dirty="0">
                <a:latin typeface="Century Gothic" panose="020B0502020202020204" pitchFamily="34" charset="0"/>
                <a:cs typeface="Times New Roman" panose="02020603050405020304" pitchFamily="18" charset="0"/>
              </a:rPr>
              <a:t> − </a:t>
            </a:r>
            <a:r>
              <a:rPr lang="en-US" sz="1800" b="1" i="1" dirty="0" err="1">
                <a:latin typeface="Century Gothic" panose="020B0502020202020204" pitchFamily="34" charset="0"/>
                <a:cs typeface="Times New Roman" panose="02020603050405020304" pitchFamily="18" charset="0"/>
              </a:rPr>
              <a:t>t_IMU</a:t>
            </a:r>
            <a:r>
              <a:rPr lang="en-US" sz="1800" b="1" i="1" dirty="0">
                <a:latin typeface="Century Gothic" panose="020B0502020202020204" pitchFamily="34" charset="0"/>
                <a:cs typeface="Times New Roman" panose="02020603050405020304" pitchFamily="18" charset="0"/>
              </a:rPr>
              <a:t> </a:t>
            </a:r>
            <a:r>
              <a:rPr lang="en-US" sz="1800" dirty="0">
                <a:latin typeface="Century Gothic" panose="020B0502020202020204" pitchFamily="34" charset="0"/>
                <a:cs typeface="Times New Roman" panose="02020603050405020304" pitchFamily="18" charset="0"/>
              </a:rPr>
              <a:t>from these markers.</a:t>
            </a:r>
          </a:p>
          <a:p>
            <a:r>
              <a:rPr lang="en-US" sz="1800" dirty="0">
                <a:latin typeface="Century Gothic" panose="020B0502020202020204" pitchFamily="34" charset="0"/>
                <a:cs typeface="Times New Roman" panose="02020603050405020304" pitchFamily="18" charset="0"/>
              </a:rPr>
              <a:t>This offset automatically synchronizes timelines during video playback and scrubbing for coherent motion analysis.</a:t>
            </a:r>
          </a:p>
        </p:txBody>
      </p:sp>
      <p:sp>
        <p:nvSpPr>
          <p:cNvPr id="19" name="CuadroTexto 18">
            <a:extLst>
              <a:ext uri="{FF2B5EF4-FFF2-40B4-BE49-F238E27FC236}">
                <a16:creationId xmlns:a16="http://schemas.microsoft.com/office/drawing/2014/main" id="{8470CADF-FF3A-533C-74F5-13FCFBDA4B5D}"/>
              </a:ext>
            </a:extLst>
          </p:cNvPr>
          <p:cNvSpPr txBox="1"/>
          <p:nvPr/>
        </p:nvSpPr>
        <p:spPr>
          <a:xfrm>
            <a:off x="937692" y="16597515"/>
            <a:ext cx="8125626" cy="2031325"/>
          </a:xfrm>
          <a:prstGeom prst="rect">
            <a:avLst/>
          </a:prstGeom>
          <a:noFill/>
        </p:spPr>
        <p:txBody>
          <a:bodyPr wrap="square" rtlCol="0">
            <a:spAutoFit/>
          </a:bodyPr>
          <a:lstStyle/>
          <a:p>
            <a:r>
              <a:rPr lang="es-ES" sz="1800" b="1" dirty="0" err="1">
                <a:latin typeface="Century Gothic" panose="020B0502020202020204" pitchFamily="34" charset="0"/>
                <a:cs typeface="Times New Roman" panose="02020603050405020304" pitchFamily="18" charset="0"/>
              </a:rPr>
              <a:t>Movesense</a:t>
            </a:r>
            <a:r>
              <a:rPr lang="es-ES" sz="1800" b="1" dirty="0">
                <a:latin typeface="Century Gothic" panose="020B0502020202020204" pitchFamily="34" charset="0"/>
                <a:cs typeface="Times New Roman" panose="02020603050405020304" pitchFamily="18" charset="0"/>
              </a:rPr>
              <a:t> HR2 </a:t>
            </a:r>
            <a:r>
              <a:rPr lang="es-ES" sz="1800" dirty="0" err="1">
                <a:latin typeface="Century Gothic" panose="020B0502020202020204" pitchFamily="34" charset="0"/>
                <a:cs typeface="Times New Roman" panose="02020603050405020304" pitchFamily="18" charset="0"/>
              </a:rPr>
              <a:t>provides</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tri-axial</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accelerometer</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gyroscope</a:t>
            </a:r>
            <a:r>
              <a:rPr lang="es-ES" sz="1800" dirty="0">
                <a:latin typeface="Century Gothic" panose="020B0502020202020204" pitchFamily="34" charset="0"/>
                <a:cs typeface="Times New Roman" panose="02020603050405020304" pitchFamily="18" charset="0"/>
              </a:rPr>
              <a:t>, and </a:t>
            </a:r>
            <a:r>
              <a:rPr lang="es-ES" sz="1800" dirty="0" err="1">
                <a:latin typeface="Century Gothic" panose="020B0502020202020204" pitchFamily="34" charset="0"/>
                <a:cs typeface="Times New Roman" panose="02020603050405020304" pitchFamily="18" charset="0"/>
              </a:rPr>
              <a:t>magnetometer</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signals</a:t>
            </a:r>
            <a:r>
              <a:rPr lang="es-ES" sz="1800" dirty="0">
                <a:latin typeface="Century Gothic" panose="020B0502020202020204" pitchFamily="34" charset="0"/>
                <a:cs typeface="Times New Roman" panose="02020603050405020304" pitchFamily="18" charset="0"/>
              </a:rPr>
              <a:t>.</a:t>
            </a:r>
          </a:p>
          <a:p>
            <a:endParaRPr lang="es-ES" sz="1800" dirty="0">
              <a:latin typeface="Century Gothic" panose="020B0502020202020204" pitchFamily="34" charset="0"/>
              <a:cs typeface="Times New Roman" panose="02020603050405020304" pitchFamily="18" charset="0"/>
            </a:endParaRPr>
          </a:p>
          <a:p>
            <a:r>
              <a:rPr lang="es-ES" sz="1800" dirty="0" err="1">
                <a:latin typeface="Century Gothic" panose="020B0502020202020204" pitchFamily="34" charset="0"/>
                <a:cs typeface="Times New Roman" panose="02020603050405020304" pitchFamily="18" charset="0"/>
              </a:rPr>
              <a:t>Initial</a:t>
            </a:r>
            <a:r>
              <a:rPr lang="es-ES" sz="1800" dirty="0">
                <a:latin typeface="Century Gothic" panose="020B0502020202020204" pitchFamily="34" charset="0"/>
                <a:cs typeface="Times New Roman" panose="02020603050405020304" pitchFamily="18" charset="0"/>
              </a:rPr>
              <a:t> CSV </a:t>
            </a:r>
            <a:r>
              <a:rPr lang="es-ES" sz="1800" dirty="0" err="1">
                <a:latin typeface="Century Gothic" panose="020B0502020202020204" pitchFamily="34" charset="0"/>
                <a:cs typeface="Times New Roman" panose="02020603050405020304" pitchFamily="18" charset="0"/>
              </a:rPr>
              <a:t>logging</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used</a:t>
            </a:r>
            <a:r>
              <a:rPr lang="es-ES" sz="1800" dirty="0">
                <a:latin typeface="Century Gothic" panose="020B0502020202020204" pitchFamily="34" charset="0"/>
                <a:cs typeface="Times New Roman" panose="02020603050405020304" pitchFamily="18" charset="0"/>
              </a:rPr>
              <a:t> Python app, </a:t>
            </a:r>
            <a:r>
              <a:rPr lang="es-ES" sz="1800" dirty="0" err="1">
                <a:latin typeface="Century Gothic" panose="020B0502020202020204" pitchFamily="34" charset="0"/>
                <a:cs typeface="Times New Roman" panose="02020603050405020304" pitchFamily="18" charset="0"/>
              </a:rPr>
              <a:t>later</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migrated</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to</a:t>
            </a:r>
            <a:r>
              <a:rPr lang="es-ES" sz="1800" dirty="0">
                <a:latin typeface="Century Gothic" panose="020B0502020202020204" pitchFamily="34" charset="0"/>
                <a:cs typeface="Times New Roman" panose="02020603050405020304" pitchFamily="18" charset="0"/>
              </a:rPr>
              <a:t> browser-</a:t>
            </a:r>
            <a:r>
              <a:rPr lang="es-ES" sz="1800" dirty="0" err="1">
                <a:latin typeface="Century Gothic" panose="020B0502020202020204" pitchFamily="34" charset="0"/>
                <a:cs typeface="Times New Roman" panose="02020603050405020304" pitchFamily="18" charset="0"/>
              </a:rPr>
              <a:t>based</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workflow</a:t>
            </a:r>
            <a:r>
              <a:rPr lang="es-ES" sz="1800" dirty="0">
                <a:latin typeface="Century Gothic" panose="020B0502020202020204" pitchFamily="34" charset="0"/>
                <a:cs typeface="Times New Roman" panose="02020603050405020304" pitchFamily="18" charset="0"/>
              </a:rPr>
              <a:t> (HTML/JS + Chart.js). </a:t>
            </a:r>
            <a:r>
              <a:rPr lang="es-ES" sz="1800" dirty="0" err="1">
                <a:latin typeface="Century Gothic" panose="020B0502020202020204" pitchFamily="34" charset="0"/>
                <a:cs typeface="Times New Roman" panose="02020603050405020304" pitchFamily="18" charset="0"/>
              </a:rPr>
              <a:t>The</a:t>
            </a:r>
            <a:r>
              <a:rPr lang="es-ES" sz="1800" dirty="0">
                <a:latin typeface="Century Gothic" panose="020B0502020202020204" pitchFamily="34" charset="0"/>
                <a:cs typeface="Times New Roman" panose="02020603050405020304" pitchFamily="18" charset="0"/>
              </a:rPr>
              <a:t> CSV </a:t>
            </a:r>
            <a:r>
              <a:rPr lang="es-ES" sz="1800" dirty="0" err="1">
                <a:latin typeface="Century Gothic" panose="020B0502020202020204" pitchFamily="34" charset="0"/>
                <a:cs typeface="Times New Roman" panose="02020603050405020304" pitchFamily="18" charset="0"/>
              </a:rPr>
              <a:t>parsing</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reconstructs</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timestamps</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from</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sample</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index</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using</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fixed</a:t>
            </a:r>
            <a:r>
              <a:rPr lang="es-ES" sz="1800" dirty="0">
                <a:latin typeface="Century Gothic" panose="020B0502020202020204" pitchFamily="34" charset="0"/>
                <a:cs typeface="Times New Roman" panose="02020603050405020304" pitchFamily="18" charset="0"/>
              </a:rPr>
              <a:t> </a:t>
            </a:r>
            <a:r>
              <a:rPr lang="es-ES" sz="1800" b="1" dirty="0">
                <a:latin typeface="Century Gothic" panose="020B0502020202020204" pitchFamily="34" charset="0"/>
                <a:cs typeface="Times New Roman" panose="02020603050405020304" pitchFamily="18" charset="0"/>
              </a:rPr>
              <a:t>104 Hz </a:t>
            </a:r>
            <a:r>
              <a:rPr lang="es-ES" sz="1800" b="1" dirty="0" err="1">
                <a:latin typeface="Century Gothic" panose="020B0502020202020204" pitchFamily="34" charset="0"/>
                <a:cs typeface="Times New Roman" panose="02020603050405020304" pitchFamily="18" charset="0"/>
              </a:rPr>
              <a:t>rate</a:t>
            </a:r>
            <a:r>
              <a:rPr lang="es-ES" sz="1800" dirty="0">
                <a:latin typeface="Century Gothic" panose="020B0502020202020204" pitchFamily="34" charset="0"/>
                <a:cs typeface="Times New Roman" panose="02020603050405020304" pitchFamily="18" charset="0"/>
              </a:rPr>
              <a:t>.</a:t>
            </a:r>
          </a:p>
          <a:p>
            <a:r>
              <a:rPr lang="es-ES" sz="1800" dirty="0">
                <a:latin typeface="Century Gothic" panose="020B0502020202020204" pitchFamily="34" charset="0"/>
                <a:cs typeface="Times New Roman" panose="02020603050405020304" pitchFamily="18" charset="0"/>
              </a:rPr>
              <a:t>​</a:t>
            </a:r>
          </a:p>
        </p:txBody>
      </p:sp>
      <p:sp>
        <p:nvSpPr>
          <p:cNvPr id="20" name="Text Placeholder 8">
            <a:extLst>
              <a:ext uri="{FF2B5EF4-FFF2-40B4-BE49-F238E27FC236}">
                <a16:creationId xmlns:a16="http://schemas.microsoft.com/office/drawing/2014/main" id="{47FEB2F8-54AD-4687-D4C2-4B81D43F9178}"/>
              </a:ext>
            </a:extLst>
          </p:cNvPr>
          <p:cNvSpPr txBox="1">
            <a:spLocks/>
          </p:cNvSpPr>
          <p:nvPr/>
        </p:nvSpPr>
        <p:spPr>
          <a:xfrm rot="16200000">
            <a:off x="-380309" y="17428089"/>
            <a:ext cx="2066319" cy="386513"/>
          </a:xfrm>
          <a:prstGeom prst="rect">
            <a:avLst/>
          </a:prstGeom>
          <a:solidFill>
            <a:schemeClr val="accent5">
              <a:lumMod val="50000"/>
            </a:schemeClr>
          </a:solidFill>
        </p:spPr>
        <p:txBody>
          <a:bodyPr wrap="square" lIns="65304" tIns="65304" rIns="65304" bIns="65304" anchor="t" anchorCtr="0">
            <a:spAutoFit/>
          </a:bodyPr>
          <a:lstStyle>
            <a:lvl1pPr marL="0" indent="0" algn="ctr" defTabSz="3134552" rtl="0" eaLnBrk="1" latinLnBrk="0" hangingPunct="1">
              <a:spcBef>
                <a:spcPct val="20000"/>
              </a:spcBef>
              <a:buFont typeface="Arial" pitchFamily="34" charset="0"/>
              <a:buNone/>
              <a:defRPr sz="2000" b="1" u="none" kern="1200" baseline="0">
                <a:solidFill>
                  <a:schemeClr val="bg1"/>
                </a:solidFill>
                <a:latin typeface="Century Gothic" panose="020B0502020202020204" pitchFamily="34" charset="0"/>
                <a:ea typeface="+mn-ea"/>
                <a:cs typeface="+mn-cs"/>
              </a:defRPr>
            </a:lvl1pPr>
            <a:lvl2pPr marL="2546824" indent="-979547" algn="l" defTabSz="3134552" rtl="0" eaLnBrk="1" latinLnBrk="0" hangingPunct="1">
              <a:spcBef>
                <a:spcPct val="20000"/>
              </a:spcBef>
              <a:buFont typeface="Arial" pitchFamily="34" charset="0"/>
              <a:buChar char="–"/>
              <a:defRPr sz="9600" kern="1200">
                <a:solidFill>
                  <a:schemeClr val="tx1"/>
                </a:solidFill>
                <a:latin typeface="+mn-lt"/>
                <a:ea typeface="+mn-ea"/>
                <a:cs typeface="+mn-cs"/>
              </a:defRPr>
            </a:lvl2pPr>
            <a:lvl3pPr marL="3918191" indent="-783639" algn="l" defTabSz="3134552" rtl="0" eaLnBrk="1" latinLnBrk="0" hangingPunct="1">
              <a:spcBef>
                <a:spcPct val="20000"/>
              </a:spcBef>
              <a:buFont typeface="Arial" pitchFamily="34" charset="0"/>
              <a:buChar char="•"/>
              <a:defRPr sz="8300" kern="1200">
                <a:solidFill>
                  <a:schemeClr val="tx1"/>
                </a:solidFill>
                <a:latin typeface="+mn-lt"/>
                <a:ea typeface="+mn-ea"/>
                <a:cs typeface="+mn-cs"/>
              </a:defRPr>
            </a:lvl3pPr>
            <a:lvl4pPr marL="5485468"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4pPr>
            <a:lvl5pPr marL="7052744"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5pPr>
            <a:lvl6pPr marL="8620020"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6pPr>
            <a:lvl7pPr marL="10187296"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7pPr>
            <a:lvl8pPr marL="11754573"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8pPr>
            <a:lvl9pPr marL="13321849"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9pPr>
          </a:lstStyle>
          <a:p>
            <a:r>
              <a:rPr lang="en-US" sz="1600" dirty="0"/>
              <a:t>IMU SUBSYSTEM</a:t>
            </a:r>
          </a:p>
        </p:txBody>
      </p:sp>
      <p:sp>
        <p:nvSpPr>
          <p:cNvPr id="21" name="Text Placeholder 8">
            <a:extLst>
              <a:ext uri="{FF2B5EF4-FFF2-40B4-BE49-F238E27FC236}">
                <a16:creationId xmlns:a16="http://schemas.microsoft.com/office/drawing/2014/main" id="{6719BC8E-1266-8D00-8E77-4FF00E16CC07}"/>
              </a:ext>
            </a:extLst>
          </p:cNvPr>
          <p:cNvSpPr txBox="1">
            <a:spLocks/>
          </p:cNvSpPr>
          <p:nvPr/>
        </p:nvSpPr>
        <p:spPr>
          <a:xfrm rot="16200000">
            <a:off x="-372210" y="19657237"/>
            <a:ext cx="2058529" cy="378105"/>
          </a:xfrm>
          <a:prstGeom prst="rect">
            <a:avLst/>
          </a:prstGeom>
          <a:solidFill>
            <a:schemeClr val="accent5">
              <a:lumMod val="50000"/>
            </a:schemeClr>
          </a:solidFill>
        </p:spPr>
        <p:txBody>
          <a:bodyPr wrap="square" lIns="65304" tIns="65304" rIns="65304" bIns="65304" anchor="t" anchorCtr="0">
            <a:spAutoFit/>
          </a:bodyPr>
          <a:lstStyle>
            <a:lvl1pPr marL="0" indent="0" algn="ctr" defTabSz="3134552" rtl="0" eaLnBrk="1" latinLnBrk="0" hangingPunct="1">
              <a:spcBef>
                <a:spcPct val="20000"/>
              </a:spcBef>
              <a:buFont typeface="Arial" pitchFamily="34" charset="0"/>
              <a:buNone/>
              <a:defRPr sz="2000" b="1" u="none" kern="1200" baseline="0">
                <a:solidFill>
                  <a:schemeClr val="bg1"/>
                </a:solidFill>
                <a:latin typeface="Century Gothic" panose="020B0502020202020204" pitchFamily="34" charset="0"/>
                <a:ea typeface="+mn-ea"/>
                <a:cs typeface="+mn-cs"/>
              </a:defRPr>
            </a:lvl1pPr>
            <a:lvl2pPr marL="2546824" indent="-979547" algn="l" defTabSz="3134552" rtl="0" eaLnBrk="1" latinLnBrk="0" hangingPunct="1">
              <a:spcBef>
                <a:spcPct val="20000"/>
              </a:spcBef>
              <a:buFont typeface="Arial" pitchFamily="34" charset="0"/>
              <a:buChar char="–"/>
              <a:defRPr sz="9600" kern="1200">
                <a:solidFill>
                  <a:schemeClr val="tx1"/>
                </a:solidFill>
                <a:latin typeface="+mn-lt"/>
                <a:ea typeface="+mn-ea"/>
                <a:cs typeface="+mn-cs"/>
              </a:defRPr>
            </a:lvl2pPr>
            <a:lvl3pPr marL="3918191" indent="-783639" algn="l" defTabSz="3134552" rtl="0" eaLnBrk="1" latinLnBrk="0" hangingPunct="1">
              <a:spcBef>
                <a:spcPct val="20000"/>
              </a:spcBef>
              <a:buFont typeface="Arial" pitchFamily="34" charset="0"/>
              <a:buChar char="•"/>
              <a:defRPr sz="8300" kern="1200">
                <a:solidFill>
                  <a:schemeClr val="tx1"/>
                </a:solidFill>
                <a:latin typeface="+mn-lt"/>
                <a:ea typeface="+mn-ea"/>
                <a:cs typeface="+mn-cs"/>
              </a:defRPr>
            </a:lvl3pPr>
            <a:lvl4pPr marL="5485468"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4pPr>
            <a:lvl5pPr marL="7052744"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5pPr>
            <a:lvl6pPr marL="8620020"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6pPr>
            <a:lvl7pPr marL="10187296"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7pPr>
            <a:lvl8pPr marL="11754573"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8pPr>
            <a:lvl9pPr marL="13321849"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9pPr>
          </a:lstStyle>
          <a:p>
            <a:r>
              <a:rPr lang="en-US" sz="1600" dirty="0"/>
              <a:t>VIDEO SUBSYSTEM</a:t>
            </a:r>
          </a:p>
        </p:txBody>
      </p:sp>
      <p:sp>
        <p:nvSpPr>
          <p:cNvPr id="22" name="Text Placeholder 8">
            <a:extLst>
              <a:ext uri="{FF2B5EF4-FFF2-40B4-BE49-F238E27FC236}">
                <a16:creationId xmlns:a16="http://schemas.microsoft.com/office/drawing/2014/main" id="{40136037-4F7B-6ACB-0F3C-173E2F587E74}"/>
              </a:ext>
            </a:extLst>
          </p:cNvPr>
          <p:cNvSpPr txBox="1">
            <a:spLocks/>
          </p:cNvSpPr>
          <p:nvPr/>
        </p:nvSpPr>
        <p:spPr>
          <a:xfrm rot="16200000">
            <a:off x="-386179" y="21882181"/>
            <a:ext cx="2066318" cy="378105"/>
          </a:xfrm>
          <a:prstGeom prst="rect">
            <a:avLst/>
          </a:prstGeom>
          <a:solidFill>
            <a:schemeClr val="accent5">
              <a:lumMod val="50000"/>
            </a:schemeClr>
          </a:solidFill>
        </p:spPr>
        <p:txBody>
          <a:bodyPr wrap="square" lIns="65304" tIns="65304" rIns="65304" bIns="65304" anchor="t" anchorCtr="0">
            <a:spAutoFit/>
          </a:bodyPr>
          <a:lstStyle>
            <a:lvl1pPr marL="0" indent="0" algn="ctr" defTabSz="3134552" rtl="0" eaLnBrk="1" latinLnBrk="0" hangingPunct="1">
              <a:spcBef>
                <a:spcPct val="20000"/>
              </a:spcBef>
              <a:buFont typeface="Arial" pitchFamily="34" charset="0"/>
              <a:buNone/>
              <a:defRPr sz="2000" b="1" u="none" kern="1200" baseline="0">
                <a:solidFill>
                  <a:schemeClr val="bg1"/>
                </a:solidFill>
                <a:latin typeface="Century Gothic" panose="020B0502020202020204" pitchFamily="34" charset="0"/>
                <a:ea typeface="+mn-ea"/>
                <a:cs typeface="+mn-cs"/>
              </a:defRPr>
            </a:lvl1pPr>
            <a:lvl2pPr marL="2546824" indent="-979547" algn="l" defTabSz="3134552" rtl="0" eaLnBrk="1" latinLnBrk="0" hangingPunct="1">
              <a:spcBef>
                <a:spcPct val="20000"/>
              </a:spcBef>
              <a:buFont typeface="Arial" pitchFamily="34" charset="0"/>
              <a:buChar char="–"/>
              <a:defRPr sz="9600" kern="1200">
                <a:solidFill>
                  <a:schemeClr val="tx1"/>
                </a:solidFill>
                <a:latin typeface="+mn-lt"/>
                <a:ea typeface="+mn-ea"/>
                <a:cs typeface="+mn-cs"/>
              </a:defRPr>
            </a:lvl2pPr>
            <a:lvl3pPr marL="3918191" indent="-783639" algn="l" defTabSz="3134552" rtl="0" eaLnBrk="1" latinLnBrk="0" hangingPunct="1">
              <a:spcBef>
                <a:spcPct val="20000"/>
              </a:spcBef>
              <a:buFont typeface="Arial" pitchFamily="34" charset="0"/>
              <a:buChar char="•"/>
              <a:defRPr sz="8300" kern="1200">
                <a:solidFill>
                  <a:schemeClr val="tx1"/>
                </a:solidFill>
                <a:latin typeface="+mn-lt"/>
                <a:ea typeface="+mn-ea"/>
                <a:cs typeface="+mn-cs"/>
              </a:defRPr>
            </a:lvl3pPr>
            <a:lvl4pPr marL="5485468"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4pPr>
            <a:lvl5pPr marL="7052744"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5pPr>
            <a:lvl6pPr marL="8620020"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6pPr>
            <a:lvl7pPr marL="10187296"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7pPr>
            <a:lvl8pPr marL="11754573"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8pPr>
            <a:lvl9pPr marL="13321849"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9pPr>
          </a:lstStyle>
          <a:p>
            <a:r>
              <a:rPr lang="es-ES" sz="1600" dirty="0"/>
              <a:t>SYNCHRONIZATION</a:t>
            </a:r>
            <a:endParaRPr lang="en-US" sz="1600" dirty="0"/>
          </a:p>
        </p:txBody>
      </p:sp>
      <p:sp>
        <p:nvSpPr>
          <p:cNvPr id="23" name="CuadroTexto 22">
            <a:extLst>
              <a:ext uri="{FF2B5EF4-FFF2-40B4-BE49-F238E27FC236}">
                <a16:creationId xmlns:a16="http://schemas.microsoft.com/office/drawing/2014/main" id="{987C6427-2B4A-FEFC-D924-D4997242463A}"/>
              </a:ext>
            </a:extLst>
          </p:cNvPr>
          <p:cNvSpPr txBox="1"/>
          <p:nvPr/>
        </p:nvSpPr>
        <p:spPr>
          <a:xfrm>
            <a:off x="879528" y="23632985"/>
            <a:ext cx="9622351" cy="1754326"/>
          </a:xfrm>
          <a:prstGeom prst="rect">
            <a:avLst/>
          </a:prstGeom>
          <a:noFill/>
        </p:spPr>
        <p:txBody>
          <a:bodyPr wrap="square" rtlCol="0">
            <a:spAutoFit/>
          </a:bodyPr>
          <a:lstStyle/>
          <a:p>
            <a:r>
              <a:rPr lang="es-ES" sz="1800" dirty="0">
                <a:latin typeface="Century Gothic" panose="020B0502020202020204" pitchFamily="34" charset="0"/>
                <a:cs typeface="Times New Roman" panose="02020603050405020304" pitchFamily="18" charset="0"/>
              </a:rPr>
              <a:t>Reproducible </a:t>
            </a:r>
            <a:r>
              <a:rPr lang="es-ES" sz="1800" dirty="0" err="1">
                <a:latin typeface="Century Gothic" panose="020B0502020202020204" pitchFamily="34" charset="0"/>
                <a:cs typeface="Times New Roman" panose="02020603050405020304" pitchFamily="18" charset="0"/>
              </a:rPr>
              <a:t>analysis</a:t>
            </a:r>
            <a:r>
              <a:rPr lang="es-ES" sz="1800" dirty="0">
                <a:latin typeface="Century Gothic" panose="020B0502020202020204" pitchFamily="34" charset="0"/>
                <a:cs typeface="Times New Roman" panose="02020603050405020304" pitchFamily="18" charset="0"/>
              </a:rPr>
              <a:t>:</a:t>
            </a:r>
          </a:p>
          <a:p>
            <a:r>
              <a:rPr lang="es-ES" sz="1800" b="1" dirty="0" err="1">
                <a:latin typeface="Century Gothic" panose="020B0502020202020204" pitchFamily="34" charset="0"/>
                <a:cs typeface="Times New Roman" panose="02020603050405020304" pitchFamily="18" charset="0"/>
              </a:rPr>
              <a:t>localStorage</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automatically</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saves</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sync</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offsets</a:t>
            </a:r>
            <a:r>
              <a:rPr lang="es-ES" sz="1800" dirty="0">
                <a:latin typeface="Century Gothic" panose="020B0502020202020204" pitchFamily="34" charset="0"/>
                <a:cs typeface="Times New Roman" panose="02020603050405020304" pitchFamily="18" charset="0"/>
              </a:rPr>
              <a:t> and </a:t>
            </a:r>
            <a:r>
              <a:rPr lang="es-ES" sz="1800" dirty="0" err="1">
                <a:latin typeface="Century Gothic" panose="020B0502020202020204" pitchFamily="34" charset="0"/>
                <a:cs typeface="Times New Roman" panose="02020603050405020304" pitchFamily="18" charset="0"/>
              </a:rPr>
              <a:t>annotations</a:t>
            </a:r>
            <a:r>
              <a:rPr lang="es-ES" sz="1800" dirty="0">
                <a:latin typeface="Century Gothic" panose="020B0502020202020204" pitchFamily="34" charset="0"/>
                <a:cs typeface="Times New Roman" panose="02020603050405020304" pitchFamily="18" charset="0"/>
              </a:rPr>
              <a:t> {time, </a:t>
            </a:r>
            <a:r>
              <a:rPr lang="es-ES" sz="1800" dirty="0" err="1">
                <a:latin typeface="Century Gothic" panose="020B0502020202020204" pitchFamily="34" charset="0"/>
                <a:cs typeface="Times New Roman" panose="02020603050405020304" pitchFamily="18" charset="0"/>
              </a:rPr>
              <a:t>label</a:t>
            </a:r>
            <a:r>
              <a:rPr lang="es-ES" sz="1800" dirty="0">
                <a:latin typeface="Century Gothic" panose="020B0502020202020204" pitchFamily="34" charset="0"/>
                <a:cs typeface="Times New Roman" panose="02020603050405020304" pitchFamily="18" charset="0"/>
              </a:rPr>
              <a:t>, notes} per video.</a:t>
            </a:r>
          </a:p>
          <a:p>
            <a:r>
              <a:rPr lang="es-ES" sz="1800" b="1" dirty="0">
                <a:latin typeface="Century Gothic" panose="020B0502020202020204" pitchFamily="34" charset="0"/>
                <a:cs typeface="Times New Roman" panose="02020603050405020304" pitchFamily="18" charset="0"/>
              </a:rPr>
              <a:t>ZIP </a:t>
            </a:r>
            <a:r>
              <a:rPr lang="es-ES" sz="1800" b="1" dirty="0" err="1">
                <a:latin typeface="Century Gothic" panose="020B0502020202020204" pitchFamily="34" charset="0"/>
                <a:cs typeface="Times New Roman" panose="02020603050405020304" pitchFamily="18" charset="0"/>
              </a:rPr>
              <a:t>export</a:t>
            </a:r>
            <a:r>
              <a:rPr lang="es-ES" sz="1800" b="1" dirty="0">
                <a:latin typeface="Century Gothic" panose="020B0502020202020204" pitchFamily="34" charset="0"/>
                <a:cs typeface="Times New Roman" panose="02020603050405020304" pitchFamily="18" charset="0"/>
              </a:rPr>
              <a:t>/</a:t>
            </a:r>
            <a:r>
              <a:rPr lang="es-ES" sz="1800" b="1" dirty="0" err="1">
                <a:latin typeface="Century Gothic" panose="020B0502020202020204" pitchFamily="34" charset="0"/>
                <a:cs typeface="Times New Roman" panose="02020603050405020304" pitchFamily="18" charset="0"/>
              </a:rPr>
              <a:t>import</a:t>
            </a:r>
            <a:r>
              <a:rPr lang="es-ES" sz="1800" b="1"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includes</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metadata</a:t>
            </a:r>
            <a:r>
              <a:rPr lang="es-ES" sz="1800" dirty="0">
                <a:latin typeface="Century Gothic" panose="020B0502020202020204" pitchFamily="34" charset="0"/>
                <a:cs typeface="Times New Roman" panose="02020603050405020304" pitchFamily="18" charset="0"/>
              </a:rPr>
              <a:t> + video/CSV files </a:t>
            </a:r>
            <a:r>
              <a:rPr lang="es-ES" sz="1800" dirty="0" err="1">
                <a:latin typeface="Century Gothic" panose="020B0502020202020204" pitchFamily="34" charset="0"/>
                <a:cs typeface="Times New Roman" panose="02020603050405020304" pitchFamily="18" charset="0"/>
              </a:rPr>
              <a:t>for</a:t>
            </a:r>
            <a:r>
              <a:rPr lang="es-ES" sz="1800" dirty="0">
                <a:latin typeface="Century Gothic" panose="020B0502020202020204" pitchFamily="34" charset="0"/>
                <a:cs typeface="Times New Roman" panose="02020603050405020304" pitchFamily="18" charset="0"/>
              </a:rPr>
              <a:t> complete </a:t>
            </a:r>
            <a:r>
              <a:rPr lang="es-ES" sz="1800" dirty="0" err="1">
                <a:latin typeface="Century Gothic" panose="020B0502020202020204" pitchFamily="34" charset="0"/>
                <a:cs typeface="Times New Roman" panose="02020603050405020304" pitchFamily="18" charset="0"/>
              </a:rPr>
              <a:t>project</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portability</a:t>
            </a:r>
            <a:r>
              <a:rPr lang="es-ES" sz="1800" dirty="0">
                <a:latin typeface="Century Gothic" panose="020B0502020202020204" pitchFamily="34" charset="0"/>
                <a:cs typeface="Times New Roman" panose="02020603050405020304" pitchFamily="18" charset="0"/>
              </a:rPr>
              <a:t>.</a:t>
            </a:r>
          </a:p>
          <a:p>
            <a:r>
              <a:rPr lang="es-ES" sz="1800" b="1" dirty="0">
                <a:latin typeface="Century Gothic" panose="020B0502020202020204" pitchFamily="34" charset="0"/>
                <a:cs typeface="Times New Roman" panose="02020603050405020304" pitchFamily="18" charset="0"/>
              </a:rPr>
              <a:t>TXT </a:t>
            </a:r>
            <a:r>
              <a:rPr lang="es-ES" sz="1800" b="1" dirty="0" err="1">
                <a:latin typeface="Century Gothic" panose="020B0502020202020204" pitchFamily="34" charset="0"/>
                <a:cs typeface="Times New Roman" panose="02020603050405020304" pitchFamily="18" charset="0"/>
              </a:rPr>
              <a:t>reports</a:t>
            </a:r>
            <a:r>
              <a:rPr lang="es-ES" sz="1800" b="1"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summarize</a:t>
            </a:r>
            <a:r>
              <a:rPr lang="es-ES" sz="1800" dirty="0">
                <a:latin typeface="Century Gothic" panose="020B0502020202020204" pitchFamily="34" charset="0"/>
                <a:cs typeface="Times New Roman" panose="02020603050405020304" pitchFamily="18" charset="0"/>
              </a:rPr>
              <a:t> IMU timeline + </a:t>
            </a:r>
            <a:r>
              <a:rPr lang="es-ES" sz="1800" dirty="0" err="1">
                <a:latin typeface="Century Gothic" panose="020B0502020202020204" pitchFamily="34" charset="0"/>
                <a:cs typeface="Times New Roman" panose="02020603050405020304" pitchFamily="18" charset="0"/>
              </a:rPr>
              <a:t>stored</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annotations</a:t>
            </a:r>
            <a:r>
              <a:rPr lang="es-ES" sz="1800" dirty="0">
                <a:latin typeface="Century Gothic" panose="020B0502020202020204" pitchFamily="34" charset="0"/>
                <a:cs typeface="Times New Roman" panose="02020603050405020304" pitchFamily="18" charset="0"/>
              </a:rPr>
              <a:t>.</a:t>
            </a:r>
          </a:p>
        </p:txBody>
      </p:sp>
      <p:sp>
        <p:nvSpPr>
          <p:cNvPr id="24" name="Text Placeholder 8">
            <a:extLst>
              <a:ext uri="{FF2B5EF4-FFF2-40B4-BE49-F238E27FC236}">
                <a16:creationId xmlns:a16="http://schemas.microsoft.com/office/drawing/2014/main" id="{97BFD948-9944-C0B4-DDA0-C508D5A36A37}"/>
              </a:ext>
            </a:extLst>
          </p:cNvPr>
          <p:cNvSpPr txBox="1">
            <a:spLocks/>
          </p:cNvSpPr>
          <p:nvPr/>
        </p:nvSpPr>
        <p:spPr>
          <a:xfrm rot="16200000">
            <a:off x="-581158" y="24334190"/>
            <a:ext cx="2512660" cy="378105"/>
          </a:xfrm>
          <a:prstGeom prst="rect">
            <a:avLst/>
          </a:prstGeom>
          <a:solidFill>
            <a:schemeClr val="accent5">
              <a:lumMod val="50000"/>
            </a:schemeClr>
          </a:solidFill>
        </p:spPr>
        <p:txBody>
          <a:bodyPr wrap="square" lIns="65304" tIns="65304" rIns="65304" bIns="65304" anchor="t" anchorCtr="0">
            <a:spAutoFit/>
          </a:bodyPr>
          <a:lstStyle>
            <a:lvl1pPr marL="0" indent="0" algn="ctr" defTabSz="3134552" rtl="0" eaLnBrk="1" latinLnBrk="0" hangingPunct="1">
              <a:spcBef>
                <a:spcPct val="20000"/>
              </a:spcBef>
              <a:buFont typeface="Arial" pitchFamily="34" charset="0"/>
              <a:buNone/>
              <a:defRPr sz="2000" b="1" u="none" kern="1200" baseline="0">
                <a:solidFill>
                  <a:schemeClr val="bg1"/>
                </a:solidFill>
                <a:latin typeface="Century Gothic" panose="020B0502020202020204" pitchFamily="34" charset="0"/>
                <a:ea typeface="+mn-ea"/>
                <a:cs typeface="+mn-cs"/>
              </a:defRPr>
            </a:lvl1pPr>
            <a:lvl2pPr marL="2546824" indent="-979547" algn="l" defTabSz="3134552" rtl="0" eaLnBrk="1" latinLnBrk="0" hangingPunct="1">
              <a:spcBef>
                <a:spcPct val="20000"/>
              </a:spcBef>
              <a:buFont typeface="Arial" pitchFamily="34" charset="0"/>
              <a:buChar char="–"/>
              <a:defRPr sz="9600" kern="1200">
                <a:solidFill>
                  <a:schemeClr val="tx1"/>
                </a:solidFill>
                <a:latin typeface="+mn-lt"/>
                <a:ea typeface="+mn-ea"/>
                <a:cs typeface="+mn-cs"/>
              </a:defRPr>
            </a:lvl2pPr>
            <a:lvl3pPr marL="3918191" indent="-783639" algn="l" defTabSz="3134552" rtl="0" eaLnBrk="1" latinLnBrk="0" hangingPunct="1">
              <a:spcBef>
                <a:spcPct val="20000"/>
              </a:spcBef>
              <a:buFont typeface="Arial" pitchFamily="34" charset="0"/>
              <a:buChar char="•"/>
              <a:defRPr sz="8300" kern="1200">
                <a:solidFill>
                  <a:schemeClr val="tx1"/>
                </a:solidFill>
                <a:latin typeface="+mn-lt"/>
                <a:ea typeface="+mn-ea"/>
                <a:cs typeface="+mn-cs"/>
              </a:defRPr>
            </a:lvl3pPr>
            <a:lvl4pPr marL="5485468"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4pPr>
            <a:lvl5pPr marL="7052744"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5pPr>
            <a:lvl6pPr marL="8620020"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6pPr>
            <a:lvl7pPr marL="10187296"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7pPr>
            <a:lvl8pPr marL="11754573"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8pPr>
            <a:lvl9pPr marL="13321849"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9pPr>
          </a:lstStyle>
          <a:p>
            <a:r>
              <a:rPr lang="es-ES" sz="1600" dirty="0"/>
              <a:t>SESSION MANAGEMENT</a:t>
            </a:r>
            <a:endParaRPr lang="en-US" sz="1200" dirty="0"/>
          </a:p>
        </p:txBody>
      </p:sp>
      <p:sp>
        <p:nvSpPr>
          <p:cNvPr id="25" name="Text Placeholder 3">
            <a:extLst>
              <a:ext uri="{FF2B5EF4-FFF2-40B4-BE49-F238E27FC236}">
                <a16:creationId xmlns:a16="http://schemas.microsoft.com/office/drawing/2014/main" id="{2FFD23F3-5F11-D01A-EA27-CD584583C2C9}"/>
              </a:ext>
            </a:extLst>
          </p:cNvPr>
          <p:cNvSpPr txBox="1">
            <a:spLocks/>
          </p:cNvSpPr>
          <p:nvPr/>
        </p:nvSpPr>
        <p:spPr>
          <a:xfrm>
            <a:off x="405530" y="26866145"/>
            <a:ext cx="10065860" cy="1285747"/>
          </a:xfrm>
          <a:prstGeom prst="rect">
            <a:avLst/>
          </a:prstGeom>
        </p:spPr>
        <p:txBody>
          <a:bodyPr/>
          <a:lstStyle>
            <a:lvl1pPr marL="401033" indent="-401033" algn="l" defTabSz="1604132" rtl="0" eaLnBrk="1" latinLnBrk="0" hangingPunct="1">
              <a:lnSpc>
                <a:spcPct val="90000"/>
              </a:lnSpc>
              <a:spcBef>
                <a:spcPts val="1754"/>
              </a:spcBef>
              <a:buFont typeface="Arial" panose="020B0604020202020204" pitchFamily="34" charset="0"/>
              <a:buChar char="•"/>
              <a:defRPr sz="4912" kern="1200">
                <a:solidFill>
                  <a:schemeClr val="tx1"/>
                </a:solidFill>
                <a:latin typeface="+mn-lt"/>
                <a:ea typeface="+mn-ea"/>
                <a:cs typeface="+mn-cs"/>
              </a:defRPr>
            </a:lvl1pPr>
            <a:lvl2pPr marL="1203099" indent="-401033" algn="l" defTabSz="1604132" rtl="0" eaLnBrk="1" latinLnBrk="0" hangingPunct="1">
              <a:lnSpc>
                <a:spcPct val="90000"/>
              </a:lnSpc>
              <a:spcBef>
                <a:spcPts val="877"/>
              </a:spcBef>
              <a:buFont typeface="Arial" panose="020B0604020202020204" pitchFamily="34" charset="0"/>
              <a:buChar char="•"/>
              <a:defRPr sz="4210" kern="1200">
                <a:solidFill>
                  <a:schemeClr val="tx1"/>
                </a:solidFill>
                <a:latin typeface="+mn-lt"/>
                <a:ea typeface="+mn-ea"/>
                <a:cs typeface="+mn-cs"/>
              </a:defRPr>
            </a:lvl2pPr>
            <a:lvl3pPr marL="2005165" indent="-401033" algn="l" defTabSz="1604132" rtl="0" eaLnBrk="1" latinLnBrk="0" hangingPunct="1">
              <a:lnSpc>
                <a:spcPct val="90000"/>
              </a:lnSpc>
              <a:spcBef>
                <a:spcPts val="877"/>
              </a:spcBef>
              <a:buFont typeface="Arial" panose="020B0604020202020204" pitchFamily="34" charset="0"/>
              <a:buChar char="•"/>
              <a:defRPr sz="3509" kern="1200">
                <a:solidFill>
                  <a:schemeClr val="tx1"/>
                </a:solidFill>
                <a:latin typeface="+mn-lt"/>
                <a:ea typeface="+mn-ea"/>
                <a:cs typeface="+mn-cs"/>
              </a:defRPr>
            </a:lvl3pPr>
            <a:lvl4pPr marL="2807231"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4pPr>
            <a:lvl5pPr marL="3609297"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5pPr>
            <a:lvl6pPr marL="4411363"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6pPr>
            <a:lvl7pPr marL="5213429"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7pPr>
            <a:lvl8pPr marL="6015495"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8pPr>
            <a:lvl9pPr marL="6817561"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9pPr>
          </a:lstStyle>
          <a:p>
            <a:r>
              <a:rPr lang="en-US" sz="1800" b="1" dirty="0">
                <a:latin typeface="Century Gothic" panose="020B0502020202020204" pitchFamily="34" charset="0"/>
              </a:rPr>
              <a:t>Objective: </a:t>
            </a:r>
            <a:r>
              <a:rPr lang="en-US" sz="1800" dirty="0">
                <a:latin typeface="Century Gothic" panose="020B0502020202020204" pitchFamily="34" charset="0"/>
              </a:rPr>
              <a:t>Design a low‑cost, low‑complexity motion tracking prototype that runs in a standard web browser.​</a:t>
            </a:r>
          </a:p>
          <a:p>
            <a:r>
              <a:rPr lang="en-US" sz="1800" b="1" dirty="0">
                <a:latin typeface="Century Gothic" panose="020B0502020202020204" pitchFamily="34" charset="0"/>
              </a:rPr>
              <a:t>Aim: </a:t>
            </a:r>
            <a:r>
              <a:rPr lang="en-US" sz="1800" dirty="0">
                <a:latin typeface="Century Gothic" panose="020B0502020202020204" pitchFamily="34" charset="0"/>
              </a:rPr>
              <a:t>Enable synchronized visual inspection of video‑based pose estimation and IMU sensor data without specialized motion‑capture hardware.​</a:t>
            </a:r>
          </a:p>
        </p:txBody>
      </p:sp>
      <p:sp>
        <p:nvSpPr>
          <p:cNvPr id="27" name="Text Placeholder 3">
            <a:extLst>
              <a:ext uri="{FF2B5EF4-FFF2-40B4-BE49-F238E27FC236}">
                <a16:creationId xmlns:a16="http://schemas.microsoft.com/office/drawing/2014/main" id="{24B5C2B0-33E9-CBD4-88FF-01E83158406B}"/>
              </a:ext>
            </a:extLst>
          </p:cNvPr>
          <p:cNvSpPr txBox="1">
            <a:spLocks/>
          </p:cNvSpPr>
          <p:nvPr/>
        </p:nvSpPr>
        <p:spPr>
          <a:xfrm>
            <a:off x="405530" y="26159548"/>
            <a:ext cx="10096349" cy="515649"/>
          </a:xfrm>
          <a:prstGeom prst="rect">
            <a:avLst/>
          </a:prstGeom>
          <a:solidFill>
            <a:schemeClr val="accent5">
              <a:lumMod val="50000"/>
            </a:schemeClr>
          </a:solidFill>
        </p:spPr>
        <p:txBody>
          <a:bodyPr vert="horz" wrap="square" lIns="63307" tIns="63307" rIns="63307" bIns="63307" rtlCol="0" anchor="t" anchorCtr="0">
            <a:spAutoFit/>
          </a:bodyPr>
          <a:lstStyle>
            <a:lvl1pPr marL="0" indent="0" algn="ctr" defTabSz="1604132" rtl="0" eaLnBrk="1" latinLnBrk="0" hangingPunct="1">
              <a:lnSpc>
                <a:spcPct val="90000"/>
              </a:lnSpc>
              <a:spcBef>
                <a:spcPts val="1754"/>
              </a:spcBef>
              <a:buFont typeface="Arial" panose="020B0604020202020204" pitchFamily="34" charset="0"/>
              <a:buNone/>
              <a:defRPr sz="2800" b="1" u="none" kern="1200" baseline="0">
                <a:solidFill>
                  <a:schemeClr val="bg1"/>
                </a:solidFill>
                <a:latin typeface="Century Gothic" panose="020B0502020202020204" pitchFamily="34" charset="0"/>
                <a:ea typeface="+mn-ea"/>
                <a:cs typeface="+mn-cs"/>
              </a:defRPr>
            </a:lvl1pPr>
            <a:lvl2pPr marL="1203099" indent="-401033" algn="l" defTabSz="1604132" rtl="0" eaLnBrk="1" latinLnBrk="0" hangingPunct="1">
              <a:lnSpc>
                <a:spcPct val="90000"/>
              </a:lnSpc>
              <a:spcBef>
                <a:spcPts val="877"/>
              </a:spcBef>
              <a:buFont typeface="Arial" panose="020B0604020202020204" pitchFamily="34" charset="0"/>
              <a:buChar char="•"/>
              <a:defRPr sz="4210" kern="1200">
                <a:solidFill>
                  <a:schemeClr val="tx1"/>
                </a:solidFill>
                <a:latin typeface="+mn-lt"/>
                <a:ea typeface="+mn-ea"/>
                <a:cs typeface="+mn-cs"/>
              </a:defRPr>
            </a:lvl2pPr>
            <a:lvl3pPr marL="2005165" indent="-401033" algn="l" defTabSz="1604132" rtl="0" eaLnBrk="1" latinLnBrk="0" hangingPunct="1">
              <a:lnSpc>
                <a:spcPct val="90000"/>
              </a:lnSpc>
              <a:spcBef>
                <a:spcPts val="877"/>
              </a:spcBef>
              <a:buFont typeface="Arial" panose="020B0604020202020204" pitchFamily="34" charset="0"/>
              <a:buChar char="•"/>
              <a:defRPr sz="3509" kern="1200">
                <a:solidFill>
                  <a:schemeClr val="tx1"/>
                </a:solidFill>
                <a:latin typeface="+mn-lt"/>
                <a:ea typeface="+mn-ea"/>
                <a:cs typeface="+mn-cs"/>
              </a:defRPr>
            </a:lvl3pPr>
            <a:lvl4pPr marL="2807231"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4pPr>
            <a:lvl5pPr marL="3609297"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5pPr>
            <a:lvl6pPr marL="4411363"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6pPr>
            <a:lvl7pPr marL="5213429"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7pPr>
            <a:lvl8pPr marL="6015495"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8pPr>
            <a:lvl9pPr marL="6817561"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9pPr>
          </a:lstStyle>
          <a:p>
            <a:r>
              <a:rPr lang="en-US" dirty="0"/>
              <a:t>OBJECTIVES</a:t>
            </a:r>
          </a:p>
        </p:txBody>
      </p:sp>
      <p:pic>
        <p:nvPicPr>
          <p:cNvPr id="28" name="Imagen 27" descr="Movesense Flash Sensor — Movesense">
            <a:extLst>
              <a:ext uri="{FF2B5EF4-FFF2-40B4-BE49-F238E27FC236}">
                <a16:creationId xmlns:a16="http://schemas.microsoft.com/office/drawing/2014/main" id="{D9F9CDE1-02C7-DF5C-63C0-FBECD7F7D6FE}"/>
              </a:ext>
            </a:extLst>
          </p:cNvPr>
          <p:cNvPicPr>
            <a:picLocks noChangeAspect="1"/>
          </p:cNvPicPr>
          <p:nvPr/>
        </p:nvPicPr>
        <p:blipFill>
          <a:blip r:embed="rId5" cstate="print">
            <a:extLst>
              <a:ext uri="{BEBA8EAE-BF5A-486C-A8C5-ECC9F3942E4B}">
                <a14:imgProps xmlns:a14="http://schemas.microsoft.com/office/drawing/2010/main">
                  <a14:imgLayer r:embed="rId6">
                    <a14:imgEffect>
                      <a14:backgroundRemoval t="834" b="100000" l="0" r="100000">
                        <a14:foregroundMark x1="29539" y1="15211" x2="29539" y2="15211"/>
                        <a14:foregroundMark x1="41658" y1="16487" x2="41658" y2="16487"/>
                        <a14:foregroundMark x1="41266" y1="15653" x2="41266" y2="15653"/>
                      </a14:backgroundRemoval>
                    </a14:imgEffect>
                  </a14:imgLayer>
                </a14:imgProps>
              </a:ext>
              <a:ext uri="{28A0092B-C50C-407E-A947-70E740481C1C}">
                <a14:useLocalDpi xmlns:a14="http://schemas.microsoft.com/office/drawing/2010/main" val="0"/>
              </a:ext>
            </a:extLst>
          </a:blip>
          <a:srcRect/>
          <a:stretch>
            <a:fillRect/>
          </a:stretch>
        </p:blipFill>
        <p:spPr bwMode="auto">
          <a:xfrm>
            <a:off x="8548644" y="16252365"/>
            <a:ext cx="2290858" cy="2290858"/>
          </a:xfrm>
          <a:prstGeom prst="rect">
            <a:avLst/>
          </a:prstGeom>
          <a:noFill/>
          <a:ln>
            <a:noFill/>
          </a:ln>
        </p:spPr>
      </p:pic>
      <p:sp>
        <p:nvSpPr>
          <p:cNvPr id="29" name="Rectángulo: esquinas redondeadas 28">
            <a:extLst>
              <a:ext uri="{FF2B5EF4-FFF2-40B4-BE49-F238E27FC236}">
                <a16:creationId xmlns:a16="http://schemas.microsoft.com/office/drawing/2014/main" id="{143FF3E0-C34F-6B4B-BB0C-79E14BB88568}"/>
              </a:ext>
            </a:extLst>
          </p:cNvPr>
          <p:cNvSpPr/>
          <p:nvPr/>
        </p:nvSpPr>
        <p:spPr>
          <a:xfrm>
            <a:off x="10839502" y="6897010"/>
            <a:ext cx="10090959" cy="12784106"/>
          </a:xfrm>
          <a:prstGeom prst="roundRect">
            <a:avLst>
              <a:gd name="adj" fmla="val 454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0" name="Imagen 29">
            <a:extLst>
              <a:ext uri="{FF2B5EF4-FFF2-40B4-BE49-F238E27FC236}">
                <a16:creationId xmlns:a16="http://schemas.microsoft.com/office/drawing/2014/main" id="{B5E5A1E0-7701-286B-75D9-1DEC25A21A93}"/>
              </a:ext>
            </a:extLst>
          </p:cNvPr>
          <p:cNvPicPr>
            <a:picLocks noChangeAspect="1"/>
          </p:cNvPicPr>
          <p:nvPr/>
        </p:nvPicPr>
        <p:blipFill>
          <a:blip r:embed="rId7"/>
          <a:stretch>
            <a:fillRect/>
          </a:stretch>
        </p:blipFill>
        <p:spPr>
          <a:xfrm>
            <a:off x="13902583" y="9463492"/>
            <a:ext cx="6520843" cy="6183978"/>
          </a:xfrm>
          <a:prstGeom prst="roundRect">
            <a:avLst>
              <a:gd name="adj" fmla="val 2718"/>
            </a:avLst>
          </a:prstGeom>
        </p:spPr>
      </p:pic>
      <p:pic>
        <p:nvPicPr>
          <p:cNvPr id="37" name="Imagen 36">
            <a:extLst>
              <a:ext uri="{FF2B5EF4-FFF2-40B4-BE49-F238E27FC236}">
                <a16:creationId xmlns:a16="http://schemas.microsoft.com/office/drawing/2014/main" id="{BED50A30-9535-9A06-C05E-7D98E7E7005B}"/>
              </a:ext>
            </a:extLst>
          </p:cNvPr>
          <p:cNvPicPr>
            <a:picLocks noChangeAspect="1"/>
          </p:cNvPicPr>
          <p:nvPr/>
        </p:nvPicPr>
        <p:blipFill>
          <a:blip r:embed="rId8"/>
          <a:stretch>
            <a:fillRect/>
          </a:stretch>
        </p:blipFill>
        <p:spPr>
          <a:xfrm>
            <a:off x="10922496" y="7069319"/>
            <a:ext cx="9886357" cy="2132466"/>
          </a:xfrm>
          <a:prstGeom prst="rect">
            <a:avLst/>
          </a:prstGeom>
        </p:spPr>
      </p:pic>
      <p:pic>
        <p:nvPicPr>
          <p:cNvPr id="11" name="Imagen 10">
            <a:extLst>
              <a:ext uri="{FF2B5EF4-FFF2-40B4-BE49-F238E27FC236}">
                <a16:creationId xmlns:a16="http://schemas.microsoft.com/office/drawing/2014/main" id="{F6F63408-4839-27A2-0D71-F7EF5AC77EC9}"/>
              </a:ext>
            </a:extLst>
          </p:cNvPr>
          <p:cNvPicPr>
            <a:picLocks noChangeAspect="1"/>
          </p:cNvPicPr>
          <p:nvPr/>
        </p:nvPicPr>
        <p:blipFill>
          <a:blip r:embed="rId9"/>
          <a:srcRect l="31273" t="2849" r="45176" b="3792"/>
          <a:stretch>
            <a:fillRect/>
          </a:stretch>
        </p:blipFill>
        <p:spPr>
          <a:xfrm>
            <a:off x="11159944" y="9463492"/>
            <a:ext cx="2448947" cy="5535007"/>
          </a:xfrm>
          <a:prstGeom prst="roundRect">
            <a:avLst/>
          </a:prstGeom>
        </p:spPr>
      </p:pic>
      <p:pic>
        <p:nvPicPr>
          <p:cNvPr id="34" name="Imagen 33">
            <a:extLst>
              <a:ext uri="{FF2B5EF4-FFF2-40B4-BE49-F238E27FC236}">
                <a16:creationId xmlns:a16="http://schemas.microsoft.com/office/drawing/2014/main" id="{94C6E37A-570D-0C5D-C020-5EB53AAD0D06}"/>
              </a:ext>
            </a:extLst>
          </p:cNvPr>
          <p:cNvPicPr>
            <a:picLocks noChangeAspect="1"/>
          </p:cNvPicPr>
          <p:nvPr/>
        </p:nvPicPr>
        <p:blipFill>
          <a:blip r:embed="rId10"/>
          <a:stretch>
            <a:fillRect/>
          </a:stretch>
        </p:blipFill>
        <p:spPr>
          <a:xfrm>
            <a:off x="11223311" y="15911369"/>
            <a:ext cx="9507277" cy="3419952"/>
          </a:xfrm>
          <a:prstGeom prst="rect">
            <a:avLst/>
          </a:prstGeom>
        </p:spPr>
      </p:pic>
    </p:spTree>
    <p:extLst>
      <p:ext uri="{BB962C8B-B14F-4D97-AF65-F5344CB8AC3E}">
        <p14:creationId xmlns:p14="http://schemas.microsoft.com/office/powerpoint/2010/main" val="810450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89292-859A-E60E-5963-EE7DF8738F2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BF15815-B741-0892-48A0-D6451E71D070}"/>
              </a:ext>
            </a:extLst>
          </p:cNvPr>
          <p:cNvSpPr>
            <a:spLocks noGrp="1"/>
          </p:cNvSpPr>
          <p:nvPr>
            <p:ph type="body" sz="quarter" idx="10"/>
          </p:nvPr>
        </p:nvSpPr>
        <p:spPr>
          <a:xfrm>
            <a:off x="440616" y="5365571"/>
            <a:ext cx="10101856" cy="1815419"/>
          </a:xfrm>
        </p:spPr>
        <p:txBody>
          <a:bodyPr/>
          <a:lstStyle/>
          <a:p>
            <a:pPr algn="just"/>
            <a:r>
              <a:rPr lang="en-US" sz="1800" b="1" dirty="0">
                <a:solidFill>
                  <a:schemeClr val="tx1"/>
                </a:solidFill>
              </a:rPr>
              <a:t>Motion tracking </a:t>
            </a:r>
            <a:r>
              <a:rPr lang="en-US" sz="1800" dirty="0">
                <a:solidFill>
                  <a:schemeClr val="tx1"/>
                </a:solidFill>
              </a:rPr>
              <a:t>is widely used in healthcare, sports, and rehabilitation, but many high-end systems remain expensive and require controlled laboratory setups. A </a:t>
            </a:r>
            <a:r>
              <a:rPr lang="en-US" sz="1800" b="1" dirty="0">
                <a:solidFill>
                  <a:schemeClr val="tx1"/>
                </a:solidFill>
              </a:rPr>
              <a:t>browser-based workflow </a:t>
            </a:r>
            <a:r>
              <a:rPr lang="en-US" sz="1800" dirty="0">
                <a:solidFill>
                  <a:schemeClr val="tx1"/>
                </a:solidFill>
              </a:rPr>
              <a:t>can reduce cost and setup complexity while maintaining practical utility for inspection and analysis. The presented system combines </a:t>
            </a:r>
            <a:r>
              <a:rPr lang="en-US" sz="1800" b="1" dirty="0">
                <a:solidFill>
                  <a:schemeClr val="tx1"/>
                </a:solidFill>
              </a:rPr>
              <a:t>inertial measurement unit (IMU) signals </a:t>
            </a:r>
            <a:r>
              <a:rPr lang="en-US" sz="1800" dirty="0">
                <a:solidFill>
                  <a:schemeClr val="tx1"/>
                </a:solidFill>
              </a:rPr>
              <a:t>(accelerometer, gyroscope, magnetometer) with </a:t>
            </a:r>
            <a:r>
              <a:rPr lang="en-US" sz="1800" b="1" dirty="0">
                <a:solidFill>
                  <a:schemeClr val="tx1"/>
                </a:solidFill>
              </a:rPr>
              <a:t>video-based 2D pose estimation </a:t>
            </a:r>
            <a:r>
              <a:rPr lang="en-US" sz="1800" dirty="0">
                <a:solidFill>
                  <a:schemeClr val="tx1"/>
                </a:solidFill>
              </a:rPr>
              <a:t>and </a:t>
            </a:r>
            <a:r>
              <a:rPr lang="en-US" sz="1800" b="1" dirty="0">
                <a:solidFill>
                  <a:schemeClr val="tx1"/>
                </a:solidFill>
              </a:rPr>
              <a:t>event-based synchronization </a:t>
            </a:r>
            <a:r>
              <a:rPr lang="en-US" sz="1800" dirty="0">
                <a:solidFill>
                  <a:schemeClr val="tx1"/>
                </a:solidFill>
              </a:rPr>
              <a:t>to align both modalities in time.</a:t>
            </a:r>
            <a:endParaRPr lang="en-US" dirty="0"/>
          </a:p>
        </p:txBody>
      </p:sp>
      <p:sp>
        <p:nvSpPr>
          <p:cNvPr id="3" name="Text Placeholder 2">
            <a:extLst>
              <a:ext uri="{FF2B5EF4-FFF2-40B4-BE49-F238E27FC236}">
                <a16:creationId xmlns:a16="http://schemas.microsoft.com/office/drawing/2014/main" id="{8DF0146F-D0B9-72EA-D39C-8AF6B4474727}"/>
              </a:ext>
            </a:extLst>
          </p:cNvPr>
          <p:cNvSpPr>
            <a:spLocks noGrp="1"/>
          </p:cNvSpPr>
          <p:nvPr>
            <p:ph type="body" sz="quarter" idx="11"/>
          </p:nvPr>
        </p:nvSpPr>
        <p:spPr>
          <a:xfrm>
            <a:off x="449463" y="4846573"/>
            <a:ext cx="10093882" cy="515649"/>
          </a:xfrm>
        </p:spPr>
        <p:txBody>
          <a:bodyPr/>
          <a:lstStyle/>
          <a:p>
            <a:r>
              <a:rPr lang="en-US" dirty="0"/>
              <a:t>INTRODUCTION</a:t>
            </a:r>
          </a:p>
        </p:txBody>
      </p:sp>
      <p:sp>
        <p:nvSpPr>
          <p:cNvPr id="4" name="Text Placeholder 3">
            <a:extLst>
              <a:ext uri="{FF2B5EF4-FFF2-40B4-BE49-F238E27FC236}">
                <a16:creationId xmlns:a16="http://schemas.microsoft.com/office/drawing/2014/main" id="{84C20DBB-985D-A508-2E09-00F8953ABD4A}"/>
              </a:ext>
            </a:extLst>
          </p:cNvPr>
          <p:cNvSpPr>
            <a:spLocks noGrp="1"/>
          </p:cNvSpPr>
          <p:nvPr>
            <p:ph type="body" sz="quarter" idx="20"/>
          </p:nvPr>
        </p:nvSpPr>
        <p:spPr>
          <a:xfrm>
            <a:off x="449461" y="11051826"/>
            <a:ext cx="10096349" cy="515649"/>
          </a:xfrm>
        </p:spPr>
        <p:txBody>
          <a:bodyPr/>
          <a:lstStyle/>
          <a:p>
            <a:r>
              <a:rPr lang="en-US" dirty="0"/>
              <a:t>MATERIALS AND METHODS</a:t>
            </a:r>
          </a:p>
        </p:txBody>
      </p:sp>
      <p:sp>
        <p:nvSpPr>
          <p:cNvPr id="5" name="Text Placeholder 4">
            <a:extLst>
              <a:ext uri="{FF2B5EF4-FFF2-40B4-BE49-F238E27FC236}">
                <a16:creationId xmlns:a16="http://schemas.microsoft.com/office/drawing/2014/main" id="{2CE1F280-7D04-28A2-7F26-99CA4F5588F5}"/>
              </a:ext>
            </a:extLst>
          </p:cNvPr>
          <p:cNvSpPr>
            <a:spLocks noGrp="1"/>
          </p:cNvSpPr>
          <p:nvPr>
            <p:ph type="body" sz="quarter" idx="25"/>
          </p:nvPr>
        </p:nvSpPr>
        <p:spPr>
          <a:xfrm>
            <a:off x="10846594" y="7399128"/>
            <a:ext cx="10093752" cy="515649"/>
          </a:xfrm>
        </p:spPr>
        <p:txBody>
          <a:bodyPr/>
          <a:lstStyle/>
          <a:p>
            <a:r>
              <a:rPr lang="en-US" dirty="0"/>
              <a:t>RESULTS AND DISCUSSION</a:t>
            </a:r>
          </a:p>
        </p:txBody>
      </p:sp>
      <mc:AlternateContent xmlns:mc="http://schemas.openxmlformats.org/markup-compatibility/2006">
        <mc:Choice xmlns:a14="http://schemas.microsoft.com/office/drawing/2010/main" Requires="a14">
          <p:sp>
            <p:nvSpPr>
              <p:cNvPr id="6" name="Text Placeholder 5">
                <a:extLst>
                  <a:ext uri="{FF2B5EF4-FFF2-40B4-BE49-F238E27FC236}">
                    <a16:creationId xmlns:a16="http://schemas.microsoft.com/office/drawing/2014/main" id="{5FEEB231-8DA7-A7D6-DB54-9827736A1C5D}"/>
                  </a:ext>
                </a:extLst>
              </p:cNvPr>
              <p:cNvSpPr>
                <a:spLocks noGrp="1"/>
              </p:cNvSpPr>
              <p:nvPr>
                <p:ph type="body" sz="quarter" idx="26"/>
              </p:nvPr>
            </p:nvSpPr>
            <p:spPr>
              <a:xfrm>
                <a:off x="10846594" y="7921773"/>
                <a:ext cx="10093752" cy="19035518"/>
              </a:xfrm>
            </p:spPr>
            <p:txBody>
              <a:bodyPr/>
              <a:lstStyle/>
              <a:p>
                <a:r>
                  <a:rPr lang="en-US" sz="1800" dirty="0">
                    <a:solidFill>
                      <a:schemeClr val="tx1"/>
                    </a:solidFill>
                  </a:rPr>
                  <a:t>A functional browser-based IMU + video motion analysis prototype is implemented with </a:t>
                </a:r>
                <a:r>
                  <a:rPr lang="en-US" sz="1800" b="1" dirty="0">
                    <a:solidFill>
                      <a:schemeClr val="tx1"/>
                    </a:solidFill>
                  </a:rPr>
                  <a:t>stable event synchronization </a:t>
                </a:r>
                <a:r>
                  <a:rPr lang="en-US" sz="1800" dirty="0">
                    <a:solidFill>
                      <a:schemeClr val="tx1"/>
                    </a:solidFill>
                  </a:rPr>
                  <a:t>using the computed offset (</a:t>
                </a:r>
                <a14:m>
                  <m:oMath xmlns:m="http://schemas.openxmlformats.org/officeDocument/2006/math">
                    <m:r>
                      <a:rPr lang="el-GR" sz="1800" i="1">
                        <a:solidFill>
                          <a:schemeClr val="tx1"/>
                        </a:solidFill>
                        <a:latin typeface="Cambria Math" panose="02040503050406030204" pitchFamily="18" charset="0"/>
                      </a:rPr>
                      <m:t>𝛥</m:t>
                    </m:r>
                    <m:r>
                      <a:rPr lang="en-SE" sz="1800" b="0" i="1" smtClean="0">
                        <a:solidFill>
                          <a:schemeClr val="tx1"/>
                        </a:solidFill>
                        <a:latin typeface="Cambria Math" panose="02040503050406030204" pitchFamily="18" charset="0"/>
                      </a:rPr>
                      <m:t>𝑡</m:t>
                    </m:r>
                  </m:oMath>
                </a14:m>
                <a:r>
                  <a:rPr lang="en-US" sz="1800" dirty="0">
                    <a:solidFill>
                      <a:schemeClr val="tx1"/>
                    </a:solidFill>
                  </a:rPr>
                  <a:t>). The interface supports </a:t>
                </a:r>
                <a:r>
                  <a:rPr lang="en-US" sz="1800" b="1" dirty="0">
                    <a:solidFill>
                      <a:schemeClr val="tx1"/>
                    </a:solidFill>
                  </a:rPr>
                  <a:t>synchronized playback, interactive scrubbing, and timestamped </a:t>
                </a:r>
                <a:r>
                  <a:rPr lang="en-US" sz="1800" dirty="0">
                    <a:solidFill>
                      <a:schemeClr val="tx1"/>
                    </a:solidFill>
                  </a:rPr>
                  <a:t>annotations. Export functions produce </a:t>
                </a:r>
                <a:r>
                  <a:rPr lang="en-US" sz="1800" b="1" dirty="0">
                    <a:solidFill>
                      <a:schemeClr val="tx1"/>
                    </a:solidFill>
                  </a:rPr>
                  <a:t>reproducible outputs </a:t>
                </a:r>
                <a:r>
                  <a:rPr lang="en-US" sz="1800" dirty="0">
                    <a:solidFill>
                      <a:schemeClr val="tx1"/>
                    </a:solidFill>
                  </a:rPr>
                  <a:t>through ZIP packages and TXT summaries, supporting </a:t>
                </a:r>
                <a:r>
                  <a:rPr lang="en-US" sz="1800" b="1" dirty="0">
                    <a:solidFill>
                      <a:schemeClr val="tx1"/>
                    </a:solidFill>
                  </a:rPr>
                  <a:t>repeated analysis </a:t>
                </a:r>
                <a:r>
                  <a:rPr lang="en-US" sz="1800" dirty="0">
                    <a:solidFill>
                      <a:schemeClr val="tx1"/>
                    </a:solidFill>
                  </a:rPr>
                  <a:t>across sessions and </a:t>
                </a:r>
                <a:r>
                  <a:rPr lang="en-US" sz="1800" b="1" dirty="0">
                    <a:solidFill>
                      <a:schemeClr val="tx1"/>
                    </a:solidFill>
                  </a:rPr>
                  <a:t>sharing between workflows</a:t>
                </a:r>
                <a:r>
                  <a:rPr lang="en-US" sz="1800" dirty="0">
                    <a:solidFill>
                      <a:schemeClr val="tx1"/>
                    </a:solidFill>
                  </a:rPr>
                  <a:t>.</a:t>
                </a: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b="1" dirty="0">
                  <a:solidFill>
                    <a:schemeClr val="tx1"/>
                  </a:solidFill>
                </a:endParaRPr>
              </a:p>
              <a:p>
                <a:endParaRPr lang="en-US" b="1" dirty="0">
                  <a:solidFill>
                    <a:schemeClr val="tx1"/>
                  </a:solidFill>
                </a:endParaRPr>
              </a:p>
              <a:p>
                <a:endParaRPr lang="en-US" b="1" dirty="0">
                  <a:solidFill>
                    <a:schemeClr val="tx1"/>
                  </a:solidFill>
                </a:endParaRPr>
              </a:p>
              <a:p>
                <a:endParaRPr lang="en-US" b="1" dirty="0">
                  <a:solidFill>
                    <a:schemeClr val="tx1"/>
                  </a:solidFill>
                </a:endParaRPr>
              </a:p>
              <a:p>
                <a:r>
                  <a:rPr lang="en-US" b="1" dirty="0">
                    <a:solidFill>
                      <a:schemeClr val="tx1"/>
                    </a:solidFill>
                  </a:rPr>
                  <a:t>Limitations:</a:t>
                </a:r>
              </a:p>
              <a:p>
                <a:pPr marL="285750" indent="-285750">
                  <a:buFont typeface="Arial" panose="020B0604020202020204" pitchFamily="34" charset="0"/>
                  <a:buChar char="•"/>
                </a:pPr>
                <a:r>
                  <a:rPr lang="en-US" sz="1800" dirty="0">
                    <a:solidFill>
                      <a:schemeClr val="tx1"/>
                    </a:solidFill>
                  </a:rPr>
                  <a:t>2D pose estimation is highly sensitive to occlusions and restricted to single-subject analysis</a:t>
                </a:r>
                <a:endParaRPr lang="en-SE" sz="1800" dirty="0">
                  <a:solidFill>
                    <a:schemeClr val="tx1"/>
                  </a:solidFill>
                </a:endParaRPr>
              </a:p>
              <a:p>
                <a:pPr marL="285750" indent="-285750">
                  <a:buFont typeface="Arial" panose="020B0604020202020204" pitchFamily="34" charset="0"/>
                  <a:buChar char="•"/>
                </a:pPr>
                <a:r>
                  <a:rPr lang="en-US" sz="1800" dirty="0">
                    <a:solidFill>
                      <a:schemeClr val="tx1"/>
                    </a:solidFill>
                  </a:rPr>
                  <a:t>Manual synchronization does not account for temporal drift</a:t>
                </a:r>
                <a:r>
                  <a:rPr lang="en-SE" sz="1800" dirty="0">
                    <a:solidFill>
                      <a:schemeClr val="tx1"/>
                    </a:solidFill>
                  </a:rPr>
                  <a:t>.</a:t>
                </a:r>
              </a:p>
              <a:p>
                <a:pPr marL="285750" indent="-285750">
                  <a:buFont typeface="Arial" panose="020B0604020202020204" pitchFamily="34" charset="0"/>
                  <a:buChar char="•"/>
                </a:pPr>
                <a:r>
                  <a:rPr lang="en-US" sz="1800" dirty="0">
                    <a:solidFill>
                      <a:schemeClr val="tx1"/>
                    </a:solidFill>
                  </a:rPr>
                  <a:t>System is an exploratory research prototype and not intended for clinical use</a:t>
                </a:r>
                <a:r>
                  <a:rPr lang="en-SE" sz="1800" dirty="0">
                    <a:solidFill>
                      <a:schemeClr val="tx1"/>
                    </a:solidFill>
                  </a:rPr>
                  <a:t>.</a:t>
                </a:r>
                <a:endParaRPr lang="en-US" sz="1800" dirty="0">
                  <a:solidFill>
                    <a:schemeClr val="tx1"/>
                  </a:solidFill>
                </a:endParaRPr>
              </a:p>
              <a:p>
                <a:r>
                  <a:rPr lang="en-US" b="1" dirty="0">
                    <a:solidFill>
                      <a:schemeClr val="tx1"/>
                    </a:solidFill>
                  </a:rPr>
                  <a:t>Future Work:</a:t>
                </a:r>
              </a:p>
              <a:p>
                <a:pPr marL="285750" indent="-285750" algn="just">
                  <a:buFont typeface="Arial" panose="020B0604020202020204" pitchFamily="34" charset="0"/>
                  <a:buChar char="•"/>
                </a:pPr>
                <a:r>
                  <a:rPr lang="en-US" sz="1800" b="1" dirty="0">
                    <a:solidFill>
                      <a:schemeClr val="tx1"/>
                    </a:solidFill>
                  </a:rPr>
                  <a:t>​</a:t>
                </a:r>
                <a:r>
                  <a:rPr lang="en-US" sz="1800" dirty="0">
                    <a:solidFill>
                      <a:schemeClr val="tx1"/>
                    </a:solidFill>
                  </a:rPr>
                  <a:t>Integration of multi-sensor fusion using Kalman filtering</a:t>
                </a:r>
                <a:r>
                  <a:rPr lang="en-SE" sz="1800" dirty="0">
                    <a:solidFill>
                      <a:schemeClr val="tx1"/>
                    </a:solidFill>
                  </a:rPr>
                  <a:t>.</a:t>
                </a:r>
              </a:p>
              <a:p>
                <a:pPr marL="285750" indent="-285750" algn="just">
                  <a:buFont typeface="Arial" panose="020B0604020202020204" pitchFamily="34" charset="0"/>
                  <a:buChar char="•"/>
                </a:pPr>
                <a:r>
                  <a:rPr lang="en-US" sz="1800" dirty="0">
                    <a:solidFill>
                      <a:schemeClr val="tx1"/>
                    </a:solidFill>
                  </a:rPr>
                  <a:t>Automated synchronization via clap-based event detection</a:t>
                </a:r>
                <a:r>
                  <a:rPr lang="en-SE" sz="1800" dirty="0">
                    <a:solidFill>
                      <a:schemeClr val="tx1"/>
                    </a:solidFill>
                  </a:rPr>
                  <a:t>.</a:t>
                </a:r>
              </a:p>
              <a:p>
                <a:pPr marL="285750" indent="-285750" algn="just">
                  <a:buFont typeface="Arial" panose="020B0604020202020204" pitchFamily="34" charset="0"/>
                  <a:buChar char="•"/>
                </a:pPr>
                <a:r>
                  <a:rPr lang="en-US" sz="1800" dirty="0">
                    <a:solidFill>
                      <a:schemeClr val="tx1"/>
                    </a:solidFill>
                  </a:rPr>
                  <a:t>Quantitative validation against established ground-truth benchmarks</a:t>
                </a:r>
                <a:r>
                  <a:rPr lang="en-SE" sz="1800" dirty="0">
                    <a:solidFill>
                      <a:schemeClr val="tx1"/>
                    </a:solidFill>
                  </a:rPr>
                  <a:t>.</a:t>
                </a:r>
                <a:endParaRPr lang="en-US" sz="1800" dirty="0">
                  <a:solidFill>
                    <a:schemeClr val="tx1"/>
                  </a:solidFill>
                </a:endParaRPr>
              </a:p>
            </p:txBody>
          </p:sp>
        </mc:Choice>
        <mc:Fallback>
          <p:sp>
            <p:nvSpPr>
              <p:cNvPr id="6" name="Text Placeholder 5">
                <a:extLst>
                  <a:ext uri="{FF2B5EF4-FFF2-40B4-BE49-F238E27FC236}">
                    <a16:creationId xmlns:a16="http://schemas.microsoft.com/office/drawing/2014/main" id="{5FEEB231-8DA7-A7D6-DB54-9827736A1C5D}"/>
                  </a:ext>
                </a:extLst>
              </p:cNvPr>
              <p:cNvSpPr>
                <a:spLocks noGrp="1" noRot="1" noChangeAspect="1" noMove="1" noResize="1" noEditPoints="1" noAdjustHandles="1" noChangeArrowheads="1" noChangeShapeType="1" noTextEdit="1"/>
              </p:cNvSpPr>
              <p:nvPr>
                <p:ph type="body" sz="quarter" idx="26"/>
              </p:nvPr>
            </p:nvSpPr>
            <p:spPr>
              <a:xfrm>
                <a:off x="10846594" y="7921773"/>
                <a:ext cx="10093752" cy="19035518"/>
              </a:xfrm>
              <a:blipFill>
                <a:blip r:embed="rId3"/>
                <a:stretch>
                  <a:fillRect/>
                </a:stretch>
              </a:blipFill>
            </p:spPr>
            <p:txBody>
              <a:bodyPr/>
              <a:lstStyle/>
              <a:p>
                <a:r>
                  <a:rPr lang="sv-SE">
                    <a:noFill/>
                  </a:rPr>
                  <a:t> </a:t>
                </a:r>
              </a:p>
            </p:txBody>
          </p:sp>
        </mc:Fallback>
      </mc:AlternateContent>
      <p:sp>
        <p:nvSpPr>
          <p:cNvPr id="7" name="Text Placeholder 6">
            <a:extLst>
              <a:ext uri="{FF2B5EF4-FFF2-40B4-BE49-F238E27FC236}">
                <a16:creationId xmlns:a16="http://schemas.microsoft.com/office/drawing/2014/main" id="{04F183BD-6114-ACD2-4B3A-E85EEDA9E324}"/>
              </a:ext>
            </a:extLst>
          </p:cNvPr>
          <p:cNvSpPr>
            <a:spLocks noGrp="1"/>
          </p:cNvSpPr>
          <p:nvPr>
            <p:ph type="body" sz="quarter" idx="27"/>
          </p:nvPr>
        </p:nvSpPr>
        <p:spPr>
          <a:xfrm>
            <a:off x="10846594" y="26711874"/>
            <a:ext cx="10090978" cy="515649"/>
          </a:xfrm>
        </p:spPr>
        <p:txBody>
          <a:bodyPr/>
          <a:lstStyle/>
          <a:p>
            <a:r>
              <a:rPr lang="en-SE" dirty="0"/>
              <a:t>CONCLUSION</a:t>
            </a:r>
            <a:endParaRPr lang="en-US" dirty="0"/>
          </a:p>
        </p:txBody>
      </p:sp>
      <p:sp>
        <p:nvSpPr>
          <p:cNvPr id="8" name="Text Placeholder 7">
            <a:extLst>
              <a:ext uri="{FF2B5EF4-FFF2-40B4-BE49-F238E27FC236}">
                <a16:creationId xmlns:a16="http://schemas.microsoft.com/office/drawing/2014/main" id="{801F0088-AEDD-B0D0-AD99-98B2EF12C85D}"/>
              </a:ext>
            </a:extLst>
          </p:cNvPr>
          <p:cNvSpPr>
            <a:spLocks noGrp="1"/>
          </p:cNvSpPr>
          <p:nvPr>
            <p:ph type="body" sz="quarter" idx="28"/>
          </p:nvPr>
        </p:nvSpPr>
        <p:spPr>
          <a:xfrm>
            <a:off x="10846594" y="27272966"/>
            <a:ext cx="10090978" cy="1427621"/>
          </a:xfrm>
        </p:spPr>
        <p:txBody>
          <a:bodyPr/>
          <a:lstStyle/>
          <a:p>
            <a:pPr algn="just"/>
            <a:r>
              <a:rPr lang="en-US" dirty="0">
                <a:solidFill>
                  <a:schemeClr val="tx1"/>
                </a:solidFill>
              </a:rPr>
              <a:t>A low-cost, browser-based IMU </a:t>
            </a:r>
            <a:r>
              <a:rPr lang="en-SE" dirty="0">
                <a:solidFill>
                  <a:schemeClr val="tx1"/>
                </a:solidFill>
              </a:rPr>
              <a:t>and</a:t>
            </a:r>
            <a:r>
              <a:rPr lang="en-US" dirty="0">
                <a:solidFill>
                  <a:schemeClr val="tx1"/>
                </a:solidFill>
              </a:rPr>
              <a:t> video motion tracking system was implemented and shown to be feasible. The prototype supports synchronized inspection and reproducible exports, demonstrating practical potential for low-complexity motion analysis workflows.</a:t>
            </a:r>
            <a:endParaRPr lang="en-US" dirty="0"/>
          </a:p>
        </p:txBody>
      </p:sp>
      <p:sp>
        <p:nvSpPr>
          <p:cNvPr id="12" name="Text Placeholder 11">
            <a:extLst>
              <a:ext uri="{FF2B5EF4-FFF2-40B4-BE49-F238E27FC236}">
                <a16:creationId xmlns:a16="http://schemas.microsoft.com/office/drawing/2014/main" id="{34031AA8-57BF-0889-3227-1D79A35129DC}"/>
              </a:ext>
            </a:extLst>
          </p:cNvPr>
          <p:cNvSpPr>
            <a:spLocks noGrp="1"/>
          </p:cNvSpPr>
          <p:nvPr>
            <p:ph type="body" sz="quarter" idx="150"/>
          </p:nvPr>
        </p:nvSpPr>
        <p:spPr/>
        <p:txBody>
          <a:bodyPr/>
          <a:lstStyle/>
          <a:p>
            <a:r>
              <a:rPr lang="en-US" sz="3200" baseline="30000" dirty="0"/>
              <a:t>1 2 3 4 5 </a:t>
            </a:r>
            <a:r>
              <a:rPr lang="sv-SE" dirty="0"/>
              <a:t>MSc Medical Engineering, KTH </a:t>
            </a:r>
          </a:p>
          <a:p>
            <a:endParaRPr lang="en-US" dirty="0"/>
          </a:p>
        </p:txBody>
      </p:sp>
      <p:sp>
        <p:nvSpPr>
          <p:cNvPr id="13" name="Text Placeholder 12">
            <a:extLst>
              <a:ext uri="{FF2B5EF4-FFF2-40B4-BE49-F238E27FC236}">
                <a16:creationId xmlns:a16="http://schemas.microsoft.com/office/drawing/2014/main" id="{E951C74F-87C7-56D6-0AC4-76E3853C6314}"/>
              </a:ext>
            </a:extLst>
          </p:cNvPr>
          <p:cNvSpPr>
            <a:spLocks noGrp="1"/>
          </p:cNvSpPr>
          <p:nvPr>
            <p:ph type="body" sz="quarter" idx="151"/>
          </p:nvPr>
        </p:nvSpPr>
        <p:spPr>
          <a:xfrm>
            <a:off x="1584600" y="1973243"/>
            <a:ext cx="18675791" cy="566030"/>
          </a:xfrm>
        </p:spPr>
        <p:txBody>
          <a:bodyPr>
            <a:normAutofit fontScale="62500" lnSpcReduction="20000"/>
          </a:bodyPr>
          <a:lstStyle/>
          <a:p>
            <a:r>
              <a:rPr lang="sv-SE" dirty="0"/>
              <a:t>Jack Hutton</a:t>
            </a:r>
            <a:r>
              <a:rPr lang="sv-SE" baseline="30000" dirty="0"/>
              <a:t>1</a:t>
            </a:r>
            <a:r>
              <a:rPr lang="sv-SE" dirty="0"/>
              <a:t>	Alexander Jonsson</a:t>
            </a:r>
            <a:r>
              <a:rPr lang="sv-SE" baseline="30000" dirty="0"/>
              <a:t>2</a:t>
            </a:r>
            <a:r>
              <a:rPr lang="en-SE" baseline="30000" dirty="0"/>
              <a:t>		</a:t>
            </a:r>
            <a:r>
              <a:rPr lang="es-ES" dirty="0"/>
              <a:t>Lisa Kanehl</a:t>
            </a:r>
            <a:r>
              <a:rPr lang="es-ES" baseline="30000" dirty="0"/>
              <a:t>3</a:t>
            </a:r>
            <a:r>
              <a:rPr lang="es-ES" dirty="0"/>
              <a:t>	Sahand Khodabandehloo</a:t>
            </a:r>
            <a:r>
              <a:rPr lang="es-ES" baseline="30000" dirty="0"/>
              <a:t>4</a:t>
            </a:r>
            <a:r>
              <a:rPr lang="en-SE" baseline="30000" dirty="0"/>
              <a:t>	</a:t>
            </a:r>
            <a:r>
              <a:rPr lang="en-US" dirty="0"/>
              <a:t>Lucía Pérez Sáez</a:t>
            </a:r>
            <a:r>
              <a:rPr lang="en-US" baseline="30000" dirty="0"/>
              <a:t>5</a:t>
            </a:r>
          </a:p>
        </p:txBody>
      </p:sp>
      <p:sp>
        <p:nvSpPr>
          <p:cNvPr id="14" name="Text Placeholder 13">
            <a:extLst>
              <a:ext uri="{FF2B5EF4-FFF2-40B4-BE49-F238E27FC236}">
                <a16:creationId xmlns:a16="http://schemas.microsoft.com/office/drawing/2014/main" id="{AE9D2EAF-5573-72AA-8114-5549B1B7FB3E}"/>
              </a:ext>
            </a:extLst>
          </p:cNvPr>
          <p:cNvSpPr>
            <a:spLocks noGrp="1"/>
          </p:cNvSpPr>
          <p:nvPr>
            <p:ph type="body" sz="quarter" idx="153"/>
          </p:nvPr>
        </p:nvSpPr>
        <p:spPr>
          <a:xfrm>
            <a:off x="0" y="614084"/>
            <a:ext cx="21388388" cy="1117674"/>
          </a:xfrm>
        </p:spPr>
        <p:txBody>
          <a:bodyPr>
            <a:normAutofit fontScale="85000" lnSpcReduction="20000"/>
          </a:bodyPr>
          <a:lstStyle/>
          <a:p>
            <a:r>
              <a:rPr lang="en-US" dirty="0"/>
              <a:t>A Low-Cost and Low-Complexity Motion Sensor System Using IMU and Video-Based Tracking</a:t>
            </a:r>
          </a:p>
          <a:p>
            <a:endParaRPr lang="en-US" dirty="0"/>
          </a:p>
        </p:txBody>
      </p:sp>
      <p:pic>
        <p:nvPicPr>
          <p:cNvPr id="15" name="Imagen 14">
            <a:extLst>
              <a:ext uri="{FF2B5EF4-FFF2-40B4-BE49-F238E27FC236}">
                <a16:creationId xmlns:a16="http://schemas.microsoft.com/office/drawing/2014/main" id="{37E648CA-1358-BDCA-AFA8-43C964218B7A}"/>
              </a:ext>
            </a:extLst>
          </p:cNvPr>
          <p:cNvPicPr>
            <a:picLocks noChangeAspect="1"/>
          </p:cNvPicPr>
          <p:nvPr/>
        </p:nvPicPr>
        <p:blipFill>
          <a:blip r:embed="rId4">
            <a:extLst>
              <a:ext uri="{28A0092B-C50C-407E-A947-70E740481C1C}">
                <a14:useLocalDpi xmlns:a14="http://schemas.microsoft.com/office/drawing/2010/main" val="0"/>
              </a:ext>
            </a:extLst>
          </a:blip>
          <a:srcRect t="24810" b="26079"/>
          <a:stretch>
            <a:fillRect/>
          </a:stretch>
        </p:blipFill>
        <p:spPr>
          <a:xfrm>
            <a:off x="1199817" y="7378378"/>
            <a:ext cx="8404515" cy="2751701"/>
          </a:xfrm>
          <a:prstGeom prst="rect">
            <a:avLst/>
          </a:prstGeom>
        </p:spPr>
      </p:pic>
      <p:pic>
        <p:nvPicPr>
          <p:cNvPr id="16" name="Imagen 15">
            <a:extLst>
              <a:ext uri="{FF2B5EF4-FFF2-40B4-BE49-F238E27FC236}">
                <a16:creationId xmlns:a16="http://schemas.microsoft.com/office/drawing/2014/main" id="{0E132CB5-C824-E86C-0589-1CF6E3570839}"/>
              </a:ext>
            </a:extLst>
          </p:cNvPr>
          <p:cNvPicPr>
            <a:picLocks noChangeAspect="1"/>
          </p:cNvPicPr>
          <p:nvPr/>
        </p:nvPicPr>
        <p:blipFill>
          <a:blip r:embed="rId5">
            <a:extLst>
              <a:ext uri="{28A0092B-C50C-407E-A947-70E740481C1C}">
                <a14:useLocalDpi xmlns:a14="http://schemas.microsoft.com/office/drawing/2010/main" val="0"/>
              </a:ext>
            </a:extLst>
          </a:blip>
          <a:srcRect l="2536" t="16470" r="2940" b="24442"/>
          <a:stretch>
            <a:fillRect/>
          </a:stretch>
        </p:blipFill>
        <p:spPr>
          <a:xfrm>
            <a:off x="440616" y="11723112"/>
            <a:ext cx="10091752" cy="4205617"/>
          </a:xfrm>
          <a:prstGeom prst="rect">
            <a:avLst/>
          </a:prstGeom>
        </p:spPr>
      </p:pic>
      <p:sp>
        <p:nvSpPr>
          <p:cNvPr id="17" name="CuadroTexto 16">
            <a:extLst>
              <a:ext uri="{FF2B5EF4-FFF2-40B4-BE49-F238E27FC236}">
                <a16:creationId xmlns:a16="http://schemas.microsoft.com/office/drawing/2014/main" id="{6A045C44-DED5-0B47-964C-7954511F909E}"/>
              </a:ext>
            </a:extLst>
          </p:cNvPr>
          <p:cNvSpPr txBox="1"/>
          <p:nvPr/>
        </p:nvSpPr>
        <p:spPr>
          <a:xfrm>
            <a:off x="841652" y="20531215"/>
            <a:ext cx="9605912" cy="1477328"/>
          </a:xfrm>
          <a:prstGeom prst="rect">
            <a:avLst/>
          </a:prstGeom>
          <a:noFill/>
        </p:spPr>
        <p:txBody>
          <a:bodyPr wrap="square" rtlCol="0">
            <a:spAutoFit/>
          </a:bodyPr>
          <a:lstStyle/>
          <a:p>
            <a:pPr algn="just"/>
            <a:r>
              <a:rPr lang="en-US" sz="1800" b="1" dirty="0">
                <a:latin typeface="Century Gothic" panose="020B0502020202020204" pitchFamily="34" charset="0"/>
                <a:cs typeface="Times New Roman" panose="02020603050405020304" pitchFamily="18" charset="0"/>
              </a:rPr>
              <a:t>Single-person 2D pose estimation </a:t>
            </a:r>
            <a:r>
              <a:rPr lang="en-US" sz="1800" dirty="0">
                <a:latin typeface="Century Gothic" panose="020B0502020202020204" pitchFamily="34" charset="0"/>
                <a:cs typeface="Times New Roman" panose="02020603050405020304" pitchFamily="18" charset="0"/>
              </a:rPr>
              <a:t>is performed using </a:t>
            </a:r>
            <a:r>
              <a:rPr lang="en-US" sz="1800" b="1" dirty="0" err="1">
                <a:latin typeface="Century Gothic" panose="020B0502020202020204" pitchFamily="34" charset="0"/>
                <a:cs typeface="Times New Roman" panose="02020603050405020304" pitchFamily="18" charset="0"/>
              </a:rPr>
              <a:t>MoveNet</a:t>
            </a:r>
            <a:r>
              <a:rPr lang="en-US" sz="1800" b="1" dirty="0">
                <a:latin typeface="Century Gothic" panose="020B0502020202020204" pitchFamily="34" charset="0"/>
                <a:cs typeface="Times New Roman" panose="02020603050405020304" pitchFamily="18" charset="0"/>
              </a:rPr>
              <a:t> Thunder </a:t>
            </a:r>
            <a:r>
              <a:rPr lang="en-US" sz="1800" dirty="0">
                <a:latin typeface="Century Gothic" panose="020B0502020202020204" pitchFamily="34" charset="0"/>
                <a:cs typeface="Times New Roman" panose="02020603050405020304" pitchFamily="18" charset="0"/>
              </a:rPr>
              <a:t>executed in </a:t>
            </a:r>
            <a:r>
              <a:rPr lang="en-US" sz="1800" b="1" dirty="0">
                <a:latin typeface="Century Gothic" panose="020B0502020202020204" pitchFamily="34" charset="0"/>
                <a:cs typeface="Times New Roman" panose="02020603050405020304" pitchFamily="18" charset="0"/>
              </a:rPr>
              <a:t>TensorFlow.js </a:t>
            </a:r>
            <a:r>
              <a:rPr lang="en-US" sz="1800" dirty="0">
                <a:latin typeface="Century Gothic" panose="020B0502020202020204" pitchFamily="34" charset="0"/>
                <a:cs typeface="Times New Roman" panose="02020603050405020304" pitchFamily="18" charset="0"/>
              </a:rPr>
              <a:t>for uploaded videos. To maintain stable performance on consumer hardware, the pipeline applies </a:t>
            </a:r>
            <a:r>
              <a:rPr lang="en-US" sz="1800" b="1" dirty="0">
                <a:latin typeface="Century Gothic" panose="020B0502020202020204" pitchFamily="34" charset="0"/>
                <a:cs typeface="Times New Roman" panose="02020603050405020304" pitchFamily="18" charset="0"/>
              </a:rPr>
              <a:t>frame skipping </a:t>
            </a:r>
            <a:r>
              <a:rPr lang="en-US" sz="1800" dirty="0">
                <a:latin typeface="Century Gothic" panose="020B0502020202020204" pitchFamily="34" charset="0"/>
                <a:cs typeface="Times New Roman" panose="02020603050405020304" pitchFamily="18" charset="0"/>
              </a:rPr>
              <a:t>(N = 2), </a:t>
            </a:r>
            <a:r>
              <a:rPr lang="en-US" sz="1800" b="1" dirty="0">
                <a:latin typeface="Century Gothic" panose="020B0502020202020204" pitchFamily="34" charset="0"/>
                <a:cs typeface="Times New Roman" panose="02020603050405020304" pitchFamily="18" charset="0"/>
              </a:rPr>
              <a:t>reduced playback speed </a:t>
            </a:r>
            <a:r>
              <a:rPr lang="en-US" sz="1800" dirty="0">
                <a:latin typeface="Century Gothic" panose="020B0502020202020204" pitchFamily="34" charset="0"/>
                <a:cs typeface="Times New Roman" panose="02020603050405020304" pitchFamily="18" charset="0"/>
              </a:rPr>
              <a:t>(v = 0.75×), and </a:t>
            </a:r>
            <a:r>
              <a:rPr lang="en-US" sz="1800" b="1" dirty="0" err="1">
                <a:latin typeface="Century Gothic" panose="020B0502020202020204" pitchFamily="34" charset="0"/>
                <a:cs typeface="Times New Roman" panose="02020603050405020304" pitchFamily="18" charset="0"/>
              </a:rPr>
              <a:t>keypoint</a:t>
            </a:r>
            <a:r>
              <a:rPr lang="en-US" sz="1800" b="1" dirty="0">
                <a:latin typeface="Century Gothic" panose="020B0502020202020204" pitchFamily="34" charset="0"/>
                <a:cs typeface="Times New Roman" panose="02020603050405020304" pitchFamily="18" charset="0"/>
              </a:rPr>
              <a:t> filtering </a:t>
            </a:r>
            <a:r>
              <a:rPr lang="en-US" sz="1800" dirty="0">
                <a:latin typeface="Century Gothic" panose="020B0502020202020204" pitchFamily="34" charset="0"/>
                <a:cs typeface="Times New Roman" panose="02020603050405020304" pitchFamily="18" charset="0"/>
              </a:rPr>
              <a:t>(confidence c ≥ 0.2). These measures support responsive synchronized inspection during playback and scrubbing.</a:t>
            </a:r>
          </a:p>
        </p:txBody>
      </p:sp>
      <mc:AlternateContent xmlns:mc="http://schemas.openxmlformats.org/markup-compatibility/2006">
        <mc:Choice xmlns:a14="http://schemas.microsoft.com/office/drawing/2010/main" Requires="a14">
          <p:sp>
            <p:nvSpPr>
              <p:cNvPr id="18" name="CuadroTexto 17">
                <a:extLst>
                  <a:ext uri="{FF2B5EF4-FFF2-40B4-BE49-F238E27FC236}">
                    <a16:creationId xmlns:a16="http://schemas.microsoft.com/office/drawing/2014/main" id="{539A2332-8C10-624B-A213-03C9E98D6CF8}"/>
                  </a:ext>
                </a:extLst>
              </p:cNvPr>
              <p:cNvSpPr txBox="1"/>
              <p:nvPr/>
            </p:nvSpPr>
            <p:spPr>
              <a:xfrm>
                <a:off x="833433" y="22650123"/>
                <a:ext cx="9583257" cy="1497141"/>
              </a:xfrm>
              <a:prstGeom prst="rect">
                <a:avLst/>
              </a:prstGeom>
              <a:noFill/>
            </p:spPr>
            <p:txBody>
              <a:bodyPr wrap="square" rtlCol="0">
                <a:spAutoFit/>
              </a:bodyPr>
              <a:lstStyle/>
              <a:p>
                <a:pPr algn="just"/>
                <a:r>
                  <a:rPr lang="en-US" sz="1800" b="1" dirty="0">
                    <a:latin typeface="Century Gothic" panose="020B0502020202020204" pitchFamily="34" charset="0"/>
                    <a:cs typeface="Times New Roman" panose="02020603050405020304" pitchFamily="18" charset="0"/>
                  </a:rPr>
                  <a:t>Temporal alignment </a:t>
                </a:r>
                <a:r>
                  <a:rPr lang="en-US" sz="1800" dirty="0">
                    <a:latin typeface="Century Gothic" panose="020B0502020202020204" pitchFamily="34" charset="0"/>
                    <a:cs typeface="Times New Roman" panose="02020603050405020304" pitchFamily="18" charset="0"/>
                  </a:rPr>
                  <a:t>between IMU signals and video is achieved by marking </a:t>
                </a:r>
                <a:r>
                  <a:rPr lang="en-US" sz="1800" b="1" dirty="0">
                    <a:latin typeface="Century Gothic" panose="020B0502020202020204" pitchFamily="34" charset="0"/>
                    <a:cs typeface="Times New Roman" panose="02020603050405020304" pitchFamily="18" charset="0"/>
                  </a:rPr>
                  <a:t>matching reference events </a:t>
                </a:r>
                <a:r>
                  <a:rPr lang="en-US" sz="1800" dirty="0">
                    <a:latin typeface="Century Gothic" panose="020B0502020202020204" pitchFamily="34" charset="0"/>
                    <a:cs typeface="Times New Roman" panose="02020603050405020304" pitchFamily="18" charset="0"/>
                  </a:rPr>
                  <a:t>across both modalities (e.g., claps or jumps). A constant offset is computed as</a:t>
                </a:r>
                <a14:m>
                  <m:oMath xmlns:m="http://schemas.openxmlformats.org/officeDocument/2006/math">
                    <m:r>
                      <a:rPr lang="en-SE" sz="1800" b="0" i="0" smtClean="0">
                        <a:latin typeface="Cambria Math" panose="02040503050406030204" pitchFamily="18" charset="0"/>
                      </a:rPr>
                      <m:t> </m:t>
                    </m:r>
                    <m:r>
                      <m:rPr>
                        <m:sty m:val="p"/>
                      </m:rPr>
                      <a:rPr lang="en-US" sz="1800" i="1" smtClean="0">
                        <a:latin typeface="Cambria Math" panose="02040503050406030204" pitchFamily="18" charset="0"/>
                      </a:rPr>
                      <m:t>Δ</m:t>
                    </m:r>
                    <m:r>
                      <a:rPr lang="en-SE" sz="1800" b="0" i="1" smtClean="0">
                        <a:latin typeface="Cambria Math" panose="02040503050406030204" pitchFamily="18" charset="0"/>
                      </a:rPr>
                      <m:t>𝑡</m:t>
                    </m:r>
                    <m:r>
                      <a:rPr lang="en-US" sz="1800" i="1" smtClean="0">
                        <a:latin typeface="Cambria Math" panose="02040503050406030204" pitchFamily="18" charset="0"/>
                        <a:cs typeface="Times New Roman" panose="02020603050405020304" pitchFamily="18" charset="0"/>
                      </a:rPr>
                      <m:t>=</m:t>
                    </m:r>
                    <m:sSub>
                      <m:sSubPr>
                        <m:ctrlPr>
                          <a:rPr lang="en-SE" sz="1800" i="1">
                            <a:latin typeface="Cambria Math" panose="02040503050406030204" pitchFamily="18" charset="0"/>
                            <a:cs typeface="Times New Roman" panose="02020603050405020304" pitchFamily="18" charset="0"/>
                          </a:rPr>
                        </m:ctrlPr>
                      </m:sSubPr>
                      <m:e>
                        <m:r>
                          <a:rPr lang="en-SE" sz="1800" i="1">
                            <a:latin typeface="Cambria Math" panose="02040503050406030204" pitchFamily="18" charset="0"/>
                            <a:cs typeface="Times New Roman" panose="02020603050405020304" pitchFamily="18" charset="0"/>
                          </a:rPr>
                          <m:t>𝑡</m:t>
                        </m:r>
                      </m:e>
                      <m:sub>
                        <m:r>
                          <m:rPr>
                            <m:nor/>
                          </m:rPr>
                          <a:rPr lang="en-SE" sz="1800" b="0" i="0" smtClean="0">
                            <a:latin typeface="Cambria Math" panose="02040503050406030204" pitchFamily="18" charset="0"/>
                            <a:cs typeface="Times New Roman" panose="02020603050405020304" pitchFamily="18" charset="0"/>
                          </a:rPr>
                          <m:t>video</m:t>
                        </m:r>
                      </m:sub>
                    </m:sSub>
                    <m:r>
                      <a:rPr lang="en-SE" sz="1800" b="0" i="1" smtClean="0">
                        <a:latin typeface="Cambria Math" panose="02040503050406030204" pitchFamily="18" charset="0"/>
                        <a:cs typeface="Times New Roman" panose="02020603050405020304" pitchFamily="18" charset="0"/>
                      </a:rPr>
                      <m:t>−</m:t>
                    </m:r>
                    <m:sSub>
                      <m:sSubPr>
                        <m:ctrlPr>
                          <a:rPr lang="en-SE" sz="1800" b="0" i="1" smtClean="0">
                            <a:latin typeface="Cambria Math" panose="02040503050406030204" pitchFamily="18" charset="0"/>
                            <a:cs typeface="Times New Roman" panose="02020603050405020304" pitchFamily="18" charset="0"/>
                          </a:rPr>
                        </m:ctrlPr>
                      </m:sSubPr>
                      <m:e>
                        <m:r>
                          <a:rPr lang="en-SE" sz="1800" b="0" i="1" smtClean="0">
                            <a:latin typeface="Cambria Math" panose="02040503050406030204" pitchFamily="18" charset="0"/>
                            <a:cs typeface="Times New Roman" panose="02020603050405020304" pitchFamily="18" charset="0"/>
                          </a:rPr>
                          <m:t>𝑡</m:t>
                        </m:r>
                      </m:e>
                      <m:sub>
                        <m:r>
                          <m:rPr>
                            <m:nor/>
                          </m:rPr>
                          <a:rPr lang="en-SE" sz="1800" b="0" i="0" smtClean="0">
                            <a:latin typeface="Cambria Math" panose="02040503050406030204" pitchFamily="18" charset="0"/>
                            <a:cs typeface="Times New Roman" panose="02020603050405020304" pitchFamily="18" charset="0"/>
                          </a:rPr>
                          <m:t>IMU</m:t>
                        </m:r>
                      </m:sub>
                    </m:sSub>
                  </m:oMath>
                </a14:m>
                <a:r>
                  <a:rPr lang="en-SE" sz="1800" dirty="0">
                    <a:latin typeface="Century Gothic" panose="020B0502020202020204" pitchFamily="34" charset="0"/>
                    <a:cs typeface="Times New Roman" panose="02020603050405020304" pitchFamily="18" charset="0"/>
                  </a:rPr>
                  <a:t>. </a:t>
                </a:r>
                <a:r>
                  <a:rPr lang="en-US" sz="1800" dirty="0">
                    <a:latin typeface="Century Gothic" panose="020B0502020202020204" pitchFamily="34" charset="0"/>
                    <a:cs typeface="Times New Roman" panose="02020603050405020304" pitchFamily="18" charset="0"/>
                  </a:rPr>
                  <a:t>The offset is applied to </a:t>
                </a:r>
                <a:r>
                  <a:rPr lang="en-US" sz="1800" b="1" dirty="0">
                    <a:latin typeface="Century Gothic" panose="020B0502020202020204" pitchFamily="34" charset="0"/>
                    <a:cs typeface="Times New Roman" panose="02020603050405020304" pitchFamily="18" charset="0"/>
                  </a:rPr>
                  <a:t>synchronize timelines </a:t>
                </a:r>
                <a:r>
                  <a:rPr lang="en-US" sz="1800" dirty="0">
                    <a:latin typeface="Century Gothic" panose="020B0502020202020204" pitchFamily="34" charset="0"/>
                    <a:cs typeface="Times New Roman" panose="02020603050405020304" pitchFamily="18" charset="0"/>
                  </a:rPr>
                  <a:t>during video playback and interactive scrubbing, enabling </a:t>
                </a:r>
                <a:r>
                  <a:rPr lang="en-US" sz="1800" b="1" dirty="0">
                    <a:latin typeface="Century Gothic" panose="020B0502020202020204" pitchFamily="34" charset="0"/>
                    <a:cs typeface="Times New Roman" panose="02020603050405020304" pitchFamily="18" charset="0"/>
                  </a:rPr>
                  <a:t>coherent comparison </a:t>
                </a:r>
                <a:r>
                  <a:rPr lang="en-US" sz="1800" dirty="0">
                    <a:latin typeface="Century Gothic" panose="020B0502020202020204" pitchFamily="34" charset="0"/>
                    <a:cs typeface="Times New Roman" panose="02020603050405020304" pitchFamily="18" charset="0"/>
                  </a:rPr>
                  <a:t>between the video skeleton overlay and IMU plots.</a:t>
                </a:r>
              </a:p>
            </p:txBody>
          </p:sp>
        </mc:Choice>
        <mc:Fallback>
          <p:sp>
            <p:nvSpPr>
              <p:cNvPr id="18" name="CuadroTexto 17">
                <a:extLst>
                  <a:ext uri="{FF2B5EF4-FFF2-40B4-BE49-F238E27FC236}">
                    <a16:creationId xmlns:a16="http://schemas.microsoft.com/office/drawing/2014/main" id="{539A2332-8C10-624B-A213-03C9E98D6CF8}"/>
                  </a:ext>
                </a:extLst>
              </p:cNvPr>
              <p:cNvSpPr txBox="1">
                <a:spLocks noRot="1" noChangeAspect="1" noMove="1" noResize="1" noEditPoints="1" noAdjustHandles="1" noChangeArrowheads="1" noChangeShapeType="1" noTextEdit="1"/>
              </p:cNvSpPr>
              <p:nvPr/>
            </p:nvSpPr>
            <p:spPr>
              <a:xfrm>
                <a:off x="833433" y="22650123"/>
                <a:ext cx="9583257" cy="1497141"/>
              </a:xfrm>
              <a:prstGeom prst="rect">
                <a:avLst/>
              </a:prstGeom>
              <a:blipFill>
                <a:blip r:embed="rId6"/>
                <a:stretch>
                  <a:fillRect l="-573" t="-2449" r="-509" b="-5714"/>
                </a:stretch>
              </a:blipFill>
            </p:spPr>
            <p:txBody>
              <a:bodyPr/>
              <a:lstStyle/>
              <a:p>
                <a:r>
                  <a:rPr lang="sv-SE">
                    <a:noFill/>
                  </a:rPr>
                  <a:t> </a:t>
                </a:r>
              </a:p>
            </p:txBody>
          </p:sp>
        </mc:Fallback>
      </mc:AlternateContent>
      <p:sp>
        <p:nvSpPr>
          <p:cNvPr id="19" name="CuadroTexto 18">
            <a:extLst>
              <a:ext uri="{FF2B5EF4-FFF2-40B4-BE49-F238E27FC236}">
                <a16:creationId xmlns:a16="http://schemas.microsoft.com/office/drawing/2014/main" id="{333A5FF2-14F0-957A-2916-6EE50285AB77}"/>
              </a:ext>
            </a:extLst>
          </p:cNvPr>
          <p:cNvSpPr txBox="1"/>
          <p:nvPr/>
        </p:nvSpPr>
        <p:spPr>
          <a:xfrm>
            <a:off x="856088" y="18744368"/>
            <a:ext cx="9583257" cy="1200329"/>
          </a:xfrm>
          <a:prstGeom prst="rect">
            <a:avLst/>
          </a:prstGeom>
          <a:noFill/>
        </p:spPr>
        <p:txBody>
          <a:bodyPr wrap="square" rtlCol="0">
            <a:spAutoFit/>
          </a:bodyPr>
          <a:lstStyle/>
          <a:p>
            <a:pPr algn="just"/>
            <a:r>
              <a:rPr lang="es-ES" sz="1800" b="1" dirty="0" err="1">
                <a:latin typeface="Century Gothic" panose="020B0502020202020204" pitchFamily="34" charset="0"/>
                <a:cs typeface="Times New Roman" panose="02020603050405020304" pitchFamily="18" charset="0"/>
              </a:rPr>
              <a:t>Movesense</a:t>
            </a:r>
            <a:r>
              <a:rPr lang="es-ES" sz="1800" b="1" dirty="0">
                <a:latin typeface="Century Gothic" panose="020B0502020202020204" pitchFamily="34" charset="0"/>
                <a:cs typeface="Times New Roman" panose="02020603050405020304" pitchFamily="18" charset="0"/>
              </a:rPr>
              <a:t> HR2 </a:t>
            </a:r>
            <a:r>
              <a:rPr lang="es-ES" sz="1800" dirty="0" err="1">
                <a:latin typeface="Century Gothic" panose="020B0502020202020204" pitchFamily="34" charset="0"/>
                <a:cs typeface="Times New Roman" panose="02020603050405020304" pitchFamily="18" charset="0"/>
              </a:rPr>
              <a:t>is</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used</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to</a:t>
            </a:r>
            <a:r>
              <a:rPr lang="es-ES" sz="1800" dirty="0">
                <a:latin typeface="Century Gothic" panose="020B0502020202020204" pitchFamily="34" charset="0"/>
                <a:cs typeface="Times New Roman" panose="02020603050405020304" pitchFamily="18" charset="0"/>
              </a:rPr>
              <a:t> capture </a:t>
            </a:r>
            <a:r>
              <a:rPr lang="es-ES" sz="1800" b="1" dirty="0" err="1">
                <a:latin typeface="Century Gothic" panose="020B0502020202020204" pitchFamily="34" charset="0"/>
                <a:cs typeface="Times New Roman" panose="02020603050405020304" pitchFamily="18" charset="0"/>
              </a:rPr>
              <a:t>tri-axial</a:t>
            </a:r>
            <a:r>
              <a:rPr lang="es-ES" sz="1800" b="1" dirty="0">
                <a:latin typeface="Century Gothic" panose="020B0502020202020204" pitchFamily="34" charset="0"/>
                <a:cs typeface="Times New Roman" panose="02020603050405020304" pitchFamily="18" charset="0"/>
              </a:rPr>
              <a:t> </a:t>
            </a:r>
            <a:r>
              <a:rPr lang="es-ES" sz="1800" b="1" dirty="0" err="1">
                <a:latin typeface="Century Gothic" panose="020B0502020202020204" pitchFamily="34" charset="0"/>
                <a:cs typeface="Times New Roman" panose="02020603050405020304" pitchFamily="18" charset="0"/>
              </a:rPr>
              <a:t>accelerometer</a:t>
            </a:r>
            <a:r>
              <a:rPr lang="es-ES" sz="1800" b="1" dirty="0">
                <a:latin typeface="Century Gothic" panose="020B0502020202020204" pitchFamily="34" charset="0"/>
                <a:cs typeface="Times New Roman" panose="02020603050405020304" pitchFamily="18" charset="0"/>
              </a:rPr>
              <a:t>, </a:t>
            </a:r>
            <a:r>
              <a:rPr lang="es-ES" sz="1800" b="1" dirty="0" err="1">
                <a:latin typeface="Century Gothic" panose="020B0502020202020204" pitchFamily="34" charset="0"/>
                <a:cs typeface="Times New Roman" panose="02020603050405020304" pitchFamily="18" charset="0"/>
              </a:rPr>
              <a:t>gyroscope</a:t>
            </a:r>
            <a:r>
              <a:rPr lang="es-ES" sz="1800" b="1" dirty="0">
                <a:latin typeface="Century Gothic" panose="020B0502020202020204" pitchFamily="34" charset="0"/>
                <a:cs typeface="Times New Roman" panose="02020603050405020304" pitchFamily="18" charset="0"/>
              </a:rPr>
              <a:t>, and </a:t>
            </a:r>
            <a:r>
              <a:rPr lang="es-ES" sz="1800" b="1" dirty="0" err="1">
                <a:latin typeface="Century Gothic" panose="020B0502020202020204" pitchFamily="34" charset="0"/>
                <a:cs typeface="Times New Roman" panose="02020603050405020304" pitchFamily="18" charset="0"/>
              </a:rPr>
              <a:t>magnetometer</a:t>
            </a:r>
            <a:r>
              <a:rPr lang="es-ES" sz="1800" b="1" dirty="0">
                <a:latin typeface="Century Gothic" panose="020B0502020202020204" pitchFamily="34" charset="0"/>
                <a:cs typeface="Times New Roman" panose="02020603050405020304" pitchFamily="18" charset="0"/>
              </a:rPr>
              <a:t> </a:t>
            </a:r>
            <a:r>
              <a:rPr lang="es-ES" sz="1800" b="1" dirty="0" err="1">
                <a:latin typeface="Century Gothic" panose="020B0502020202020204" pitchFamily="34" charset="0"/>
                <a:cs typeface="Times New Roman" panose="02020603050405020304" pitchFamily="18" charset="0"/>
              </a:rPr>
              <a:t>signals</a:t>
            </a:r>
            <a:r>
              <a:rPr lang="es-ES" sz="1800" dirty="0">
                <a:latin typeface="Century Gothic" panose="020B0502020202020204" pitchFamily="34" charset="0"/>
                <a:cs typeface="Times New Roman" panose="02020603050405020304" pitchFamily="18" charset="0"/>
              </a:rPr>
              <a:t>. Data </a:t>
            </a:r>
            <a:r>
              <a:rPr lang="es-ES" sz="1800" dirty="0" err="1">
                <a:latin typeface="Century Gothic" panose="020B0502020202020204" pitchFamily="34" charset="0"/>
                <a:cs typeface="Times New Roman" panose="02020603050405020304" pitchFamily="18" charset="0"/>
              </a:rPr>
              <a:t>logging</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was</a:t>
            </a:r>
            <a:r>
              <a:rPr lang="es-ES" sz="1800" dirty="0">
                <a:latin typeface="Century Gothic" panose="020B0502020202020204" pitchFamily="34" charset="0"/>
                <a:cs typeface="Times New Roman" panose="02020603050405020304" pitchFamily="18" charset="0"/>
              </a:rPr>
              <a:t> </a:t>
            </a:r>
            <a:r>
              <a:rPr lang="en-SE" sz="1800" dirty="0">
                <a:latin typeface="Century Gothic" panose="020B0502020202020204" pitchFamily="34" charset="0"/>
                <a:cs typeface="Times New Roman" panose="02020603050405020304" pitchFamily="18" charset="0"/>
              </a:rPr>
              <a:t>initially </a:t>
            </a:r>
            <a:r>
              <a:rPr lang="es-ES" sz="1800" dirty="0" err="1">
                <a:latin typeface="Century Gothic" panose="020B0502020202020204" pitchFamily="34" charset="0"/>
                <a:cs typeface="Times New Roman" panose="02020603050405020304" pitchFamily="18" charset="0"/>
              </a:rPr>
              <a:t>implemented</a:t>
            </a:r>
            <a:r>
              <a:rPr lang="es-ES" sz="1800" dirty="0">
                <a:latin typeface="Century Gothic" panose="020B0502020202020204" pitchFamily="34" charset="0"/>
                <a:cs typeface="Times New Roman" panose="02020603050405020304" pitchFamily="18" charset="0"/>
              </a:rPr>
              <a:t> in a Python </a:t>
            </a:r>
            <a:r>
              <a:rPr lang="es-ES" sz="1800" dirty="0" err="1">
                <a:latin typeface="Century Gothic" panose="020B0502020202020204" pitchFamily="34" charset="0"/>
                <a:cs typeface="Times New Roman" panose="02020603050405020304" pitchFamily="18" charset="0"/>
              </a:rPr>
              <a:t>workflow</a:t>
            </a:r>
            <a:r>
              <a:rPr lang="es-ES" sz="1800" dirty="0">
                <a:latin typeface="Century Gothic" panose="020B0502020202020204" pitchFamily="34" charset="0"/>
                <a:cs typeface="Times New Roman" panose="02020603050405020304" pitchFamily="18" charset="0"/>
              </a:rPr>
              <a:t> and </a:t>
            </a:r>
            <a:r>
              <a:rPr lang="es-ES" sz="1800" dirty="0" err="1">
                <a:latin typeface="Century Gothic" panose="020B0502020202020204" pitchFamily="34" charset="0"/>
                <a:cs typeface="Times New Roman" panose="02020603050405020304" pitchFamily="18" charset="0"/>
              </a:rPr>
              <a:t>later</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migrated</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to</a:t>
            </a:r>
            <a:r>
              <a:rPr lang="es-ES" sz="1800" dirty="0">
                <a:latin typeface="Century Gothic" panose="020B0502020202020204" pitchFamily="34" charset="0"/>
                <a:cs typeface="Times New Roman" panose="02020603050405020304" pitchFamily="18" charset="0"/>
              </a:rPr>
              <a:t> a browser-</a:t>
            </a:r>
            <a:r>
              <a:rPr lang="es-ES" sz="1800" dirty="0" err="1">
                <a:latin typeface="Century Gothic" panose="020B0502020202020204" pitchFamily="34" charset="0"/>
                <a:cs typeface="Times New Roman" panose="02020603050405020304" pitchFamily="18" charset="0"/>
              </a:rPr>
              <a:t>based</a:t>
            </a:r>
            <a:r>
              <a:rPr lang="es-ES" sz="1800" dirty="0">
                <a:latin typeface="Century Gothic" panose="020B0502020202020204" pitchFamily="34" charset="0"/>
                <a:cs typeface="Times New Roman" panose="02020603050405020304" pitchFamily="18" charset="0"/>
              </a:rPr>
              <a:t> pipeline </a:t>
            </a:r>
            <a:r>
              <a:rPr lang="es-ES" sz="1800" b="1" dirty="0">
                <a:latin typeface="Century Gothic" panose="020B0502020202020204" pitchFamily="34" charset="0"/>
                <a:cs typeface="Times New Roman" panose="02020603050405020304" pitchFamily="18" charset="0"/>
              </a:rPr>
              <a:t>(HTML/JS </a:t>
            </a:r>
            <a:r>
              <a:rPr lang="es-ES" sz="1800" b="1" dirty="0" err="1">
                <a:latin typeface="Century Gothic" panose="020B0502020202020204" pitchFamily="34" charset="0"/>
                <a:cs typeface="Times New Roman" panose="02020603050405020304" pitchFamily="18" charset="0"/>
              </a:rPr>
              <a:t>with</a:t>
            </a:r>
            <a:r>
              <a:rPr lang="es-ES" sz="1800" b="1" dirty="0">
                <a:latin typeface="Century Gothic" panose="020B0502020202020204" pitchFamily="34" charset="0"/>
                <a:cs typeface="Times New Roman" panose="02020603050405020304" pitchFamily="18" charset="0"/>
              </a:rPr>
              <a:t> Chart.js</a:t>
            </a:r>
            <a:r>
              <a:rPr lang="es-ES" sz="1800" dirty="0">
                <a:latin typeface="Century Gothic" panose="020B0502020202020204" pitchFamily="34" charset="0"/>
                <a:cs typeface="Times New Roman" panose="02020603050405020304" pitchFamily="18" charset="0"/>
              </a:rPr>
              <a:t>). </a:t>
            </a:r>
            <a:r>
              <a:rPr lang="es-ES" sz="1800" b="1" dirty="0" err="1">
                <a:latin typeface="Century Gothic" panose="020B0502020202020204" pitchFamily="34" charset="0"/>
                <a:cs typeface="Times New Roman" panose="02020603050405020304" pitchFamily="18" charset="0"/>
              </a:rPr>
              <a:t>Timestamp</a:t>
            </a:r>
            <a:r>
              <a:rPr lang="en-SE" sz="1800" b="1" dirty="0">
                <a:latin typeface="Century Gothic" panose="020B0502020202020204" pitchFamily="34" charset="0"/>
                <a:cs typeface="Times New Roman" panose="02020603050405020304" pitchFamily="18" charset="0"/>
              </a:rPr>
              <a:t>s</a:t>
            </a:r>
            <a:r>
              <a:rPr lang="es-ES" sz="1800" b="1" dirty="0">
                <a:latin typeface="Century Gothic" panose="020B0502020202020204" pitchFamily="34" charset="0"/>
                <a:cs typeface="Times New Roman" panose="02020603050405020304" pitchFamily="18" charset="0"/>
              </a:rPr>
              <a:t> </a:t>
            </a:r>
            <a:r>
              <a:rPr lang="en-SE" sz="1800" dirty="0">
                <a:latin typeface="Century Gothic" panose="020B0502020202020204" pitchFamily="34" charset="0"/>
                <a:cs typeface="Times New Roman" panose="02020603050405020304" pitchFamily="18" charset="0"/>
              </a:rPr>
              <a:t>are </a:t>
            </a:r>
            <a:r>
              <a:rPr lang="es-ES" sz="1800" b="1" dirty="0" err="1">
                <a:latin typeface="Century Gothic" panose="020B0502020202020204" pitchFamily="34" charset="0"/>
                <a:cs typeface="Times New Roman" panose="02020603050405020304" pitchFamily="18" charset="0"/>
              </a:rPr>
              <a:t>reconstruct</a:t>
            </a:r>
            <a:r>
              <a:rPr lang="en-SE" sz="1800" b="1" dirty="0">
                <a:latin typeface="Century Gothic" panose="020B0502020202020204" pitchFamily="34" charset="0"/>
                <a:cs typeface="Times New Roman" panose="02020603050405020304" pitchFamily="18" charset="0"/>
              </a:rPr>
              <a:t>ed</a:t>
            </a:r>
            <a:r>
              <a:rPr lang="es-ES" sz="1800" b="1"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from</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the</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sample</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index</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using</a:t>
            </a:r>
            <a:r>
              <a:rPr lang="es-ES" sz="1800" dirty="0">
                <a:latin typeface="Century Gothic" panose="020B0502020202020204" pitchFamily="34" charset="0"/>
                <a:cs typeface="Times New Roman" panose="02020603050405020304" pitchFamily="18" charset="0"/>
              </a:rPr>
              <a:t> a </a:t>
            </a:r>
            <a:r>
              <a:rPr lang="es-ES" sz="1800" dirty="0" err="1">
                <a:latin typeface="Century Gothic" panose="020B0502020202020204" pitchFamily="34" charset="0"/>
                <a:cs typeface="Times New Roman" panose="02020603050405020304" pitchFamily="18" charset="0"/>
              </a:rPr>
              <a:t>fixed</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sampling</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rate</a:t>
            </a:r>
            <a:r>
              <a:rPr lang="es-ES" sz="1800" dirty="0">
                <a:latin typeface="Century Gothic" panose="020B0502020202020204" pitchFamily="34" charset="0"/>
                <a:cs typeface="Times New Roman" panose="02020603050405020304" pitchFamily="18" charset="0"/>
              </a:rPr>
              <a:t> </a:t>
            </a:r>
            <a:r>
              <a:rPr lang="es-ES" sz="1800" dirty="0" err="1">
                <a:latin typeface="Century Gothic" panose="020B0502020202020204" pitchFamily="34" charset="0"/>
                <a:cs typeface="Times New Roman" panose="02020603050405020304" pitchFamily="18" charset="0"/>
              </a:rPr>
              <a:t>of</a:t>
            </a:r>
            <a:r>
              <a:rPr lang="es-ES" sz="1800" dirty="0">
                <a:latin typeface="Century Gothic" panose="020B0502020202020204" pitchFamily="34" charset="0"/>
                <a:cs typeface="Times New Roman" panose="02020603050405020304" pitchFamily="18" charset="0"/>
              </a:rPr>
              <a:t> 104 Hz.</a:t>
            </a:r>
          </a:p>
        </p:txBody>
      </p:sp>
      <p:sp>
        <p:nvSpPr>
          <p:cNvPr id="20" name="Text Placeholder 8">
            <a:extLst>
              <a:ext uri="{FF2B5EF4-FFF2-40B4-BE49-F238E27FC236}">
                <a16:creationId xmlns:a16="http://schemas.microsoft.com/office/drawing/2014/main" id="{975D9D25-9071-2E73-3FC0-B4F9D5B94E96}"/>
              </a:ext>
            </a:extLst>
          </p:cNvPr>
          <p:cNvSpPr txBox="1">
            <a:spLocks/>
          </p:cNvSpPr>
          <p:nvPr/>
        </p:nvSpPr>
        <p:spPr>
          <a:xfrm rot="16200000">
            <a:off x="-277175" y="19151277"/>
            <a:ext cx="1631789" cy="386513"/>
          </a:xfrm>
          <a:prstGeom prst="rect">
            <a:avLst/>
          </a:prstGeom>
          <a:solidFill>
            <a:schemeClr val="accent5">
              <a:lumMod val="50000"/>
            </a:schemeClr>
          </a:solidFill>
        </p:spPr>
        <p:txBody>
          <a:bodyPr wrap="square" lIns="65304" tIns="65304" rIns="65304" bIns="65304" anchor="t" anchorCtr="0">
            <a:spAutoFit/>
          </a:bodyPr>
          <a:lstStyle>
            <a:lvl1pPr marL="0" indent="0" algn="ctr" defTabSz="3134552" rtl="0" eaLnBrk="1" latinLnBrk="0" hangingPunct="1">
              <a:spcBef>
                <a:spcPct val="20000"/>
              </a:spcBef>
              <a:buFont typeface="Arial" pitchFamily="34" charset="0"/>
              <a:buNone/>
              <a:defRPr sz="2000" b="1" u="none" kern="1200" baseline="0">
                <a:solidFill>
                  <a:schemeClr val="bg1"/>
                </a:solidFill>
                <a:latin typeface="Century Gothic" panose="020B0502020202020204" pitchFamily="34" charset="0"/>
                <a:ea typeface="+mn-ea"/>
                <a:cs typeface="+mn-cs"/>
              </a:defRPr>
            </a:lvl1pPr>
            <a:lvl2pPr marL="2546824" indent="-979547" algn="l" defTabSz="3134552" rtl="0" eaLnBrk="1" latinLnBrk="0" hangingPunct="1">
              <a:spcBef>
                <a:spcPct val="20000"/>
              </a:spcBef>
              <a:buFont typeface="Arial" pitchFamily="34" charset="0"/>
              <a:buChar char="–"/>
              <a:defRPr sz="9600" kern="1200">
                <a:solidFill>
                  <a:schemeClr val="tx1"/>
                </a:solidFill>
                <a:latin typeface="+mn-lt"/>
                <a:ea typeface="+mn-ea"/>
                <a:cs typeface="+mn-cs"/>
              </a:defRPr>
            </a:lvl2pPr>
            <a:lvl3pPr marL="3918191" indent="-783639" algn="l" defTabSz="3134552" rtl="0" eaLnBrk="1" latinLnBrk="0" hangingPunct="1">
              <a:spcBef>
                <a:spcPct val="20000"/>
              </a:spcBef>
              <a:buFont typeface="Arial" pitchFamily="34" charset="0"/>
              <a:buChar char="•"/>
              <a:defRPr sz="8300" kern="1200">
                <a:solidFill>
                  <a:schemeClr val="tx1"/>
                </a:solidFill>
                <a:latin typeface="+mn-lt"/>
                <a:ea typeface="+mn-ea"/>
                <a:cs typeface="+mn-cs"/>
              </a:defRPr>
            </a:lvl3pPr>
            <a:lvl4pPr marL="5485468"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4pPr>
            <a:lvl5pPr marL="7052744"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5pPr>
            <a:lvl6pPr marL="8620020"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6pPr>
            <a:lvl7pPr marL="10187296"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7pPr>
            <a:lvl8pPr marL="11754573"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8pPr>
            <a:lvl9pPr marL="13321849"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9pPr>
          </a:lstStyle>
          <a:p>
            <a:r>
              <a:rPr lang="en-US" sz="1600" dirty="0"/>
              <a:t>IMU SUBSYSTEM</a:t>
            </a:r>
          </a:p>
        </p:txBody>
      </p:sp>
      <p:sp>
        <p:nvSpPr>
          <p:cNvPr id="21" name="Text Placeholder 8">
            <a:extLst>
              <a:ext uri="{FF2B5EF4-FFF2-40B4-BE49-F238E27FC236}">
                <a16:creationId xmlns:a16="http://schemas.microsoft.com/office/drawing/2014/main" id="{84D94203-6251-8E11-EE82-09EAA2A55DF1}"/>
              </a:ext>
            </a:extLst>
          </p:cNvPr>
          <p:cNvSpPr txBox="1">
            <a:spLocks/>
          </p:cNvSpPr>
          <p:nvPr/>
        </p:nvSpPr>
        <p:spPr>
          <a:xfrm rot="16200000">
            <a:off x="-438741" y="21086510"/>
            <a:ext cx="1950196" cy="378105"/>
          </a:xfrm>
          <a:prstGeom prst="rect">
            <a:avLst/>
          </a:prstGeom>
          <a:solidFill>
            <a:schemeClr val="accent5">
              <a:lumMod val="50000"/>
            </a:schemeClr>
          </a:solidFill>
        </p:spPr>
        <p:txBody>
          <a:bodyPr wrap="square" lIns="65304" tIns="65304" rIns="65304" bIns="65304" anchor="t" anchorCtr="0">
            <a:spAutoFit/>
          </a:bodyPr>
          <a:lstStyle>
            <a:lvl1pPr marL="0" indent="0" algn="ctr" defTabSz="3134552" rtl="0" eaLnBrk="1" latinLnBrk="0" hangingPunct="1">
              <a:spcBef>
                <a:spcPct val="20000"/>
              </a:spcBef>
              <a:buFont typeface="Arial" pitchFamily="34" charset="0"/>
              <a:buNone/>
              <a:defRPr sz="2000" b="1" u="none" kern="1200" baseline="0">
                <a:solidFill>
                  <a:schemeClr val="bg1"/>
                </a:solidFill>
                <a:latin typeface="Century Gothic" panose="020B0502020202020204" pitchFamily="34" charset="0"/>
                <a:ea typeface="+mn-ea"/>
                <a:cs typeface="+mn-cs"/>
              </a:defRPr>
            </a:lvl1pPr>
            <a:lvl2pPr marL="2546824" indent="-979547" algn="l" defTabSz="3134552" rtl="0" eaLnBrk="1" latinLnBrk="0" hangingPunct="1">
              <a:spcBef>
                <a:spcPct val="20000"/>
              </a:spcBef>
              <a:buFont typeface="Arial" pitchFamily="34" charset="0"/>
              <a:buChar char="–"/>
              <a:defRPr sz="9600" kern="1200">
                <a:solidFill>
                  <a:schemeClr val="tx1"/>
                </a:solidFill>
                <a:latin typeface="+mn-lt"/>
                <a:ea typeface="+mn-ea"/>
                <a:cs typeface="+mn-cs"/>
              </a:defRPr>
            </a:lvl2pPr>
            <a:lvl3pPr marL="3918191" indent="-783639" algn="l" defTabSz="3134552" rtl="0" eaLnBrk="1" latinLnBrk="0" hangingPunct="1">
              <a:spcBef>
                <a:spcPct val="20000"/>
              </a:spcBef>
              <a:buFont typeface="Arial" pitchFamily="34" charset="0"/>
              <a:buChar char="•"/>
              <a:defRPr sz="8300" kern="1200">
                <a:solidFill>
                  <a:schemeClr val="tx1"/>
                </a:solidFill>
                <a:latin typeface="+mn-lt"/>
                <a:ea typeface="+mn-ea"/>
                <a:cs typeface="+mn-cs"/>
              </a:defRPr>
            </a:lvl3pPr>
            <a:lvl4pPr marL="5485468"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4pPr>
            <a:lvl5pPr marL="7052744"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5pPr>
            <a:lvl6pPr marL="8620020"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6pPr>
            <a:lvl7pPr marL="10187296"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7pPr>
            <a:lvl8pPr marL="11754573"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8pPr>
            <a:lvl9pPr marL="13321849"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9pPr>
          </a:lstStyle>
          <a:p>
            <a:r>
              <a:rPr lang="en-US" sz="1600" dirty="0"/>
              <a:t>VIDEO SUBSYSTEM</a:t>
            </a:r>
          </a:p>
        </p:txBody>
      </p:sp>
      <p:sp>
        <p:nvSpPr>
          <p:cNvPr id="22" name="Text Placeholder 8">
            <a:extLst>
              <a:ext uri="{FF2B5EF4-FFF2-40B4-BE49-F238E27FC236}">
                <a16:creationId xmlns:a16="http://schemas.microsoft.com/office/drawing/2014/main" id="{526F334B-9733-4040-888E-DFB13A5FA1A9}"/>
              </a:ext>
            </a:extLst>
          </p:cNvPr>
          <p:cNvSpPr txBox="1">
            <a:spLocks/>
          </p:cNvSpPr>
          <p:nvPr/>
        </p:nvSpPr>
        <p:spPr>
          <a:xfrm rot="16200000">
            <a:off x="-492779" y="23209642"/>
            <a:ext cx="2066320" cy="378105"/>
          </a:xfrm>
          <a:prstGeom prst="rect">
            <a:avLst/>
          </a:prstGeom>
          <a:solidFill>
            <a:schemeClr val="accent5">
              <a:lumMod val="50000"/>
            </a:schemeClr>
          </a:solidFill>
        </p:spPr>
        <p:txBody>
          <a:bodyPr wrap="square" lIns="65304" tIns="65304" rIns="65304" bIns="65304" anchor="t" anchorCtr="0">
            <a:spAutoFit/>
          </a:bodyPr>
          <a:lstStyle>
            <a:lvl1pPr marL="0" indent="0" algn="ctr" defTabSz="3134552" rtl="0" eaLnBrk="1" latinLnBrk="0" hangingPunct="1">
              <a:spcBef>
                <a:spcPct val="20000"/>
              </a:spcBef>
              <a:buFont typeface="Arial" pitchFamily="34" charset="0"/>
              <a:buNone/>
              <a:defRPr sz="2000" b="1" u="none" kern="1200" baseline="0">
                <a:solidFill>
                  <a:schemeClr val="bg1"/>
                </a:solidFill>
                <a:latin typeface="Century Gothic" panose="020B0502020202020204" pitchFamily="34" charset="0"/>
                <a:ea typeface="+mn-ea"/>
                <a:cs typeface="+mn-cs"/>
              </a:defRPr>
            </a:lvl1pPr>
            <a:lvl2pPr marL="2546824" indent="-979547" algn="l" defTabSz="3134552" rtl="0" eaLnBrk="1" latinLnBrk="0" hangingPunct="1">
              <a:spcBef>
                <a:spcPct val="20000"/>
              </a:spcBef>
              <a:buFont typeface="Arial" pitchFamily="34" charset="0"/>
              <a:buChar char="–"/>
              <a:defRPr sz="9600" kern="1200">
                <a:solidFill>
                  <a:schemeClr val="tx1"/>
                </a:solidFill>
                <a:latin typeface="+mn-lt"/>
                <a:ea typeface="+mn-ea"/>
                <a:cs typeface="+mn-cs"/>
              </a:defRPr>
            </a:lvl2pPr>
            <a:lvl3pPr marL="3918191" indent="-783639" algn="l" defTabSz="3134552" rtl="0" eaLnBrk="1" latinLnBrk="0" hangingPunct="1">
              <a:spcBef>
                <a:spcPct val="20000"/>
              </a:spcBef>
              <a:buFont typeface="Arial" pitchFamily="34" charset="0"/>
              <a:buChar char="•"/>
              <a:defRPr sz="8300" kern="1200">
                <a:solidFill>
                  <a:schemeClr val="tx1"/>
                </a:solidFill>
                <a:latin typeface="+mn-lt"/>
                <a:ea typeface="+mn-ea"/>
                <a:cs typeface="+mn-cs"/>
              </a:defRPr>
            </a:lvl3pPr>
            <a:lvl4pPr marL="5485468"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4pPr>
            <a:lvl5pPr marL="7052744"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5pPr>
            <a:lvl6pPr marL="8620020"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6pPr>
            <a:lvl7pPr marL="10187296"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7pPr>
            <a:lvl8pPr marL="11754573"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8pPr>
            <a:lvl9pPr marL="13321849"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9pPr>
          </a:lstStyle>
          <a:p>
            <a:r>
              <a:rPr lang="es-ES" sz="1600" dirty="0"/>
              <a:t>SYNCHRONIZATION</a:t>
            </a:r>
            <a:endParaRPr lang="en-US" sz="1600" dirty="0"/>
          </a:p>
        </p:txBody>
      </p:sp>
      <p:sp>
        <p:nvSpPr>
          <p:cNvPr id="23" name="CuadroTexto 22">
            <a:extLst>
              <a:ext uri="{FF2B5EF4-FFF2-40B4-BE49-F238E27FC236}">
                <a16:creationId xmlns:a16="http://schemas.microsoft.com/office/drawing/2014/main" id="{B4B8D6F2-4219-19F1-E1F7-3D4A6EF2065D}"/>
              </a:ext>
            </a:extLst>
          </p:cNvPr>
          <p:cNvSpPr txBox="1"/>
          <p:nvPr/>
        </p:nvSpPr>
        <p:spPr>
          <a:xfrm>
            <a:off x="856088" y="24912783"/>
            <a:ext cx="9622351" cy="1200329"/>
          </a:xfrm>
          <a:prstGeom prst="rect">
            <a:avLst/>
          </a:prstGeom>
          <a:noFill/>
        </p:spPr>
        <p:txBody>
          <a:bodyPr wrap="square" rtlCol="0">
            <a:spAutoFit/>
          </a:bodyPr>
          <a:lstStyle/>
          <a:p>
            <a:r>
              <a:rPr lang="en-US" sz="1800" dirty="0">
                <a:latin typeface="Century Gothic" panose="020B0502020202020204" pitchFamily="34" charset="0"/>
                <a:cs typeface="Times New Roman" panose="02020603050405020304" pitchFamily="18" charset="0"/>
              </a:rPr>
              <a:t>Synchronization offsets and annotations (time, label, notes) are </a:t>
            </a:r>
            <a:r>
              <a:rPr lang="en-US" sz="1800" b="1" dirty="0">
                <a:latin typeface="Century Gothic" panose="020B0502020202020204" pitchFamily="34" charset="0"/>
                <a:cs typeface="Times New Roman" panose="02020603050405020304" pitchFamily="18" charset="0"/>
              </a:rPr>
              <a:t>stored locally in the browser </a:t>
            </a:r>
            <a:r>
              <a:rPr lang="en-US" sz="1800" dirty="0">
                <a:latin typeface="Century Gothic" panose="020B0502020202020204" pitchFamily="34" charset="0"/>
                <a:cs typeface="Times New Roman" panose="02020603050405020304" pitchFamily="18" charset="0"/>
              </a:rPr>
              <a:t>(</a:t>
            </a:r>
            <a:r>
              <a:rPr lang="en-US" sz="1800" dirty="0" err="1">
                <a:latin typeface="Century Gothic" panose="020B0502020202020204" pitchFamily="34" charset="0"/>
                <a:cs typeface="Times New Roman" panose="02020603050405020304" pitchFamily="18" charset="0"/>
              </a:rPr>
              <a:t>localStorage</a:t>
            </a:r>
            <a:r>
              <a:rPr lang="en-US" sz="1800" dirty="0">
                <a:latin typeface="Century Gothic" panose="020B0502020202020204" pitchFamily="34" charset="0"/>
                <a:cs typeface="Times New Roman" panose="02020603050405020304" pitchFamily="18" charset="0"/>
              </a:rPr>
              <a:t>) to support repeatable workflows. ZIP export/import packages metadata together with video/CSV files to reproduce a </a:t>
            </a:r>
            <a:r>
              <a:rPr lang="en-US" sz="1800" b="1" dirty="0">
                <a:latin typeface="Century Gothic" panose="020B0502020202020204" pitchFamily="34" charset="0"/>
                <a:cs typeface="Times New Roman" panose="02020603050405020304" pitchFamily="18" charset="0"/>
              </a:rPr>
              <a:t>complete project state</a:t>
            </a:r>
            <a:r>
              <a:rPr lang="en-US" sz="1800" dirty="0">
                <a:latin typeface="Century Gothic" panose="020B0502020202020204" pitchFamily="34" charset="0"/>
                <a:cs typeface="Times New Roman" panose="02020603050405020304" pitchFamily="18" charset="0"/>
              </a:rPr>
              <a:t>. TXT reports summarize the IMU timeline alongside stored annotations.</a:t>
            </a:r>
            <a:endParaRPr lang="es-ES" sz="1800" dirty="0">
              <a:latin typeface="Century Gothic" panose="020B0502020202020204" pitchFamily="34" charset="0"/>
              <a:cs typeface="Times New Roman" panose="02020603050405020304" pitchFamily="18" charset="0"/>
            </a:endParaRPr>
          </a:p>
        </p:txBody>
      </p:sp>
      <p:sp>
        <p:nvSpPr>
          <p:cNvPr id="24" name="Text Placeholder 8">
            <a:extLst>
              <a:ext uri="{FF2B5EF4-FFF2-40B4-BE49-F238E27FC236}">
                <a16:creationId xmlns:a16="http://schemas.microsoft.com/office/drawing/2014/main" id="{2F32CEA4-2EA9-3AFE-5783-64C710B8189D}"/>
              </a:ext>
            </a:extLst>
          </p:cNvPr>
          <p:cNvSpPr txBox="1">
            <a:spLocks/>
          </p:cNvSpPr>
          <p:nvPr/>
        </p:nvSpPr>
        <p:spPr>
          <a:xfrm rot="16200000">
            <a:off x="-380157" y="25323896"/>
            <a:ext cx="1841076" cy="378105"/>
          </a:xfrm>
          <a:prstGeom prst="rect">
            <a:avLst/>
          </a:prstGeom>
          <a:solidFill>
            <a:schemeClr val="accent5">
              <a:lumMod val="50000"/>
            </a:schemeClr>
          </a:solidFill>
        </p:spPr>
        <p:txBody>
          <a:bodyPr wrap="square" lIns="65304" tIns="65304" rIns="65304" bIns="65304" anchor="t" anchorCtr="0">
            <a:spAutoFit/>
          </a:bodyPr>
          <a:lstStyle>
            <a:lvl1pPr marL="0" indent="0" algn="ctr" defTabSz="3134552" rtl="0" eaLnBrk="1" latinLnBrk="0" hangingPunct="1">
              <a:spcBef>
                <a:spcPct val="20000"/>
              </a:spcBef>
              <a:buFont typeface="Arial" pitchFamily="34" charset="0"/>
              <a:buNone/>
              <a:defRPr sz="2000" b="1" u="none" kern="1200" baseline="0">
                <a:solidFill>
                  <a:schemeClr val="bg1"/>
                </a:solidFill>
                <a:latin typeface="Century Gothic" panose="020B0502020202020204" pitchFamily="34" charset="0"/>
                <a:ea typeface="+mn-ea"/>
                <a:cs typeface="+mn-cs"/>
              </a:defRPr>
            </a:lvl1pPr>
            <a:lvl2pPr marL="2546824" indent="-979547" algn="l" defTabSz="3134552" rtl="0" eaLnBrk="1" latinLnBrk="0" hangingPunct="1">
              <a:spcBef>
                <a:spcPct val="20000"/>
              </a:spcBef>
              <a:buFont typeface="Arial" pitchFamily="34" charset="0"/>
              <a:buChar char="–"/>
              <a:defRPr sz="9600" kern="1200">
                <a:solidFill>
                  <a:schemeClr val="tx1"/>
                </a:solidFill>
                <a:latin typeface="+mn-lt"/>
                <a:ea typeface="+mn-ea"/>
                <a:cs typeface="+mn-cs"/>
              </a:defRPr>
            </a:lvl2pPr>
            <a:lvl3pPr marL="3918191" indent="-783639" algn="l" defTabSz="3134552" rtl="0" eaLnBrk="1" latinLnBrk="0" hangingPunct="1">
              <a:spcBef>
                <a:spcPct val="20000"/>
              </a:spcBef>
              <a:buFont typeface="Arial" pitchFamily="34" charset="0"/>
              <a:buChar char="•"/>
              <a:defRPr sz="8300" kern="1200">
                <a:solidFill>
                  <a:schemeClr val="tx1"/>
                </a:solidFill>
                <a:latin typeface="+mn-lt"/>
                <a:ea typeface="+mn-ea"/>
                <a:cs typeface="+mn-cs"/>
              </a:defRPr>
            </a:lvl3pPr>
            <a:lvl4pPr marL="5485468"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4pPr>
            <a:lvl5pPr marL="7052744"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5pPr>
            <a:lvl6pPr marL="8620020"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6pPr>
            <a:lvl7pPr marL="10187296"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7pPr>
            <a:lvl8pPr marL="11754573"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8pPr>
            <a:lvl9pPr marL="13321849"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9pPr>
          </a:lstStyle>
          <a:p>
            <a:r>
              <a:rPr lang="en-SE" sz="1600" dirty="0"/>
              <a:t>REPRODUCIBILITY</a:t>
            </a:r>
            <a:endParaRPr lang="en-US" sz="1200" dirty="0"/>
          </a:p>
        </p:txBody>
      </p:sp>
      <p:sp>
        <p:nvSpPr>
          <p:cNvPr id="25" name="Text Placeholder 3">
            <a:extLst>
              <a:ext uri="{FF2B5EF4-FFF2-40B4-BE49-F238E27FC236}">
                <a16:creationId xmlns:a16="http://schemas.microsoft.com/office/drawing/2014/main" id="{2286EFE2-16FF-6D4C-F181-C672E378FB5F}"/>
              </a:ext>
            </a:extLst>
          </p:cNvPr>
          <p:cNvSpPr txBox="1">
            <a:spLocks/>
          </p:cNvSpPr>
          <p:nvPr/>
        </p:nvSpPr>
        <p:spPr>
          <a:xfrm>
            <a:off x="10922496" y="5547311"/>
            <a:ext cx="10065860" cy="1285747"/>
          </a:xfrm>
          <a:prstGeom prst="rect">
            <a:avLst/>
          </a:prstGeom>
        </p:spPr>
        <p:txBody>
          <a:bodyPr/>
          <a:lstStyle>
            <a:lvl1pPr marL="401033" indent="-401033" algn="l" defTabSz="1604132" rtl="0" eaLnBrk="1" latinLnBrk="0" hangingPunct="1">
              <a:lnSpc>
                <a:spcPct val="90000"/>
              </a:lnSpc>
              <a:spcBef>
                <a:spcPts val="1754"/>
              </a:spcBef>
              <a:buFont typeface="Arial" panose="020B0604020202020204" pitchFamily="34" charset="0"/>
              <a:buChar char="•"/>
              <a:defRPr sz="4912" kern="1200">
                <a:solidFill>
                  <a:schemeClr val="tx1"/>
                </a:solidFill>
                <a:latin typeface="+mn-lt"/>
                <a:ea typeface="+mn-ea"/>
                <a:cs typeface="+mn-cs"/>
              </a:defRPr>
            </a:lvl1pPr>
            <a:lvl2pPr marL="1203099" indent="-401033" algn="l" defTabSz="1604132" rtl="0" eaLnBrk="1" latinLnBrk="0" hangingPunct="1">
              <a:lnSpc>
                <a:spcPct val="90000"/>
              </a:lnSpc>
              <a:spcBef>
                <a:spcPts val="877"/>
              </a:spcBef>
              <a:buFont typeface="Arial" panose="020B0604020202020204" pitchFamily="34" charset="0"/>
              <a:buChar char="•"/>
              <a:defRPr sz="4210" kern="1200">
                <a:solidFill>
                  <a:schemeClr val="tx1"/>
                </a:solidFill>
                <a:latin typeface="+mn-lt"/>
                <a:ea typeface="+mn-ea"/>
                <a:cs typeface="+mn-cs"/>
              </a:defRPr>
            </a:lvl2pPr>
            <a:lvl3pPr marL="2005165" indent="-401033" algn="l" defTabSz="1604132" rtl="0" eaLnBrk="1" latinLnBrk="0" hangingPunct="1">
              <a:lnSpc>
                <a:spcPct val="90000"/>
              </a:lnSpc>
              <a:spcBef>
                <a:spcPts val="877"/>
              </a:spcBef>
              <a:buFont typeface="Arial" panose="020B0604020202020204" pitchFamily="34" charset="0"/>
              <a:buChar char="•"/>
              <a:defRPr sz="3509" kern="1200">
                <a:solidFill>
                  <a:schemeClr val="tx1"/>
                </a:solidFill>
                <a:latin typeface="+mn-lt"/>
                <a:ea typeface="+mn-ea"/>
                <a:cs typeface="+mn-cs"/>
              </a:defRPr>
            </a:lvl3pPr>
            <a:lvl4pPr marL="2807231"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4pPr>
            <a:lvl5pPr marL="3609297"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5pPr>
            <a:lvl6pPr marL="4411363"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6pPr>
            <a:lvl7pPr marL="5213429"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7pPr>
            <a:lvl8pPr marL="6015495"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8pPr>
            <a:lvl9pPr marL="6817561"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9pPr>
          </a:lstStyle>
          <a:p>
            <a:r>
              <a:rPr lang="en-US" sz="1800" b="1" dirty="0">
                <a:latin typeface="Century Gothic" panose="020B0502020202020204" pitchFamily="34" charset="0"/>
              </a:rPr>
              <a:t>Objective: </a:t>
            </a:r>
            <a:r>
              <a:rPr lang="en-US" sz="1800" dirty="0">
                <a:latin typeface="Century Gothic" panose="020B0502020202020204" pitchFamily="34" charset="0"/>
              </a:rPr>
              <a:t>Design a low‑cost, low‑complexity motion tracking prototype that runs in a standard web browser.​</a:t>
            </a:r>
          </a:p>
          <a:p>
            <a:r>
              <a:rPr lang="en-US" sz="1800" b="1" dirty="0">
                <a:latin typeface="Century Gothic" panose="020B0502020202020204" pitchFamily="34" charset="0"/>
              </a:rPr>
              <a:t>Aim: </a:t>
            </a:r>
            <a:r>
              <a:rPr lang="en-US" sz="1800" dirty="0">
                <a:latin typeface="Century Gothic" panose="020B0502020202020204" pitchFamily="34" charset="0"/>
              </a:rPr>
              <a:t>Enable synchronized visual inspection of video‑based pose estimation and IMU sensor data without specialized motion‑capture hardware.​</a:t>
            </a:r>
          </a:p>
        </p:txBody>
      </p:sp>
      <p:sp>
        <p:nvSpPr>
          <p:cNvPr id="27" name="Text Placeholder 3">
            <a:extLst>
              <a:ext uri="{FF2B5EF4-FFF2-40B4-BE49-F238E27FC236}">
                <a16:creationId xmlns:a16="http://schemas.microsoft.com/office/drawing/2014/main" id="{F74C6D4E-F947-BE1C-FE79-F524E5B03DA5}"/>
              </a:ext>
            </a:extLst>
          </p:cNvPr>
          <p:cNvSpPr txBox="1">
            <a:spLocks/>
          </p:cNvSpPr>
          <p:nvPr/>
        </p:nvSpPr>
        <p:spPr>
          <a:xfrm>
            <a:off x="10922496" y="4840714"/>
            <a:ext cx="10096349" cy="515649"/>
          </a:xfrm>
          <a:prstGeom prst="rect">
            <a:avLst/>
          </a:prstGeom>
          <a:solidFill>
            <a:schemeClr val="accent5">
              <a:lumMod val="50000"/>
            </a:schemeClr>
          </a:solidFill>
        </p:spPr>
        <p:txBody>
          <a:bodyPr vert="horz" wrap="square" lIns="63307" tIns="63307" rIns="63307" bIns="63307" rtlCol="0" anchor="t" anchorCtr="0">
            <a:spAutoFit/>
          </a:bodyPr>
          <a:lstStyle>
            <a:lvl1pPr marL="0" indent="0" algn="ctr" defTabSz="1604132" rtl="0" eaLnBrk="1" latinLnBrk="0" hangingPunct="1">
              <a:lnSpc>
                <a:spcPct val="90000"/>
              </a:lnSpc>
              <a:spcBef>
                <a:spcPts val="1754"/>
              </a:spcBef>
              <a:buFont typeface="Arial" panose="020B0604020202020204" pitchFamily="34" charset="0"/>
              <a:buNone/>
              <a:defRPr sz="2800" b="1" u="none" kern="1200" baseline="0">
                <a:solidFill>
                  <a:schemeClr val="bg1"/>
                </a:solidFill>
                <a:latin typeface="Century Gothic" panose="020B0502020202020204" pitchFamily="34" charset="0"/>
                <a:ea typeface="+mn-ea"/>
                <a:cs typeface="+mn-cs"/>
              </a:defRPr>
            </a:lvl1pPr>
            <a:lvl2pPr marL="1203099" indent="-401033" algn="l" defTabSz="1604132" rtl="0" eaLnBrk="1" latinLnBrk="0" hangingPunct="1">
              <a:lnSpc>
                <a:spcPct val="90000"/>
              </a:lnSpc>
              <a:spcBef>
                <a:spcPts val="877"/>
              </a:spcBef>
              <a:buFont typeface="Arial" panose="020B0604020202020204" pitchFamily="34" charset="0"/>
              <a:buChar char="•"/>
              <a:defRPr sz="4210" kern="1200">
                <a:solidFill>
                  <a:schemeClr val="tx1"/>
                </a:solidFill>
                <a:latin typeface="+mn-lt"/>
                <a:ea typeface="+mn-ea"/>
                <a:cs typeface="+mn-cs"/>
              </a:defRPr>
            </a:lvl2pPr>
            <a:lvl3pPr marL="2005165" indent="-401033" algn="l" defTabSz="1604132" rtl="0" eaLnBrk="1" latinLnBrk="0" hangingPunct="1">
              <a:lnSpc>
                <a:spcPct val="90000"/>
              </a:lnSpc>
              <a:spcBef>
                <a:spcPts val="877"/>
              </a:spcBef>
              <a:buFont typeface="Arial" panose="020B0604020202020204" pitchFamily="34" charset="0"/>
              <a:buChar char="•"/>
              <a:defRPr sz="3509" kern="1200">
                <a:solidFill>
                  <a:schemeClr val="tx1"/>
                </a:solidFill>
                <a:latin typeface="+mn-lt"/>
                <a:ea typeface="+mn-ea"/>
                <a:cs typeface="+mn-cs"/>
              </a:defRPr>
            </a:lvl3pPr>
            <a:lvl4pPr marL="2807231"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4pPr>
            <a:lvl5pPr marL="3609297"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5pPr>
            <a:lvl6pPr marL="4411363"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6pPr>
            <a:lvl7pPr marL="5213429"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7pPr>
            <a:lvl8pPr marL="6015495"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8pPr>
            <a:lvl9pPr marL="6817561"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9pPr>
          </a:lstStyle>
          <a:p>
            <a:r>
              <a:rPr lang="en-US" dirty="0"/>
              <a:t>OBJECTIVES</a:t>
            </a:r>
          </a:p>
        </p:txBody>
      </p:sp>
      <p:pic>
        <p:nvPicPr>
          <p:cNvPr id="28" name="Imagen 27" descr="Movesense Flash Sensor — Movesense">
            <a:extLst>
              <a:ext uri="{FF2B5EF4-FFF2-40B4-BE49-F238E27FC236}">
                <a16:creationId xmlns:a16="http://schemas.microsoft.com/office/drawing/2014/main" id="{6FFEDCB7-EEE6-AAD7-B632-72D5EAF05815}"/>
              </a:ext>
            </a:extLst>
          </p:cNvPr>
          <p:cNvPicPr>
            <a:picLocks noChangeAspect="1"/>
          </p:cNvPicPr>
          <p:nvPr/>
        </p:nvPicPr>
        <p:blipFill>
          <a:blip r:embed="rId7" cstate="print">
            <a:extLst>
              <a:ext uri="{BEBA8EAE-BF5A-486C-A8C5-ECC9F3942E4B}">
                <a14:imgProps xmlns:a14="http://schemas.microsoft.com/office/drawing/2010/main">
                  <a14:imgLayer r:embed="rId8">
                    <a14:imgEffect>
                      <a14:backgroundRemoval t="834" b="100000" l="0" r="100000">
                        <a14:foregroundMark x1="29539" y1="15211" x2="29539" y2="15211"/>
                        <a14:foregroundMark x1="41658" y1="16487" x2="41658" y2="16487"/>
                        <a14:foregroundMark x1="41266" y1="15653" x2="41266" y2="15653"/>
                      </a14:backgroundRemoval>
                    </a14:imgEffect>
                  </a14:imgLayer>
                </a14:imgProps>
              </a:ext>
              <a:ext uri="{28A0092B-C50C-407E-A947-70E740481C1C}">
                <a14:useLocalDpi xmlns:a14="http://schemas.microsoft.com/office/drawing/2010/main" val="0"/>
              </a:ext>
            </a:extLst>
          </a:blip>
          <a:srcRect/>
          <a:stretch>
            <a:fillRect/>
          </a:stretch>
        </p:blipFill>
        <p:spPr bwMode="auto">
          <a:xfrm>
            <a:off x="8548644" y="16252365"/>
            <a:ext cx="2290858" cy="2290858"/>
          </a:xfrm>
          <a:prstGeom prst="rect">
            <a:avLst/>
          </a:prstGeom>
          <a:noFill/>
          <a:ln>
            <a:noFill/>
          </a:ln>
        </p:spPr>
      </p:pic>
      <p:sp>
        <p:nvSpPr>
          <p:cNvPr id="29" name="Rectángulo: esquinas redondeadas 28">
            <a:extLst>
              <a:ext uri="{FF2B5EF4-FFF2-40B4-BE49-F238E27FC236}">
                <a16:creationId xmlns:a16="http://schemas.microsoft.com/office/drawing/2014/main" id="{F4A78731-58CE-0CB1-5872-7591B79C96A0}"/>
              </a:ext>
            </a:extLst>
          </p:cNvPr>
          <p:cNvSpPr/>
          <p:nvPr/>
        </p:nvSpPr>
        <p:spPr>
          <a:xfrm>
            <a:off x="10839502" y="9511409"/>
            <a:ext cx="10090959" cy="12784106"/>
          </a:xfrm>
          <a:prstGeom prst="roundRect">
            <a:avLst>
              <a:gd name="adj" fmla="val 454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0" name="Imagen 29">
            <a:extLst>
              <a:ext uri="{FF2B5EF4-FFF2-40B4-BE49-F238E27FC236}">
                <a16:creationId xmlns:a16="http://schemas.microsoft.com/office/drawing/2014/main" id="{6803A6D4-5722-27AF-3C44-A86A002CC100}"/>
              </a:ext>
            </a:extLst>
          </p:cNvPr>
          <p:cNvPicPr>
            <a:picLocks noChangeAspect="1"/>
          </p:cNvPicPr>
          <p:nvPr/>
        </p:nvPicPr>
        <p:blipFill>
          <a:blip r:embed="rId9"/>
          <a:stretch>
            <a:fillRect/>
          </a:stretch>
        </p:blipFill>
        <p:spPr>
          <a:xfrm>
            <a:off x="13902583" y="12077891"/>
            <a:ext cx="6520843" cy="6183978"/>
          </a:xfrm>
          <a:prstGeom prst="roundRect">
            <a:avLst>
              <a:gd name="adj" fmla="val 2718"/>
            </a:avLst>
          </a:prstGeom>
        </p:spPr>
      </p:pic>
      <p:pic>
        <p:nvPicPr>
          <p:cNvPr id="37" name="Imagen 36">
            <a:extLst>
              <a:ext uri="{FF2B5EF4-FFF2-40B4-BE49-F238E27FC236}">
                <a16:creationId xmlns:a16="http://schemas.microsoft.com/office/drawing/2014/main" id="{BB85EF9C-C1DB-6D70-7671-B55951EDAECC}"/>
              </a:ext>
            </a:extLst>
          </p:cNvPr>
          <p:cNvPicPr>
            <a:picLocks noChangeAspect="1"/>
          </p:cNvPicPr>
          <p:nvPr/>
        </p:nvPicPr>
        <p:blipFill>
          <a:blip r:embed="rId10"/>
          <a:stretch>
            <a:fillRect/>
          </a:stretch>
        </p:blipFill>
        <p:spPr>
          <a:xfrm>
            <a:off x="10922496" y="9683718"/>
            <a:ext cx="9886357" cy="2132466"/>
          </a:xfrm>
          <a:prstGeom prst="rect">
            <a:avLst/>
          </a:prstGeom>
        </p:spPr>
      </p:pic>
      <p:pic>
        <p:nvPicPr>
          <p:cNvPr id="11" name="Imagen 10">
            <a:extLst>
              <a:ext uri="{FF2B5EF4-FFF2-40B4-BE49-F238E27FC236}">
                <a16:creationId xmlns:a16="http://schemas.microsoft.com/office/drawing/2014/main" id="{CF91446B-9A4A-1539-C552-FFEF6A15F956}"/>
              </a:ext>
            </a:extLst>
          </p:cNvPr>
          <p:cNvPicPr>
            <a:picLocks noChangeAspect="1"/>
          </p:cNvPicPr>
          <p:nvPr/>
        </p:nvPicPr>
        <p:blipFill>
          <a:blip r:embed="rId11"/>
          <a:srcRect l="31273" t="2849" r="45176" b="3792"/>
          <a:stretch>
            <a:fillRect/>
          </a:stretch>
        </p:blipFill>
        <p:spPr>
          <a:xfrm>
            <a:off x="11159944" y="12077891"/>
            <a:ext cx="2448947" cy="5535007"/>
          </a:xfrm>
          <a:prstGeom prst="roundRect">
            <a:avLst/>
          </a:prstGeom>
        </p:spPr>
      </p:pic>
      <p:pic>
        <p:nvPicPr>
          <p:cNvPr id="34" name="Imagen 33">
            <a:extLst>
              <a:ext uri="{FF2B5EF4-FFF2-40B4-BE49-F238E27FC236}">
                <a16:creationId xmlns:a16="http://schemas.microsoft.com/office/drawing/2014/main" id="{3C72FE27-88B0-C548-9C59-2A9291E11233}"/>
              </a:ext>
            </a:extLst>
          </p:cNvPr>
          <p:cNvPicPr>
            <a:picLocks noChangeAspect="1"/>
          </p:cNvPicPr>
          <p:nvPr/>
        </p:nvPicPr>
        <p:blipFill>
          <a:blip r:embed="rId12"/>
          <a:stretch>
            <a:fillRect/>
          </a:stretch>
        </p:blipFill>
        <p:spPr>
          <a:xfrm>
            <a:off x="11223311" y="18525768"/>
            <a:ext cx="9507277" cy="3419952"/>
          </a:xfrm>
          <a:prstGeom prst="rect">
            <a:avLst/>
          </a:prstGeom>
        </p:spPr>
      </p:pic>
      <p:sp>
        <p:nvSpPr>
          <p:cNvPr id="32" name="CuadroTexto 18">
            <a:extLst>
              <a:ext uri="{FF2B5EF4-FFF2-40B4-BE49-F238E27FC236}">
                <a16:creationId xmlns:a16="http://schemas.microsoft.com/office/drawing/2014/main" id="{04C5579F-9B86-4709-3CB4-F0F6DF69778A}"/>
              </a:ext>
            </a:extLst>
          </p:cNvPr>
          <p:cNvSpPr txBox="1"/>
          <p:nvPr/>
        </p:nvSpPr>
        <p:spPr>
          <a:xfrm>
            <a:off x="850131" y="16716972"/>
            <a:ext cx="7698513" cy="1200329"/>
          </a:xfrm>
          <a:prstGeom prst="rect">
            <a:avLst/>
          </a:prstGeom>
          <a:noFill/>
        </p:spPr>
        <p:txBody>
          <a:bodyPr wrap="square" rtlCol="0">
            <a:spAutoFit/>
          </a:bodyPr>
          <a:lstStyle/>
          <a:p>
            <a:pPr algn="just"/>
            <a:r>
              <a:rPr lang="en-US" sz="1800" b="1" dirty="0">
                <a:latin typeface="Century Gothic" panose="020B0502020202020204" pitchFamily="34" charset="0"/>
                <a:cs typeface="Times New Roman" panose="02020603050405020304" pitchFamily="18" charset="0"/>
              </a:rPr>
              <a:t>Data</a:t>
            </a:r>
            <a:r>
              <a:rPr lang="en-US" sz="1800" dirty="0">
                <a:latin typeface="Century Gothic" panose="020B0502020202020204" pitchFamily="34" charset="0"/>
                <a:cs typeface="Times New Roman" panose="02020603050405020304" pitchFamily="18" charset="0"/>
              </a:rPr>
              <a:t> are collected using an </a:t>
            </a:r>
            <a:r>
              <a:rPr lang="en-US" sz="1800" b="1" dirty="0">
                <a:latin typeface="Century Gothic" panose="020B0502020202020204" pitchFamily="34" charset="0"/>
                <a:cs typeface="Times New Roman" panose="02020603050405020304" pitchFamily="18" charset="0"/>
              </a:rPr>
              <a:t>IMU device </a:t>
            </a:r>
            <a:r>
              <a:rPr lang="en-US" sz="1800" dirty="0">
                <a:latin typeface="Century Gothic" panose="020B0502020202020204" pitchFamily="34" charset="0"/>
                <a:cs typeface="Times New Roman" panose="02020603050405020304" pitchFamily="18" charset="0"/>
              </a:rPr>
              <a:t>and a </a:t>
            </a:r>
            <a:r>
              <a:rPr lang="en-US" sz="1800" b="1" dirty="0">
                <a:latin typeface="Century Gothic" panose="020B0502020202020204" pitchFamily="34" charset="0"/>
                <a:cs typeface="Times New Roman" panose="02020603050405020304" pitchFamily="18" charset="0"/>
              </a:rPr>
              <a:t>standard video recording</a:t>
            </a:r>
            <a:r>
              <a:rPr lang="en-US" sz="1800" dirty="0">
                <a:latin typeface="Century Gothic" panose="020B0502020202020204" pitchFamily="34" charset="0"/>
                <a:cs typeface="Times New Roman" panose="02020603050405020304" pitchFamily="18" charset="0"/>
              </a:rPr>
              <a:t>. A </a:t>
            </a:r>
            <a:r>
              <a:rPr lang="en-US" sz="1800" b="1" dirty="0">
                <a:latin typeface="Century Gothic" panose="020B0502020202020204" pitchFamily="34" charset="0"/>
                <a:cs typeface="Times New Roman" panose="02020603050405020304" pitchFamily="18" charset="0"/>
              </a:rPr>
              <a:t>browser application </a:t>
            </a:r>
            <a:r>
              <a:rPr lang="en-US" sz="1800" dirty="0">
                <a:latin typeface="Century Gothic" panose="020B0502020202020204" pitchFamily="34" charset="0"/>
                <a:cs typeface="Times New Roman" panose="02020603050405020304" pitchFamily="18" charset="0"/>
              </a:rPr>
              <a:t>loads the video and IMU CSV data, performs pose estimation, visualizes signals, supports event annotation, and exports results for reproducible analysis.</a:t>
            </a:r>
            <a:endParaRPr lang="es-ES" sz="1800" dirty="0">
              <a:latin typeface="Century Gothic" panose="020B0502020202020204" pitchFamily="34" charset="0"/>
              <a:cs typeface="Times New Roman" panose="02020603050405020304" pitchFamily="18" charset="0"/>
            </a:endParaRPr>
          </a:p>
        </p:txBody>
      </p:sp>
      <p:sp>
        <p:nvSpPr>
          <p:cNvPr id="33" name="Text Placeholder 8">
            <a:extLst>
              <a:ext uri="{FF2B5EF4-FFF2-40B4-BE49-F238E27FC236}">
                <a16:creationId xmlns:a16="http://schemas.microsoft.com/office/drawing/2014/main" id="{191808EE-C41F-5162-66AF-777DD7E136C5}"/>
              </a:ext>
            </a:extLst>
          </p:cNvPr>
          <p:cNvSpPr txBox="1">
            <a:spLocks/>
          </p:cNvSpPr>
          <p:nvPr/>
        </p:nvSpPr>
        <p:spPr>
          <a:xfrm rot="16200000">
            <a:off x="-442336" y="17204318"/>
            <a:ext cx="1950197" cy="386513"/>
          </a:xfrm>
          <a:prstGeom prst="rect">
            <a:avLst/>
          </a:prstGeom>
          <a:solidFill>
            <a:schemeClr val="accent5">
              <a:lumMod val="50000"/>
            </a:schemeClr>
          </a:solidFill>
        </p:spPr>
        <p:txBody>
          <a:bodyPr wrap="square" lIns="65304" tIns="65304" rIns="65304" bIns="65304" anchor="t" anchorCtr="0">
            <a:spAutoFit/>
          </a:bodyPr>
          <a:lstStyle>
            <a:lvl1pPr marL="0" indent="0" algn="ctr" defTabSz="3134552" rtl="0" eaLnBrk="1" latinLnBrk="0" hangingPunct="1">
              <a:spcBef>
                <a:spcPct val="20000"/>
              </a:spcBef>
              <a:buFont typeface="Arial" pitchFamily="34" charset="0"/>
              <a:buNone/>
              <a:defRPr sz="2000" b="1" u="none" kern="1200" baseline="0">
                <a:solidFill>
                  <a:schemeClr val="bg1"/>
                </a:solidFill>
                <a:latin typeface="Century Gothic" panose="020B0502020202020204" pitchFamily="34" charset="0"/>
                <a:ea typeface="+mn-ea"/>
                <a:cs typeface="+mn-cs"/>
              </a:defRPr>
            </a:lvl1pPr>
            <a:lvl2pPr marL="2546824" indent="-979547" algn="l" defTabSz="3134552" rtl="0" eaLnBrk="1" latinLnBrk="0" hangingPunct="1">
              <a:spcBef>
                <a:spcPct val="20000"/>
              </a:spcBef>
              <a:buFont typeface="Arial" pitchFamily="34" charset="0"/>
              <a:buChar char="–"/>
              <a:defRPr sz="9600" kern="1200">
                <a:solidFill>
                  <a:schemeClr val="tx1"/>
                </a:solidFill>
                <a:latin typeface="+mn-lt"/>
                <a:ea typeface="+mn-ea"/>
                <a:cs typeface="+mn-cs"/>
              </a:defRPr>
            </a:lvl2pPr>
            <a:lvl3pPr marL="3918191" indent="-783639" algn="l" defTabSz="3134552" rtl="0" eaLnBrk="1" latinLnBrk="0" hangingPunct="1">
              <a:spcBef>
                <a:spcPct val="20000"/>
              </a:spcBef>
              <a:buFont typeface="Arial" pitchFamily="34" charset="0"/>
              <a:buChar char="•"/>
              <a:defRPr sz="8300" kern="1200">
                <a:solidFill>
                  <a:schemeClr val="tx1"/>
                </a:solidFill>
                <a:latin typeface="+mn-lt"/>
                <a:ea typeface="+mn-ea"/>
                <a:cs typeface="+mn-cs"/>
              </a:defRPr>
            </a:lvl3pPr>
            <a:lvl4pPr marL="5485468"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4pPr>
            <a:lvl5pPr marL="7052744"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5pPr>
            <a:lvl6pPr marL="8620020"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6pPr>
            <a:lvl7pPr marL="10187296"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7pPr>
            <a:lvl8pPr marL="11754573"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8pPr>
            <a:lvl9pPr marL="13321849"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9pPr>
          </a:lstStyle>
          <a:p>
            <a:r>
              <a:rPr lang="en-SE" sz="1600" dirty="0"/>
              <a:t>SYSTEM OVERVIEW</a:t>
            </a:r>
            <a:endParaRPr lang="en-US" sz="1600" dirty="0"/>
          </a:p>
        </p:txBody>
      </p:sp>
      <p:sp>
        <p:nvSpPr>
          <p:cNvPr id="36" name="Text Placeholder 6">
            <a:extLst>
              <a:ext uri="{FF2B5EF4-FFF2-40B4-BE49-F238E27FC236}">
                <a16:creationId xmlns:a16="http://schemas.microsoft.com/office/drawing/2014/main" id="{BB689A3A-9C1E-E77F-AF49-18C076C4CA28}"/>
              </a:ext>
            </a:extLst>
          </p:cNvPr>
          <p:cNvSpPr txBox="1">
            <a:spLocks/>
          </p:cNvSpPr>
          <p:nvPr/>
        </p:nvSpPr>
        <p:spPr>
          <a:xfrm>
            <a:off x="356586" y="26711874"/>
            <a:ext cx="10090978" cy="515649"/>
          </a:xfrm>
          <a:prstGeom prst="rect">
            <a:avLst/>
          </a:prstGeom>
          <a:solidFill>
            <a:schemeClr val="accent5">
              <a:lumMod val="50000"/>
            </a:schemeClr>
          </a:solidFill>
        </p:spPr>
        <p:txBody>
          <a:bodyPr vert="horz" wrap="square" lIns="63307" tIns="63307" rIns="63307" bIns="63307" rtlCol="0" anchor="t" anchorCtr="0">
            <a:spAutoFit/>
          </a:bodyPr>
          <a:lstStyle>
            <a:lvl1pPr marL="0" indent="0" algn="ctr" defTabSz="1604132" rtl="0" eaLnBrk="1" latinLnBrk="0" hangingPunct="1">
              <a:lnSpc>
                <a:spcPct val="90000"/>
              </a:lnSpc>
              <a:spcBef>
                <a:spcPts val="1754"/>
              </a:spcBef>
              <a:buFont typeface="Arial" panose="020B0604020202020204" pitchFamily="34" charset="0"/>
              <a:buNone/>
              <a:defRPr sz="2800" b="1" u="none" kern="1200" baseline="0">
                <a:solidFill>
                  <a:schemeClr val="bg1"/>
                </a:solidFill>
                <a:latin typeface="Century Gothic" panose="020B0502020202020204" pitchFamily="34" charset="0"/>
                <a:ea typeface="+mn-ea"/>
                <a:cs typeface="+mn-cs"/>
              </a:defRPr>
            </a:lvl1pPr>
            <a:lvl2pPr marL="1203099" indent="-401033" algn="l" defTabSz="1604132" rtl="0" eaLnBrk="1" latinLnBrk="0" hangingPunct="1">
              <a:lnSpc>
                <a:spcPct val="90000"/>
              </a:lnSpc>
              <a:spcBef>
                <a:spcPts val="877"/>
              </a:spcBef>
              <a:buFont typeface="Arial" panose="020B0604020202020204" pitchFamily="34" charset="0"/>
              <a:buChar char="•"/>
              <a:defRPr sz="4210" kern="1200">
                <a:solidFill>
                  <a:schemeClr val="tx1"/>
                </a:solidFill>
                <a:latin typeface="+mn-lt"/>
                <a:ea typeface="+mn-ea"/>
                <a:cs typeface="+mn-cs"/>
              </a:defRPr>
            </a:lvl2pPr>
            <a:lvl3pPr marL="2005165" indent="-401033" algn="l" defTabSz="1604132" rtl="0" eaLnBrk="1" latinLnBrk="0" hangingPunct="1">
              <a:lnSpc>
                <a:spcPct val="90000"/>
              </a:lnSpc>
              <a:spcBef>
                <a:spcPts val="877"/>
              </a:spcBef>
              <a:buFont typeface="Arial" panose="020B0604020202020204" pitchFamily="34" charset="0"/>
              <a:buChar char="•"/>
              <a:defRPr sz="3509" kern="1200">
                <a:solidFill>
                  <a:schemeClr val="tx1"/>
                </a:solidFill>
                <a:latin typeface="+mn-lt"/>
                <a:ea typeface="+mn-ea"/>
                <a:cs typeface="+mn-cs"/>
              </a:defRPr>
            </a:lvl3pPr>
            <a:lvl4pPr marL="2807231"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4pPr>
            <a:lvl5pPr marL="3609297"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5pPr>
            <a:lvl6pPr marL="4411363"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6pPr>
            <a:lvl7pPr marL="5213429"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7pPr>
            <a:lvl8pPr marL="6015495"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8pPr>
            <a:lvl9pPr marL="6817561"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9pPr>
          </a:lstStyle>
          <a:p>
            <a:r>
              <a:rPr lang="en-SE"/>
              <a:t>ACKNOWLEDGEMENTS</a:t>
            </a:r>
            <a:endParaRPr lang="en-US" dirty="0"/>
          </a:p>
        </p:txBody>
      </p:sp>
      <p:sp>
        <p:nvSpPr>
          <p:cNvPr id="38" name="Text Placeholder 7">
            <a:extLst>
              <a:ext uri="{FF2B5EF4-FFF2-40B4-BE49-F238E27FC236}">
                <a16:creationId xmlns:a16="http://schemas.microsoft.com/office/drawing/2014/main" id="{858A62F9-C2F1-DA01-BD14-B72DB98BC882}"/>
              </a:ext>
            </a:extLst>
          </p:cNvPr>
          <p:cNvSpPr txBox="1">
            <a:spLocks/>
          </p:cNvSpPr>
          <p:nvPr/>
        </p:nvSpPr>
        <p:spPr>
          <a:xfrm>
            <a:off x="356586" y="27272966"/>
            <a:ext cx="10090978" cy="1150622"/>
          </a:xfrm>
          <a:prstGeom prst="rect">
            <a:avLst/>
          </a:prstGeom>
        </p:spPr>
        <p:txBody>
          <a:bodyPr vert="horz" wrap="square" lIns="158267" tIns="158267" rIns="158267" bIns="158267" rtlCol="0" anchor="t" anchorCtr="0">
            <a:spAutoFit/>
          </a:bodyPr>
          <a:lstStyle>
            <a:lvl1pPr marL="0" indent="0" algn="l" defTabSz="1604132" rtl="0" eaLnBrk="1" latinLnBrk="0" hangingPunct="1">
              <a:lnSpc>
                <a:spcPct val="90000"/>
              </a:lnSpc>
              <a:spcBef>
                <a:spcPts val="1754"/>
              </a:spcBef>
              <a:buFont typeface="Arial" panose="020B0604020202020204" pitchFamily="34" charset="0"/>
              <a:buNone/>
              <a:defRPr sz="2000" kern="1200">
                <a:solidFill>
                  <a:schemeClr val="accent5">
                    <a:lumMod val="50000"/>
                  </a:schemeClr>
                </a:solidFill>
                <a:latin typeface="Century Gothic" panose="020B0502020202020204" pitchFamily="34" charset="0"/>
                <a:ea typeface="+mn-ea"/>
                <a:cs typeface="Times New Roman" panose="02020603050405020304" pitchFamily="18" charset="0"/>
              </a:defRPr>
            </a:lvl1pPr>
            <a:lvl2pPr marL="1028732" indent="-395666" algn="l" defTabSz="1604132" rtl="0" eaLnBrk="1" latinLnBrk="0" hangingPunct="1">
              <a:lnSpc>
                <a:spcPct val="90000"/>
              </a:lnSpc>
              <a:spcBef>
                <a:spcPts val="877"/>
              </a:spcBef>
              <a:buFont typeface="Arial" panose="020B0604020202020204" pitchFamily="34" charset="0"/>
              <a:buChar char="•"/>
              <a:defRPr sz="1700" kern="1200">
                <a:solidFill>
                  <a:schemeClr val="tx1"/>
                </a:solidFill>
                <a:latin typeface="Trebuchet MS" pitchFamily="34" charset="0"/>
                <a:ea typeface="+mn-ea"/>
                <a:cs typeface="+mn-cs"/>
              </a:defRPr>
            </a:lvl2pPr>
            <a:lvl3pPr marL="1424397" indent="-395666" algn="l" defTabSz="1604132" rtl="0" eaLnBrk="1" latinLnBrk="0" hangingPunct="1">
              <a:lnSpc>
                <a:spcPct val="90000"/>
              </a:lnSpc>
              <a:spcBef>
                <a:spcPts val="877"/>
              </a:spcBef>
              <a:buFont typeface="Arial" panose="020B0604020202020204" pitchFamily="34" charset="0"/>
              <a:buChar char="•"/>
              <a:defRPr sz="1700" kern="1200">
                <a:solidFill>
                  <a:schemeClr val="tx1"/>
                </a:solidFill>
                <a:latin typeface="Trebuchet MS" pitchFamily="34" charset="0"/>
                <a:ea typeface="+mn-ea"/>
                <a:cs typeface="+mn-cs"/>
              </a:defRPr>
            </a:lvl3pPr>
            <a:lvl4pPr marL="1859630" indent="-435233" algn="l" defTabSz="1604132" rtl="0" eaLnBrk="1" latinLnBrk="0" hangingPunct="1">
              <a:lnSpc>
                <a:spcPct val="90000"/>
              </a:lnSpc>
              <a:spcBef>
                <a:spcPts val="877"/>
              </a:spcBef>
              <a:buFont typeface="Arial" panose="020B0604020202020204" pitchFamily="34" charset="0"/>
              <a:buChar char="•"/>
              <a:defRPr sz="1700" kern="1200">
                <a:solidFill>
                  <a:schemeClr val="tx1"/>
                </a:solidFill>
                <a:latin typeface="Trebuchet MS" pitchFamily="34" charset="0"/>
                <a:ea typeface="+mn-ea"/>
                <a:cs typeface="+mn-cs"/>
              </a:defRPr>
            </a:lvl4pPr>
            <a:lvl5pPr marL="2176163" indent="-316533" algn="l" defTabSz="1604132" rtl="0" eaLnBrk="1" latinLnBrk="0" hangingPunct="1">
              <a:lnSpc>
                <a:spcPct val="90000"/>
              </a:lnSpc>
              <a:spcBef>
                <a:spcPts val="877"/>
              </a:spcBef>
              <a:buFont typeface="Arial" panose="020B0604020202020204" pitchFamily="34" charset="0"/>
              <a:buChar char="•"/>
              <a:defRPr sz="1700" kern="1200">
                <a:solidFill>
                  <a:schemeClr val="tx1"/>
                </a:solidFill>
                <a:latin typeface="Trebuchet MS" pitchFamily="34" charset="0"/>
                <a:ea typeface="+mn-ea"/>
                <a:cs typeface="+mn-cs"/>
              </a:defRPr>
            </a:lvl5pPr>
            <a:lvl6pPr marL="4411363"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6pPr>
            <a:lvl7pPr marL="5213429"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7pPr>
            <a:lvl8pPr marL="6015495"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8pPr>
            <a:lvl9pPr marL="6817561" indent="-401033" algn="l" defTabSz="1604132" rtl="0" eaLnBrk="1" latinLnBrk="0" hangingPunct="1">
              <a:lnSpc>
                <a:spcPct val="90000"/>
              </a:lnSpc>
              <a:spcBef>
                <a:spcPts val="877"/>
              </a:spcBef>
              <a:buFont typeface="Arial" panose="020B0604020202020204" pitchFamily="34" charset="0"/>
              <a:buChar char="•"/>
              <a:defRPr sz="3158" kern="1200">
                <a:solidFill>
                  <a:schemeClr val="tx1"/>
                </a:solidFill>
                <a:latin typeface="+mn-lt"/>
                <a:ea typeface="+mn-ea"/>
                <a:cs typeface="+mn-cs"/>
              </a:defRPr>
            </a:lvl9pPr>
          </a:lstStyle>
          <a:p>
            <a:pPr algn="just"/>
            <a:r>
              <a:rPr lang="en-US" dirty="0">
                <a:solidFill>
                  <a:schemeClr val="tx1"/>
                </a:solidFill>
              </a:rPr>
              <a:t>Sincere thanks to Jonas Willén, lecturer and program director of MSc in Sports Technology</a:t>
            </a:r>
            <a:r>
              <a:rPr lang="en-SE" dirty="0">
                <a:solidFill>
                  <a:schemeClr val="tx1"/>
                </a:solidFill>
              </a:rPr>
              <a:t>, </a:t>
            </a:r>
            <a:r>
              <a:rPr lang="en-US" dirty="0">
                <a:solidFill>
                  <a:schemeClr val="tx1"/>
                </a:solidFill>
              </a:rPr>
              <a:t>for supervision, guidance, and helpful feedback throughout the project.</a:t>
            </a:r>
            <a:endParaRPr lang="en-US" dirty="0"/>
          </a:p>
        </p:txBody>
      </p:sp>
    </p:spTree>
    <p:extLst>
      <p:ext uri="{BB962C8B-B14F-4D97-AF65-F5344CB8AC3E}">
        <p14:creationId xmlns:p14="http://schemas.microsoft.com/office/powerpoint/2010/main" val="3105173701"/>
      </p:ext>
    </p:extLst>
  </p:cSld>
  <p:clrMapOvr>
    <a:masterClrMapping/>
  </p:clrMapOvr>
</p:sld>
</file>

<file path=ppt/theme/theme1.xml><?xml version="1.0" encoding="utf-8"?>
<a:theme xmlns:a="http://schemas.openxmlformats.org/drawingml/2006/main" name="A1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Guid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Tema de Office">
  <a:themeElements>
    <a:clrScheme name="Personalizado 1">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DF22E"/>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PosterPresentations.com-100CMx140CM</Template>
  <TotalTime>4994</TotalTime>
  <Words>1555</Words>
  <Application>Microsoft Office PowerPoint</Application>
  <PresentationFormat>Custom</PresentationFormat>
  <Paragraphs>204</Paragraphs>
  <Slides>3</Slides>
  <Notes>3</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vt:i4>
      </vt:variant>
    </vt:vector>
  </HeadingPairs>
  <TitlesOfParts>
    <vt:vector size="14" baseType="lpstr">
      <vt:lpstr>Arial</vt:lpstr>
      <vt:lpstr>Arial Black</vt:lpstr>
      <vt:lpstr>Calibri</vt:lpstr>
      <vt:lpstr>Calibri Light</vt:lpstr>
      <vt:lpstr>Cambria Math</vt:lpstr>
      <vt:lpstr>Century Gothic</vt:lpstr>
      <vt:lpstr>Times New Roman</vt:lpstr>
      <vt:lpstr>Trebuchet MS</vt:lpstr>
      <vt:lpstr>A1 Template</vt:lpstr>
      <vt:lpstr>Without Guides</vt:lpstr>
      <vt:lpstr>Tema de Office</vt:lpstr>
      <vt:lpstr>PowerPoint Presentation</vt:lpstr>
      <vt:lpstr>PowerPoint Presentation</vt:lpstr>
      <vt:lpstr>PowerPoint Presentation</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A1 PowerPoint Presentation</dc:title>
  <dc:subject>Research poster presentation template</dc:subject>
  <dc:creator>PosterPresentations.com</dc:creator>
  <cp:keywords>A1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Sahand Khodabandehloo</cp:lastModifiedBy>
  <cp:revision>36</cp:revision>
  <dcterms:created xsi:type="dcterms:W3CDTF">2012-02-10T00:21:22Z</dcterms:created>
  <dcterms:modified xsi:type="dcterms:W3CDTF">2026-01-07T12:10:17Z</dcterms:modified>
  <cp:category>Research poster templates</cp:category>
</cp:coreProperties>
</file>