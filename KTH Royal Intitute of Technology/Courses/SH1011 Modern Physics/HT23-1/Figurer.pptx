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5D8DF2-0919-443F-B1A8-8E76DA353299}" v="90" dt="2023-08-30T09:18:14.731"/>
    <p1510:client id="{F59B2CCA-0B19-4A1A-B651-FA2D5DC7ABA8}" v="49" dt="2023-08-30T17:10:39.5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798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28B59-5226-EE7B-DBB1-411C27ACE6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B992C1-8EEF-7836-D5E4-F41F0FE7E6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E54AF-54BE-EB36-A8E3-508BAE3FF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DCC8-11A5-42B2-B67A-E5821C9E9411}" type="datetimeFigureOut">
              <a:rPr lang="sv-SE" smtClean="0"/>
              <a:t>2023-08-30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EC1AD-80CD-100F-94A8-963545B3B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B64A2-7828-7DA4-5DFF-3A7C7AF01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8D6D3-27D5-4B98-BBA7-67BF8B957B0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91445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7352E-2316-38C7-5354-D77452B27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17232-C59E-7E6D-44C7-4585A8D8F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96D30-DCDE-AB32-A8E4-52F9EE50E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DCC8-11A5-42B2-B67A-E5821C9E9411}" type="datetimeFigureOut">
              <a:rPr lang="sv-SE" smtClean="0"/>
              <a:t>2023-08-30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16C48-B595-C269-6BFD-0743A9458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99F11-D8D9-DD22-D41E-19F3EA177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8D6D3-27D5-4B98-BBA7-67BF8B957B0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88192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03CB-9F71-2A67-13C7-A9A40B0A8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4A8D5-52D5-05B2-7833-0D20F4EE5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5A9EB-CED4-461E-E402-94C01282A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DCC8-11A5-42B2-B67A-E5821C9E9411}" type="datetimeFigureOut">
              <a:rPr lang="sv-SE" smtClean="0"/>
              <a:t>2023-08-30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5A9F4-A0EF-06DB-B666-3B92C9929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30EBE-AEB3-E1FC-498B-0F148042B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8D6D3-27D5-4B98-BBA7-67BF8B957B0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84722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FF76F-793C-1BA7-AD65-9A4104DFA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17201-65F4-1F95-7D34-7906C9599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20D957-9796-E378-E497-708639622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006D53-D9F9-C71F-F152-10F7C20B1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DCC8-11A5-42B2-B67A-E5821C9E9411}" type="datetimeFigureOut">
              <a:rPr lang="sv-SE" smtClean="0"/>
              <a:t>2023-08-30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E21D10-592C-3801-74B8-0D707A666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8BA80-3CDC-3526-848E-77367E280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8D6D3-27D5-4B98-BBA7-67BF8B957B0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52172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B20A-806B-7144-6B9B-CA2C90CC4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82069-2246-E21D-5786-0189EC43C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BEBC6A-E0EB-6CAB-6187-267268C56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272809-31E7-D70B-41AE-7323BEE1E9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F5ED86-0F24-C339-35AC-FBE6D23C58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B223FB-E86F-9AB2-BCC1-3FBF291B3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DCC8-11A5-42B2-B67A-E5821C9E9411}" type="datetimeFigureOut">
              <a:rPr lang="sv-SE" smtClean="0"/>
              <a:t>2023-08-30</a:t>
            </a:fld>
            <a:endParaRPr lang="sv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CE7C1F-3EBE-2F11-C905-E5BC94367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490907-ECF7-4450-E723-4921CF10C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8D6D3-27D5-4B98-BBA7-67BF8B957B0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94455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1FEA2-65B4-2EF7-EBDB-6037A243D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00E739-99DD-53AD-CD79-DA7C3383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DCC8-11A5-42B2-B67A-E5821C9E9411}" type="datetimeFigureOut">
              <a:rPr lang="sv-SE" smtClean="0"/>
              <a:t>2023-08-30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920AE0-4CE7-0A78-AE72-F7970E884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B776D-B489-D42B-43A8-D4558F624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8D6D3-27D5-4B98-BBA7-67BF8B957B0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5089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E81987-07AF-9FE4-D3BF-F86C08FE6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DCC8-11A5-42B2-B67A-E5821C9E9411}" type="datetimeFigureOut">
              <a:rPr lang="sv-SE" smtClean="0"/>
              <a:t>2023-08-30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407F3A-2F2B-3873-2955-B8F90D1D2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D463A-2377-10AC-A0FB-054EDDD28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8D6D3-27D5-4B98-BBA7-67BF8B957B0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94852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6077A-0A49-0033-0415-DF697DEB1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26DF3-F0D6-E150-6815-1B4F83744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83E6E3-4BF7-CB96-DAAD-123A3470BE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E3A0F9-D45C-E18D-434D-3F67AF144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DCC8-11A5-42B2-B67A-E5821C9E9411}" type="datetimeFigureOut">
              <a:rPr lang="sv-SE" smtClean="0"/>
              <a:t>2023-08-30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71F718-F5F4-73B0-3EF0-18CF9E68D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DB5FE3-3A99-49A8-A6AF-0E2948701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8D6D3-27D5-4B98-BBA7-67BF8B957B0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72896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38493-8EA1-8F25-0F8F-A9CAED9D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45C450-7704-216F-503D-D18F2193C7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AC3008-9D48-ED86-2354-B3658C1F90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3C43F8-2E43-A099-1777-AEC48675E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DCC8-11A5-42B2-B67A-E5821C9E9411}" type="datetimeFigureOut">
              <a:rPr lang="sv-SE" smtClean="0"/>
              <a:t>2023-08-30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107D3-285D-A97B-244C-A06346D94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CC04E6-A111-2F50-1B5F-E62C0974E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8D6D3-27D5-4B98-BBA7-67BF8B957B0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92637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D3F4D-4BDB-A28D-33B4-A8373A374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A7DB3-835C-07FC-FC22-802253541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0FEFD-CD64-8921-71AE-FD534D596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DCC8-11A5-42B2-B67A-E5821C9E9411}" type="datetimeFigureOut">
              <a:rPr lang="sv-SE" smtClean="0"/>
              <a:t>2023-08-30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15F80-2584-273D-4D62-62FABE104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67E9E-3D02-0B6E-1C9D-84EBF6F88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8D6D3-27D5-4B98-BBA7-67BF8B957B0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65995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54B857-85CC-DFDD-2248-83A2EF6796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66C435-1575-6150-54FB-855D990725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0108F-2429-15B6-3FCD-75C7EC7F7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DCC8-11A5-42B2-B67A-E5821C9E9411}" type="datetimeFigureOut">
              <a:rPr lang="sv-SE" smtClean="0"/>
              <a:t>2023-08-30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B24E0-84D1-9E4E-392B-AF587FDCD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62717-3590-00A3-DDC4-031105193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8D6D3-27D5-4B98-BBA7-67BF8B957B0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91995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259755-3B51-02B7-430C-32C5E4359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F143D1-74E1-AA1D-14B7-0FB3EF1A4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35FE5-A134-2096-E5C2-B4136164D4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FDCC8-11A5-42B2-B67A-E5821C9E9411}" type="datetimeFigureOut">
              <a:rPr lang="sv-SE" smtClean="0"/>
              <a:t>2023-08-30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142FD-0B57-3828-8C74-D261DAAFFF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1B6F0-61FB-D82B-5DE6-8581EB8CD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28D6D3-27D5-4B98-BBA7-67BF8B957B0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97387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0C7531-5311-90B0-F775-0EE351AF7A95}"/>
              </a:ext>
            </a:extLst>
          </p:cNvPr>
          <p:cNvSpPr txBox="1"/>
          <p:nvPr/>
        </p:nvSpPr>
        <p:spPr>
          <a:xfrm>
            <a:off x="253245" y="77103"/>
            <a:ext cx="45033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u="sng" dirty="0"/>
              <a:t>Viktiga komponenter i figurer: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93AA01-3A22-2561-0399-8BBACDCD1137}"/>
                  </a:ext>
                </a:extLst>
              </p:cNvPr>
              <p:cNvSpPr txBox="1"/>
              <p:nvPr/>
            </p:nvSpPr>
            <p:spPr>
              <a:xfrm>
                <a:off x="630715" y="671691"/>
                <a:ext cx="10930570" cy="66171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sv-SE" sz="2800" b="1" dirty="0"/>
                  <a:t>Axlar: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sv-SE" sz="2800" dirty="0"/>
                  <a:t>Storheter, </a:t>
                </a:r>
                <a:r>
                  <a:rPr lang="sv-SE" sz="2800" dirty="0" err="1"/>
                  <a:t>t.ex</a:t>
                </a:r>
                <a:r>
                  <a:rPr lang="sv-SE" sz="2800" dirty="0"/>
                  <a:t> </a:t>
                </a:r>
                <a:r>
                  <a:rPr lang="sv-SE" sz="2800" i="1" dirty="0"/>
                  <a:t>Avstånd.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sv-SE" sz="2800" dirty="0"/>
                  <a:t>Enheter, </a:t>
                </a:r>
                <a:r>
                  <a:rPr lang="sv-SE" sz="2800" dirty="0" err="1"/>
                  <a:t>t.ex</a:t>
                </a:r>
                <a:r>
                  <a:rPr lang="sv-SE" sz="2800" dirty="0"/>
                  <a:t> </a:t>
                </a:r>
                <a:r>
                  <a:rPr lang="sv-SE" sz="2800" i="1" dirty="0"/>
                  <a:t>[m].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sv-SE" sz="2800" dirty="0"/>
                  <a:t>(Symbol, </a:t>
                </a:r>
                <a:r>
                  <a:rPr lang="sv-SE" sz="2800" dirty="0" err="1"/>
                  <a:t>t.ex</a:t>
                </a:r>
                <a:r>
                  <a:rPr lang="sv-SE" sz="2800" dirty="0"/>
                  <a:t> </a:t>
                </a:r>
                <a14:m>
                  <m:oMath xmlns:m="http://schemas.openxmlformats.org/officeDocument/2006/math">
                    <m:r>
                      <a:rPr lang="sv-SE" sz="28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sv-SE" sz="2800" dirty="0"/>
                  <a:t>).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sv-SE" sz="2800" dirty="0"/>
                  <a:t>Begränsa området figuren visar till de relevanta delarna via </a:t>
                </a:r>
                <a:r>
                  <a:rPr lang="sv-SE" sz="2800" i="1" dirty="0" err="1"/>
                  <a:t>xlim</a:t>
                </a:r>
                <a:r>
                  <a:rPr lang="sv-SE" sz="2800" i="1" dirty="0"/>
                  <a:t>([min, max]) </a:t>
                </a:r>
                <a:r>
                  <a:rPr lang="sv-SE" sz="2800" dirty="0"/>
                  <a:t>och </a:t>
                </a:r>
                <a:r>
                  <a:rPr lang="sv-SE" sz="2800" i="1" dirty="0" err="1"/>
                  <a:t>ylim</a:t>
                </a:r>
                <a:r>
                  <a:rPr lang="sv-SE" sz="2800" i="1" dirty="0"/>
                  <a:t>([min, max])</a:t>
                </a:r>
                <a:r>
                  <a:rPr lang="sv-SE" sz="2800" dirty="0"/>
                  <a:t> </a:t>
                </a:r>
                <a:endParaRPr lang="sv-SE" sz="2800" i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sv-SE" sz="2800" b="1" dirty="0"/>
                  <a:t>Linjer och markeringar: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sv-SE" sz="2800" dirty="0"/>
                  <a:t>I MATLAB är standardtjockleken av linjer lite för tunn i  de flesta sammanhangen. Ändra egenskapen ”</a:t>
                </a:r>
                <a:r>
                  <a:rPr lang="sv-SE" sz="2800" dirty="0" err="1"/>
                  <a:t>LineWidth</a:t>
                </a:r>
                <a:r>
                  <a:rPr lang="sv-SE" sz="2800" dirty="0"/>
                  <a:t>” till något över 0.5 tills det att figuren är tydlig.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sv-SE" sz="2800" dirty="0"/>
                  <a:t>Om flera linjer finns i samma figur rekommenderas att de ska ha olika färger och/eller olika ”</a:t>
                </a:r>
                <a:r>
                  <a:rPr lang="sv-SE" sz="2800" dirty="0" err="1"/>
                  <a:t>LineStyle</a:t>
                </a:r>
                <a:r>
                  <a:rPr lang="sv-SE" sz="2800" dirty="0"/>
                  <a:t>”/”Marker”.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sv-SE" sz="2800" dirty="0"/>
                  <a:t>En legend som identifierar de olika linjerna, behövs ej med endast en linje.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sv-SE" sz="3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93AA01-3A22-2561-0399-8BBACDCD1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715" y="671691"/>
                <a:ext cx="10930570" cy="6617196"/>
              </a:xfrm>
              <a:prstGeom prst="rect">
                <a:avLst/>
              </a:prstGeom>
              <a:blipFill>
                <a:blip r:embed="rId2"/>
                <a:stretch>
                  <a:fillRect l="-1003" t="-829" r="-172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4746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51275D-0E68-7F6E-B0F2-9F8354F8B655}"/>
              </a:ext>
            </a:extLst>
          </p:cNvPr>
          <p:cNvSpPr txBox="1"/>
          <p:nvPr/>
        </p:nvSpPr>
        <p:spPr>
          <a:xfrm>
            <a:off x="810228" y="641474"/>
            <a:ext cx="9699249" cy="5575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v-SE" sz="2400" b="1" dirty="0"/>
              <a:t>Beskrivningar: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v-SE" sz="2400" dirty="0"/>
              <a:t>Figurnummer och beskrivning </a:t>
            </a:r>
            <a:r>
              <a:rPr lang="sv-SE" sz="2400" b="1" dirty="0"/>
              <a:t>under </a:t>
            </a:r>
            <a:r>
              <a:rPr lang="sv-SE" sz="2400" dirty="0"/>
              <a:t>figuren (för en tabell brukar texten vara över).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v-SE" sz="2400" dirty="0"/>
              <a:t>Figurtitel, inte alltid nödvändigt men ska finnas med i denna kurs.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v-SE" sz="2400" b="1" dirty="0"/>
              <a:t>Övrigt: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v-SE" sz="2400" dirty="0"/>
              <a:t>Textstorlek. I MATLAB upptäcker man ofta inte hur stor texten (inklusive siffror) bör vara förens figuren placerats i dess kontext (rapport, PowerPoint, osv).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v-SE" sz="2400" dirty="0"/>
              <a:t>Fundera på om ett rutnät gör figuren tydligare eller inte (”</a:t>
            </a:r>
            <a:r>
              <a:rPr lang="sv-SE" sz="2400" dirty="0" err="1"/>
              <a:t>grid</a:t>
            </a:r>
            <a:r>
              <a:rPr lang="sv-SE" sz="2400" dirty="0"/>
              <a:t> on” </a:t>
            </a:r>
            <a:r>
              <a:rPr lang="sv-SE" sz="2400" dirty="0" err="1"/>
              <a:t>resp</a:t>
            </a:r>
            <a:r>
              <a:rPr lang="sv-SE" sz="2400" dirty="0"/>
              <a:t> ”</a:t>
            </a:r>
            <a:r>
              <a:rPr lang="sv-SE" sz="2400" dirty="0" err="1"/>
              <a:t>grid</a:t>
            </a:r>
            <a:r>
              <a:rPr lang="sv-SE" sz="2400" dirty="0"/>
              <a:t> off</a:t>
            </a:r>
            <a:r>
              <a:rPr lang="sv-SE" sz="2400" i="1" dirty="0"/>
              <a:t>”</a:t>
            </a:r>
            <a:r>
              <a:rPr lang="sv-SE" sz="2400" dirty="0"/>
              <a:t>), beror på sammanhang.</a:t>
            </a:r>
          </a:p>
        </p:txBody>
      </p:sp>
    </p:spTree>
    <p:extLst>
      <p:ext uri="{BB962C8B-B14F-4D97-AF65-F5344CB8AC3E}">
        <p14:creationId xmlns:p14="http://schemas.microsoft.com/office/powerpoint/2010/main" val="3363063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E35168-0C72-8523-AD96-E98343D9F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410" y="952100"/>
            <a:ext cx="6532775" cy="54439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506A8B-2B3B-9C9A-52AE-C8265AC9A36D}"/>
              </a:ext>
            </a:extLst>
          </p:cNvPr>
          <p:cNvSpPr txBox="1"/>
          <p:nvPr/>
        </p:nvSpPr>
        <p:spPr>
          <a:xfrm>
            <a:off x="970698" y="484640"/>
            <a:ext cx="3637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Hur MATLAB tycker att det ska se ut: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49D919-D906-5633-9F2A-0D6416C82913}"/>
              </a:ext>
            </a:extLst>
          </p:cNvPr>
          <p:cNvSpPr txBox="1"/>
          <p:nvPr/>
        </p:nvSpPr>
        <p:spPr>
          <a:xfrm>
            <a:off x="7286055" y="461921"/>
            <a:ext cx="3637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b="1" dirty="0"/>
              <a:t>Efter lite arbete: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A4D7ED-D3A0-3EB5-29EB-4674E343E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07" y="1432529"/>
            <a:ext cx="5050571" cy="4520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157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81CF7F8-76CB-4DDF-B895-B9C321728679}"/>
                  </a:ext>
                </a:extLst>
              </p:cNvPr>
              <p:cNvSpPr txBox="1"/>
              <p:nvPr/>
            </p:nvSpPr>
            <p:spPr>
              <a:xfrm>
                <a:off x="630715" y="671691"/>
                <a:ext cx="10930570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800" b="1" dirty="0"/>
                  <a:t>Övning:</a:t>
                </a:r>
              </a:p>
              <a:p>
                <a:r>
                  <a:rPr lang="sv-SE" sz="2800" dirty="0"/>
                  <a:t>Rita</a:t>
                </a:r>
                <a:r>
                  <a:rPr lang="sv-SE" sz="2800" b="1" dirty="0"/>
                  <a:t>:</a:t>
                </a:r>
              </a:p>
              <a:p>
                <a:endParaRPr lang="sv-SE" sz="28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sv-SE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sv-SE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sv-SE" sz="3200" b="0" i="1" smtClean="0"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sv-SE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sv-SE" sz="32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sv-SE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sv-SE" sz="3200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sv-SE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3200" b="0" i="1" smtClean="0">
                              <a:latin typeface="Cambria Math" panose="02040503050406030204" pitchFamily="18" charset="0"/>
                            </a:rPr>
                            <m:t>−180,180</m:t>
                          </m:r>
                        </m:e>
                      </m:d>
                      <m:r>
                        <a:rPr lang="sv-SE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sv-SE" sz="3200" b="0" i="0" smtClean="0">
                          <a:latin typeface="Cambria Math" panose="02040503050406030204" pitchFamily="18" charset="0"/>
                        </a:rPr>
                        <m:t>grader</m:t>
                      </m:r>
                    </m:oMath>
                  </m:oMathPara>
                </a14:m>
                <a:endParaRPr lang="sv-SE" sz="3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3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sv-SE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sv-SE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sv-SE" sz="3200" b="0" i="0" smtClean="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sv-SE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sv-SE" sz="32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sv-SE" sz="3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sv-SE" sz="3200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sv-SE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3200" i="1">
                              <a:latin typeface="Cambria Math" panose="02040503050406030204" pitchFamily="18" charset="0"/>
                            </a:rPr>
                            <m:t>−180,180</m:t>
                          </m:r>
                        </m:e>
                      </m:d>
                      <m:r>
                        <a:rPr lang="sv-SE" sz="3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sv-SE" sz="3200">
                          <a:latin typeface="Cambria Math" panose="02040503050406030204" pitchFamily="18" charset="0"/>
                        </a:rPr>
                        <m:t>grader</m:t>
                      </m:r>
                    </m:oMath>
                  </m:oMathPara>
                </a14:m>
                <a:endParaRPr lang="sv-SE" sz="3200" dirty="0"/>
              </a:p>
              <a:p>
                <a:endParaRPr lang="sv-SE" sz="32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81CF7F8-76CB-4DDF-B895-B9C321728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715" y="671691"/>
                <a:ext cx="10930570" cy="2862322"/>
              </a:xfrm>
              <a:prstGeom prst="rect">
                <a:avLst/>
              </a:prstGeom>
              <a:blipFill>
                <a:blip r:embed="rId2"/>
                <a:stretch>
                  <a:fillRect l="-1115" t="-191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2946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243</Words>
  <Application>Microsoft Office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Love Sundström</dc:creator>
  <cp:lastModifiedBy>Love Sundström</cp:lastModifiedBy>
  <cp:revision>2</cp:revision>
  <dcterms:created xsi:type="dcterms:W3CDTF">2023-08-29T17:50:53Z</dcterms:created>
  <dcterms:modified xsi:type="dcterms:W3CDTF">2023-08-30T17:54:45Z</dcterms:modified>
</cp:coreProperties>
</file>