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4" r:id="rId4"/>
  </p:sldMasterIdLst>
  <p:notesMasterIdLst>
    <p:notesMasterId r:id="rId16"/>
  </p:notesMasterIdLst>
  <p:handoutMasterIdLst>
    <p:handoutMasterId r:id="rId17"/>
  </p:handoutMasterIdLst>
  <p:sldIdLst>
    <p:sldId id="256" r:id="rId5"/>
    <p:sldId id="285" r:id="rId6"/>
    <p:sldId id="287" r:id="rId7"/>
    <p:sldId id="288" r:id="rId8"/>
    <p:sldId id="289" r:id="rId9"/>
    <p:sldId id="290" r:id="rId10"/>
    <p:sldId id="291" r:id="rId11"/>
    <p:sldId id="296" r:id="rId12"/>
    <p:sldId id="294" r:id="rId13"/>
    <p:sldId id="293" r:id="rId14"/>
    <p:sldId id="274" r:id="rId15"/>
  </p:sldIdLst>
  <p:sldSz cx="12192000" cy="6858000"/>
  <p:notesSz cx="6858000" cy="9144000"/>
  <p:defaultTextStyle>
    <a:defPPr rtl="0">
      <a:defRPr lang="sv-s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4A4D50-9AA2-4163-BAC1-706E414AC282}" v="80" dt="2026-03-25T02:01:12.790"/>
    <p1510:client id="{4FF923C4-F9F3-4F7A-B7C1-CEF58C2E2C53}" v="59" dt="2026-03-24T18:27:15.801"/>
    <p1510:client id="{59806B8B-C0BB-0F2C-91FD-59BF2899B2B2}" v="18" dt="2026-03-25T09:47:11.659"/>
    <p1510:client id="{E7DDABF4-8589-49C8-B2C9-3E5310BD125F}" v="200" dt="2026-03-25T07:58:04.3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hand Khodabandehloo" userId="cb03d64890cf78b3" providerId="LiveId" clId="{D2C1E062-5F83-478A-B1EC-1DDF0D74FB57}"/>
    <pc:docChg chg="undo redo custSel addSld delSld modSld sldOrd">
      <pc:chgData name="Sahand Khodabandehloo" userId="cb03d64890cf78b3" providerId="LiveId" clId="{D2C1E062-5F83-478A-B1EC-1DDF0D74FB57}" dt="2026-03-25T07:58:04.311" v="2817" actId="20577"/>
      <pc:docMkLst>
        <pc:docMk/>
      </pc:docMkLst>
      <pc:sldChg chg="modTransition modNotesTx">
        <pc:chgData name="Sahand Khodabandehloo" userId="cb03d64890cf78b3" providerId="LiveId" clId="{D2C1E062-5F83-478A-B1EC-1DDF0D74FB57}" dt="2026-03-24T17:24:20.101" v="921"/>
        <pc:sldMkLst>
          <pc:docMk/>
          <pc:sldMk cId="3417721485" sldId="256"/>
        </pc:sldMkLst>
      </pc:sldChg>
      <pc:sldChg chg="addSp modSp mod modTransition">
        <pc:chgData name="Sahand Khodabandehloo" userId="cb03d64890cf78b3" providerId="LiveId" clId="{D2C1E062-5F83-478A-B1EC-1DDF0D74FB57}" dt="2026-03-24T17:24:20.101" v="921"/>
        <pc:sldMkLst>
          <pc:docMk/>
          <pc:sldMk cId="2939930866" sldId="274"/>
        </pc:sldMkLst>
        <pc:spChg chg="mod">
          <ac:chgData name="Sahand Khodabandehloo" userId="cb03d64890cf78b3" providerId="LiveId" clId="{D2C1E062-5F83-478A-B1EC-1DDF0D74FB57}" dt="2026-03-24T16:29:48.837" v="212" actId="20577"/>
          <ac:spMkLst>
            <pc:docMk/>
            <pc:sldMk cId="2939930866" sldId="274"/>
            <ac:spMk id="3" creationId="{4B64FA72-B055-4AE3-A6FD-8071BD687CBE}"/>
          </ac:spMkLst>
        </pc:spChg>
        <pc:picChg chg="add mod">
          <ac:chgData name="Sahand Khodabandehloo" userId="cb03d64890cf78b3" providerId="LiveId" clId="{D2C1E062-5F83-478A-B1EC-1DDF0D74FB57}" dt="2026-03-24T16:29:31.787" v="203"/>
          <ac:picMkLst>
            <pc:docMk/>
            <pc:sldMk cId="2939930866" sldId="274"/>
            <ac:picMk id="4" creationId="{488940D0-1CFF-D402-FAD6-DE3214940744}"/>
          </ac:picMkLst>
        </pc:picChg>
        <pc:picChg chg="mod">
          <ac:chgData name="Sahand Khodabandehloo" userId="cb03d64890cf78b3" providerId="LiveId" clId="{D2C1E062-5F83-478A-B1EC-1DDF0D74FB57}" dt="2026-03-24T16:29:35.497" v="204" actId="14826"/>
          <ac:picMkLst>
            <pc:docMk/>
            <pc:sldMk cId="2939930866" sldId="274"/>
            <ac:picMk id="6" creationId="{D386D6C4-88EC-BA78-799A-709FF5F166D5}"/>
          </ac:picMkLst>
        </pc:picChg>
      </pc:sldChg>
      <pc:sldChg chg="modSp mod modTransition">
        <pc:chgData name="Sahand Khodabandehloo" userId="cb03d64890cf78b3" providerId="LiveId" clId="{D2C1E062-5F83-478A-B1EC-1DDF0D74FB57}" dt="2026-03-24T18:22:14.171" v="2484" actId="20577"/>
        <pc:sldMkLst>
          <pc:docMk/>
          <pc:sldMk cId="2960998872" sldId="285"/>
        </pc:sldMkLst>
        <pc:spChg chg="mod">
          <ac:chgData name="Sahand Khodabandehloo" userId="cb03d64890cf78b3" providerId="LiveId" clId="{D2C1E062-5F83-478A-B1EC-1DDF0D74FB57}" dt="2026-03-24T17:29:32.078" v="1048" actId="20577"/>
          <ac:spMkLst>
            <pc:docMk/>
            <pc:sldMk cId="2960998872" sldId="285"/>
            <ac:spMk id="2" creationId="{A37F95FB-880F-C067-6780-CA957B5688E9}"/>
          </ac:spMkLst>
        </pc:spChg>
        <pc:spChg chg="mod">
          <ac:chgData name="Sahand Khodabandehloo" userId="cb03d64890cf78b3" providerId="LiveId" clId="{D2C1E062-5F83-478A-B1EC-1DDF0D74FB57}" dt="2026-03-24T18:22:14.171" v="2484" actId="20577"/>
          <ac:spMkLst>
            <pc:docMk/>
            <pc:sldMk cId="2960998872" sldId="285"/>
            <ac:spMk id="3" creationId="{269BB4FC-2808-D5ED-4FF4-937CF798DA75}"/>
          </ac:spMkLst>
        </pc:spChg>
        <pc:picChg chg="mod">
          <ac:chgData name="Sahand Khodabandehloo" userId="cb03d64890cf78b3" providerId="LiveId" clId="{D2C1E062-5F83-478A-B1EC-1DDF0D74FB57}" dt="2026-03-24T16:29:24.849" v="201" actId="14100"/>
          <ac:picMkLst>
            <pc:docMk/>
            <pc:sldMk cId="2960998872" sldId="285"/>
            <ac:picMk id="11" creationId="{B114FE06-932B-A31F-111C-95820E77828D}"/>
          </ac:picMkLst>
        </pc:picChg>
      </pc:sldChg>
      <pc:sldChg chg="addSp modSp mod modTransition">
        <pc:chgData name="Sahand Khodabandehloo" userId="cb03d64890cf78b3" providerId="LiveId" clId="{D2C1E062-5F83-478A-B1EC-1DDF0D74FB57}" dt="2026-03-24T17:24:20.101" v="921"/>
        <pc:sldMkLst>
          <pc:docMk/>
          <pc:sldMk cId="2342612177" sldId="286"/>
        </pc:sldMkLst>
        <pc:picChg chg="add mod">
          <ac:chgData name="Sahand Khodabandehloo" userId="cb03d64890cf78b3" providerId="LiveId" clId="{D2C1E062-5F83-478A-B1EC-1DDF0D74FB57}" dt="2026-03-24T16:28:48.001" v="189" actId="14100"/>
          <ac:picMkLst>
            <pc:docMk/>
            <pc:sldMk cId="2342612177" sldId="286"/>
            <ac:picMk id="4" creationId="{65FA6004-7993-1CE8-E6B6-FED3DB67AB96}"/>
          </ac:picMkLst>
        </pc:picChg>
      </pc:sldChg>
      <pc:sldChg chg="del">
        <pc:chgData name="Sahand Khodabandehloo" userId="cb03d64890cf78b3" providerId="LiveId" clId="{D2C1E062-5F83-478A-B1EC-1DDF0D74FB57}" dt="2026-03-24T16:26:11.634" v="0" actId="47"/>
        <pc:sldMkLst>
          <pc:docMk/>
          <pc:sldMk cId="2013133344" sldId="287"/>
        </pc:sldMkLst>
      </pc:sldChg>
      <pc:sldChg chg="addSp delSp modSp add mod modTransition">
        <pc:chgData name="Sahand Khodabandehloo" userId="cb03d64890cf78b3" providerId="LiveId" clId="{D2C1E062-5F83-478A-B1EC-1DDF0D74FB57}" dt="2026-03-24T18:22:35.865" v="2492" actId="14100"/>
        <pc:sldMkLst>
          <pc:docMk/>
          <pc:sldMk cId="3976923513" sldId="287"/>
        </pc:sldMkLst>
        <pc:spChg chg="mod">
          <ac:chgData name="Sahand Khodabandehloo" userId="cb03d64890cf78b3" providerId="LiveId" clId="{D2C1E062-5F83-478A-B1EC-1DDF0D74FB57}" dt="2026-03-24T16:31:53.844" v="346" actId="20577"/>
          <ac:spMkLst>
            <pc:docMk/>
            <pc:sldMk cId="3976923513" sldId="287"/>
            <ac:spMk id="2" creationId="{07FC2B91-74AF-ABEF-5017-648A83A72F61}"/>
          </ac:spMkLst>
        </pc:spChg>
        <pc:spChg chg="add del mod">
          <ac:chgData name="Sahand Khodabandehloo" userId="cb03d64890cf78b3" providerId="LiveId" clId="{D2C1E062-5F83-478A-B1EC-1DDF0D74FB57}" dt="2026-03-24T18:22:21.118" v="2488" actId="20577"/>
          <ac:spMkLst>
            <pc:docMk/>
            <pc:sldMk cId="3976923513" sldId="287"/>
            <ac:spMk id="3" creationId="{9E12B2AB-3AD4-B5D1-4532-08762FA0E6C8}"/>
          </ac:spMkLst>
        </pc:spChg>
        <pc:spChg chg="add mod">
          <ac:chgData name="Sahand Khodabandehloo" userId="cb03d64890cf78b3" providerId="LiveId" clId="{D2C1E062-5F83-478A-B1EC-1DDF0D74FB57}" dt="2026-03-24T16:32:41.473" v="464" actId="478"/>
          <ac:spMkLst>
            <pc:docMk/>
            <pc:sldMk cId="3976923513" sldId="287"/>
            <ac:spMk id="4" creationId="{1332B6E1-928F-0843-2E55-9E072534FA00}"/>
          </ac:spMkLst>
        </pc:spChg>
        <pc:spChg chg="add del mod">
          <ac:chgData name="Sahand Khodabandehloo" userId="cb03d64890cf78b3" providerId="LiveId" clId="{D2C1E062-5F83-478A-B1EC-1DDF0D74FB57}" dt="2026-03-24T17:16:52.024" v="735" actId="478"/>
          <ac:spMkLst>
            <pc:docMk/>
            <pc:sldMk cId="3976923513" sldId="287"/>
            <ac:spMk id="5" creationId="{82CA476A-CC39-9267-8A17-40DBC43D3B2D}"/>
          </ac:spMkLst>
        </pc:spChg>
        <pc:spChg chg="add">
          <ac:chgData name="Sahand Khodabandehloo" userId="cb03d64890cf78b3" providerId="LiveId" clId="{D2C1E062-5F83-478A-B1EC-1DDF0D74FB57}" dt="2026-03-24T17:16:57.796" v="736"/>
          <ac:spMkLst>
            <pc:docMk/>
            <pc:sldMk cId="3976923513" sldId="287"/>
            <ac:spMk id="6" creationId="{A3DF3931-FDED-D584-4AA7-3D3490D611F2}"/>
          </ac:spMkLst>
        </pc:spChg>
        <pc:picChg chg="add mod">
          <ac:chgData name="Sahand Khodabandehloo" userId="cb03d64890cf78b3" providerId="LiveId" clId="{D2C1E062-5F83-478A-B1EC-1DDF0D74FB57}" dt="2026-03-24T18:22:35.865" v="2492" actId="14100"/>
          <ac:picMkLst>
            <pc:docMk/>
            <pc:sldMk cId="3976923513" sldId="287"/>
            <ac:picMk id="7" creationId="{01C504F7-B9E2-41D4-406B-EB1C3FDBB06E}"/>
          </ac:picMkLst>
        </pc:picChg>
        <pc:picChg chg="add del">
          <ac:chgData name="Sahand Khodabandehloo" userId="cb03d64890cf78b3" providerId="LiveId" clId="{D2C1E062-5F83-478A-B1EC-1DDF0D74FB57}" dt="2026-03-24T16:32:47.172" v="465" actId="478"/>
          <ac:picMkLst>
            <pc:docMk/>
            <pc:sldMk cId="3976923513" sldId="287"/>
            <ac:picMk id="3074" creationId="{F3FF3314-864D-684F-03AE-4569A7349CB3}"/>
          </ac:picMkLst>
        </pc:picChg>
      </pc:sldChg>
      <pc:sldChg chg="addSp delSp modSp del mod">
        <pc:chgData name="Sahand Khodabandehloo" userId="cb03d64890cf78b3" providerId="LiveId" clId="{D2C1E062-5F83-478A-B1EC-1DDF0D74FB57}" dt="2026-03-24T16:29:27.107" v="202" actId="47"/>
        <pc:sldMkLst>
          <pc:docMk/>
          <pc:sldMk cId="3154686395" sldId="288"/>
        </pc:sldMkLst>
        <pc:spChg chg="mod">
          <ac:chgData name="Sahand Khodabandehloo" userId="cb03d64890cf78b3" providerId="LiveId" clId="{D2C1E062-5F83-478A-B1EC-1DDF0D74FB57}" dt="2026-03-24T16:28:44.849" v="185" actId="20577"/>
          <ac:spMkLst>
            <pc:docMk/>
            <pc:sldMk cId="3154686395" sldId="288"/>
            <ac:spMk id="2" creationId="{C59C7D9E-25A4-61DA-5744-DCAC20990565}"/>
          </ac:spMkLst>
        </pc:spChg>
        <pc:spChg chg="add del mod">
          <ac:chgData name="Sahand Khodabandehloo" userId="cb03d64890cf78b3" providerId="LiveId" clId="{D2C1E062-5F83-478A-B1EC-1DDF0D74FB57}" dt="2026-03-24T16:26:52.288" v="153" actId="20577"/>
          <ac:spMkLst>
            <pc:docMk/>
            <pc:sldMk cId="3154686395" sldId="288"/>
            <ac:spMk id="3" creationId="{7B7FF373-684E-4C3F-8433-B8DCF56607F9}"/>
          </ac:spMkLst>
        </pc:spChg>
        <pc:spChg chg="add mod">
          <ac:chgData name="Sahand Khodabandehloo" userId="cb03d64890cf78b3" providerId="LiveId" clId="{D2C1E062-5F83-478A-B1EC-1DDF0D74FB57}" dt="2026-03-24T16:26:24.040" v="15"/>
          <ac:spMkLst>
            <pc:docMk/>
            <pc:sldMk cId="3154686395" sldId="288"/>
            <ac:spMk id="4" creationId="{6C3AC935-0B8A-BD89-7D74-053111CC9866}"/>
          </ac:spMkLst>
        </pc:spChg>
      </pc:sldChg>
      <pc:sldChg chg="modSp add del mod ord modTransition">
        <pc:chgData name="Sahand Khodabandehloo" userId="cb03d64890cf78b3" providerId="LiveId" clId="{D2C1E062-5F83-478A-B1EC-1DDF0D74FB57}" dt="2026-03-24T18:27:40.596" v="2600" actId="20577"/>
        <pc:sldMkLst>
          <pc:docMk/>
          <pc:sldMk cId="3978223693" sldId="288"/>
        </pc:sldMkLst>
        <pc:spChg chg="mod">
          <ac:chgData name="Sahand Khodabandehloo" userId="cb03d64890cf78b3" providerId="LiveId" clId="{D2C1E062-5F83-478A-B1EC-1DDF0D74FB57}" dt="2026-03-24T17:49:23.563" v="1578" actId="20577"/>
          <ac:spMkLst>
            <pc:docMk/>
            <pc:sldMk cId="3978223693" sldId="288"/>
            <ac:spMk id="2" creationId="{5306F10B-013F-1DFC-B0B2-CDF01E337566}"/>
          </ac:spMkLst>
        </pc:spChg>
        <pc:spChg chg="mod">
          <ac:chgData name="Sahand Khodabandehloo" userId="cb03d64890cf78b3" providerId="LiveId" clId="{D2C1E062-5F83-478A-B1EC-1DDF0D74FB57}" dt="2026-03-24T18:27:40.596" v="2600" actId="20577"/>
          <ac:spMkLst>
            <pc:docMk/>
            <pc:sldMk cId="3978223693" sldId="288"/>
            <ac:spMk id="3" creationId="{B5879A94-EB26-66EB-FE5A-A80B452AAAE1}"/>
          </ac:spMkLst>
        </pc:spChg>
      </pc:sldChg>
      <pc:sldChg chg="add del">
        <pc:chgData name="Sahand Khodabandehloo" userId="cb03d64890cf78b3" providerId="LiveId" clId="{D2C1E062-5F83-478A-B1EC-1DDF0D74FB57}" dt="2026-03-24T17:12:14.521" v="702" actId="47"/>
        <pc:sldMkLst>
          <pc:docMk/>
          <pc:sldMk cId="2848278659" sldId="289"/>
        </pc:sldMkLst>
      </pc:sldChg>
      <pc:sldChg chg="addSp modSp add mod modTransition modNotesTx">
        <pc:chgData name="Sahand Khodabandehloo" userId="cb03d64890cf78b3" providerId="LiveId" clId="{D2C1E062-5F83-478A-B1EC-1DDF0D74FB57}" dt="2026-03-25T07:52:58.125" v="2662" actId="20577"/>
        <pc:sldMkLst>
          <pc:docMk/>
          <pc:sldMk cId="3742581953" sldId="289"/>
        </pc:sldMkLst>
        <pc:spChg chg="mod">
          <ac:chgData name="Sahand Khodabandehloo" userId="cb03d64890cf78b3" providerId="LiveId" clId="{D2C1E062-5F83-478A-B1EC-1DDF0D74FB57}" dt="2026-03-24T17:22:28.004" v="844" actId="20577"/>
          <ac:spMkLst>
            <pc:docMk/>
            <pc:sldMk cId="3742581953" sldId="289"/>
            <ac:spMk id="2" creationId="{D442E899-F247-5FCF-447F-577190A032FE}"/>
          </ac:spMkLst>
        </pc:spChg>
        <pc:spChg chg="mod">
          <ac:chgData name="Sahand Khodabandehloo" userId="cb03d64890cf78b3" providerId="LiveId" clId="{D2C1E062-5F83-478A-B1EC-1DDF0D74FB57}" dt="2026-03-24T17:51:51.672" v="1645" actId="20577"/>
          <ac:spMkLst>
            <pc:docMk/>
            <pc:sldMk cId="3742581953" sldId="289"/>
            <ac:spMk id="3" creationId="{A1F29E41-1D5B-2911-E182-2E9B6DB45A73}"/>
          </ac:spMkLst>
        </pc:spChg>
        <pc:picChg chg="add mod">
          <ac:chgData name="Sahand Khodabandehloo" userId="cb03d64890cf78b3" providerId="LiveId" clId="{D2C1E062-5F83-478A-B1EC-1DDF0D74FB57}" dt="2026-03-24T17:34:22.370" v="1113" actId="1076"/>
          <ac:picMkLst>
            <pc:docMk/>
            <pc:sldMk cId="3742581953" sldId="289"/>
            <ac:picMk id="4" creationId="{EF64A7B3-9458-C0E9-F219-7828E36D23D1}"/>
          </ac:picMkLst>
        </pc:picChg>
      </pc:sldChg>
      <pc:sldChg chg="modSp add mod modTransition">
        <pc:chgData name="Sahand Khodabandehloo" userId="cb03d64890cf78b3" providerId="LiveId" clId="{D2C1E062-5F83-478A-B1EC-1DDF0D74FB57}" dt="2026-03-24T18:27:57.892" v="2617" actId="20577"/>
        <pc:sldMkLst>
          <pc:docMk/>
          <pc:sldMk cId="1020379943" sldId="290"/>
        </pc:sldMkLst>
        <pc:spChg chg="mod">
          <ac:chgData name="Sahand Khodabandehloo" userId="cb03d64890cf78b3" providerId="LiveId" clId="{D2C1E062-5F83-478A-B1EC-1DDF0D74FB57}" dt="2026-03-24T18:09:36.536" v="2226" actId="20577"/>
          <ac:spMkLst>
            <pc:docMk/>
            <pc:sldMk cId="1020379943" sldId="290"/>
            <ac:spMk id="2" creationId="{9DB65D38-705C-6C88-790A-C5A986573240}"/>
          </ac:spMkLst>
        </pc:spChg>
        <pc:spChg chg="mod">
          <ac:chgData name="Sahand Khodabandehloo" userId="cb03d64890cf78b3" providerId="LiveId" clId="{D2C1E062-5F83-478A-B1EC-1DDF0D74FB57}" dt="2026-03-24T18:27:57.892" v="2617" actId="20577"/>
          <ac:spMkLst>
            <pc:docMk/>
            <pc:sldMk cId="1020379943" sldId="290"/>
            <ac:spMk id="3" creationId="{24FCB86B-FDA7-54C8-D865-6D4D63E30CAC}"/>
          </ac:spMkLst>
        </pc:spChg>
      </pc:sldChg>
      <pc:sldChg chg="add del">
        <pc:chgData name="Sahand Khodabandehloo" userId="cb03d64890cf78b3" providerId="LiveId" clId="{D2C1E062-5F83-478A-B1EC-1DDF0D74FB57}" dt="2026-03-24T17:12:15.124" v="703" actId="47"/>
        <pc:sldMkLst>
          <pc:docMk/>
          <pc:sldMk cId="2905166086" sldId="290"/>
        </pc:sldMkLst>
      </pc:sldChg>
      <pc:sldChg chg="addSp modSp add mod modTransition modNotesTx">
        <pc:chgData name="Sahand Khodabandehloo" userId="cb03d64890cf78b3" providerId="LiveId" clId="{D2C1E062-5F83-478A-B1EC-1DDF0D74FB57}" dt="2026-03-25T07:58:04.311" v="2817" actId="20577"/>
        <pc:sldMkLst>
          <pc:docMk/>
          <pc:sldMk cId="2907597915" sldId="291"/>
        </pc:sldMkLst>
        <pc:spChg chg="mod">
          <ac:chgData name="Sahand Khodabandehloo" userId="cb03d64890cf78b3" providerId="LiveId" clId="{D2C1E062-5F83-478A-B1EC-1DDF0D74FB57}" dt="2026-03-24T18:12:02.735" v="2271" actId="6549"/>
          <ac:spMkLst>
            <pc:docMk/>
            <pc:sldMk cId="2907597915" sldId="291"/>
            <ac:spMk id="2" creationId="{29EA9FDE-0DA9-86B6-8A45-6BE5287B8785}"/>
          </ac:spMkLst>
        </pc:spChg>
        <pc:spChg chg="mod">
          <ac:chgData name="Sahand Khodabandehloo" userId="cb03d64890cf78b3" providerId="LiveId" clId="{D2C1E062-5F83-478A-B1EC-1DDF0D74FB57}" dt="2026-03-25T07:58:04.311" v="2817" actId="20577"/>
          <ac:spMkLst>
            <pc:docMk/>
            <pc:sldMk cId="2907597915" sldId="291"/>
            <ac:spMk id="3" creationId="{04D69D94-0CCB-50D7-B182-664C001F5AF8}"/>
          </ac:spMkLst>
        </pc:spChg>
        <pc:picChg chg="add mod">
          <ac:chgData name="Sahand Khodabandehloo" userId="cb03d64890cf78b3" providerId="LiveId" clId="{D2C1E062-5F83-478A-B1EC-1DDF0D74FB57}" dt="2026-03-24T18:27:12.449" v="2598" actId="1076"/>
          <ac:picMkLst>
            <pc:docMk/>
            <pc:sldMk cId="2907597915" sldId="291"/>
            <ac:picMk id="4" creationId="{2C337ABE-72E4-7774-5BC3-0A00B70AFAC8}"/>
          </ac:picMkLst>
        </pc:picChg>
        <pc:picChg chg="mod">
          <ac:chgData name="Sahand Khodabandehloo" userId="cb03d64890cf78b3" providerId="LiveId" clId="{D2C1E062-5F83-478A-B1EC-1DDF0D74FB57}" dt="2026-03-25T07:57:40.831" v="2803" actId="1076"/>
          <ac:picMkLst>
            <pc:docMk/>
            <pc:sldMk cId="2907597915" sldId="291"/>
            <ac:picMk id="13" creationId="{058CC4A8-359F-274B-29B0-DAC117AC1063}"/>
          </ac:picMkLst>
        </pc:picChg>
        <pc:picChg chg="add mod">
          <ac:chgData name="Sahand Khodabandehloo" userId="cb03d64890cf78b3" providerId="LiveId" clId="{D2C1E062-5F83-478A-B1EC-1DDF0D74FB57}" dt="2026-03-24T18:27:15.799" v="2599" actId="1076"/>
          <ac:picMkLst>
            <pc:docMk/>
            <pc:sldMk cId="2907597915" sldId="291"/>
            <ac:picMk id="4098" creationId="{322B2B88-E370-0F2B-EE01-797080080B2D}"/>
          </ac:picMkLst>
        </pc:picChg>
      </pc:sldChg>
      <pc:sldChg chg="add del">
        <pc:chgData name="Sahand Khodabandehloo" userId="cb03d64890cf78b3" providerId="LiveId" clId="{D2C1E062-5F83-478A-B1EC-1DDF0D74FB57}" dt="2026-03-24T17:12:15.907" v="704" actId="47"/>
        <pc:sldMkLst>
          <pc:docMk/>
          <pc:sldMk cId="4256853254" sldId="291"/>
        </pc:sldMkLst>
      </pc:sldChg>
      <pc:sldChg chg="addSp modSp add mod ord">
        <pc:chgData name="Sahand Khodabandehloo" userId="cb03d64890cf78b3" providerId="LiveId" clId="{D2C1E062-5F83-478A-B1EC-1DDF0D74FB57}" dt="2026-03-24T18:21:24.552" v="2480" actId="14100"/>
        <pc:sldMkLst>
          <pc:docMk/>
          <pc:sldMk cId="214459659" sldId="292"/>
        </pc:sldMkLst>
        <pc:spChg chg="mod">
          <ac:chgData name="Sahand Khodabandehloo" userId="cb03d64890cf78b3" providerId="LiveId" clId="{D2C1E062-5F83-478A-B1EC-1DDF0D74FB57}" dt="2026-03-24T18:21:16.694" v="2478" actId="14100"/>
          <ac:spMkLst>
            <pc:docMk/>
            <pc:sldMk cId="214459659" sldId="292"/>
            <ac:spMk id="2" creationId="{0A8AE75F-D00A-32F2-2DB6-A94D4D21AE57}"/>
          </ac:spMkLst>
        </pc:spChg>
        <pc:spChg chg="mod">
          <ac:chgData name="Sahand Khodabandehloo" userId="cb03d64890cf78b3" providerId="LiveId" clId="{D2C1E062-5F83-478A-B1EC-1DDF0D74FB57}" dt="2026-03-24T18:21:24.552" v="2480" actId="14100"/>
          <ac:spMkLst>
            <pc:docMk/>
            <pc:sldMk cId="214459659" sldId="292"/>
            <ac:spMk id="3" creationId="{07E38A6F-0F7F-BC5A-72D5-0450F03AB05A}"/>
          </ac:spMkLst>
        </pc:spChg>
        <pc:spChg chg="add mod">
          <ac:chgData name="Sahand Khodabandehloo" userId="cb03d64890cf78b3" providerId="LiveId" clId="{D2C1E062-5F83-478A-B1EC-1DDF0D74FB57}" dt="2026-03-24T18:20:12.470" v="2472" actId="12"/>
          <ac:spMkLst>
            <pc:docMk/>
            <pc:sldMk cId="214459659" sldId="292"/>
            <ac:spMk id="4" creationId="{0F019001-637F-796B-D325-2A831348D567}"/>
          </ac:spMkLst>
        </pc:spChg>
      </pc:sldChg>
      <pc:sldChg chg="add del">
        <pc:chgData name="Sahand Khodabandehloo" userId="cb03d64890cf78b3" providerId="LiveId" clId="{D2C1E062-5F83-478A-B1EC-1DDF0D74FB57}" dt="2026-03-24T17:12:16.462" v="705" actId="47"/>
        <pc:sldMkLst>
          <pc:docMk/>
          <pc:sldMk cId="1138186943" sldId="292"/>
        </pc:sldMkLst>
      </pc:sldChg>
      <pc:sldChg chg="add del">
        <pc:chgData name="Sahand Khodabandehloo" userId="cb03d64890cf78b3" providerId="LiveId" clId="{D2C1E062-5F83-478A-B1EC-1DDF0D74FB57}" dt="2026-03-24T17:12:17.248" v="706" actId="47"/>
        <pc:sldMkLst>
          <pc:docMk/>
          <pc:sldMk cId="898626389" sldId="293"/>
        </pc:sldMkLst>
      </pc:sldChg>
      <pc:sldChg chg="add del">
        <pc:chgData name="Sahand Khodabandehloo" userId="cb03d64890cf78b3" providerId="LiveId" clId="{D2C1E062-5F83-478A-B1EC-1DDF0D74FB57}" dt="2026-03-24T16:30:08.308" v="221" actId="47"/>
        <pc:sldMkLst>
          <pc:docMk/>
          <pc:sldMk cId="434824617" sldId="294"/>
        </pc:sldMkLst>
      </pc:sldChg>
    </pc:docChg>
  </pc:docChgLst>
  <pc:docChgLst>
    <pc:chgData name="Guest User" providerId="Windows Live" clId="Web-{59806B8B-C0BB-0F2C-91FD-59BF2899B2B2}"/>
    <pc:docChg chg="modSld">
      <pc:chgData name="Guest User" userId="" providerId="Windows Live" clId="Web-{59806B8B-C0BB-0F2C-91FD-59BF2899B2B2}" dt="2026-03-25T09:47:11.659" v="57" actId="1076"/>
      <pc:docMkLst>
        <pc:docMk/>
      </pc:docMkLst>
      <pc:sldChg chg="modSp">
        <pc:chgData name="Guest User" userId="" providerId="Windows Live" clId="Web-{59806B8B-C0BB-0F2C-91FD-59BF2899B2B2}" dt="2026-03-25T09:47:11.659" v="57" actId="1076"/>
        <pc:sldMkLst>
          <pc:docMk/>
          <pc:sldMk cId="3417721485" sldId="256"/>
        </pc:sldMkLst>
        <pc:picChg chg="mod">
          <ac:chgData name="Guest User" userId="" providerId="Windows Live" clId="Web-{59806B8B-C0BB-0F2C-91FD-59BF2899B2B2}" dt="2026-03-25T09:47:11.659" v="57" actId="1076"/>
          <ac:picMkLst>
            <pc:docMk/>
            <pc:sldMk cId="3417721485" sldId="256"/>
            <ac:picMk id="5" creationId="{7C454B0C-0819-4D56-9275-BCE254DA659D}"/>
          </ac:picMkLst>
        </pc:picChg>
        <pc:picChg chg="mod">
          <ac:chgData name="Guest User" userId="" providerId="Windows Live" clId="Web-{59806B8B-C0BB-0F2C-91FD-59BF2899B2B2}" dt="2026-03-25T09:47:00.237" v="56" actId="1076"/>
          <ac:picMkLst>
            <pc:docMk/>
            <pc:sldMk cId="3417721485" sldId="256"/>
            <ac:picMk id="8" creationId="{215BBA07-9445-F38D-6254-6C1A02A725CC}"/>
          </ac:picMkLst>
        </pc:picChg>
      </pc:sldChg>
      <pc:sldChg chg="modSp">
        <pc:chgData name="Guest User" userId="" providerId="Windows Live" clId="Web-{59806B8B-C0BB-0F2C-91FD-59BF2899B2B2}" dt="2026-03-25T08:14:30.134" v="44" actId="20577"/>
        <pc:sldMkLst>
          <pc:docMk/>
          <pc:sldMk cId="2939930866" sldId="274"/>
        </pc:sldMkLst>
        <pc:spChg chg="mod">
          <ac:chgData name="Guest User" userId="" providerId="Windows Live" clId="Web-{59806B8B-C0BB-0F2C-91FD-59BF2899B2B2}" dt="2026-03-25T08:14:30.134" v="44" actId="20577"/>
          <ac:spMkLst>
            <pc:docMk/>
            <pc:sldMk cId="2939930866" sldId="274"/>
            <ac:spMk id="3" creationId="{4B64FA72-B055-4AE3-A6FD-8071BD687CBE}"/>
          </ac:spMkLst>
        </pc:spChg>
      </pc:sldChg>
      <pc:sldChg chg="modNotes">
        <pc:chgData name="Guest User" userId="" providerId="Windows Live" clId="Web-{59806B8B-C0BB-0F2C-91FD-59BF2899B2B2}" dt="2026-03-25T08:00:47.042" v="21"/>
        <pc:sldMkLst>
          <pc:docMk/>
          <pc:sldMk cId="2960998872" sldId="285"/>
        </pc:sldMkLst>
      </pc:sldChg>
      <pc:sldChg chg="modNotes">
        <pc:chgData name="Guest User" userId="" providerId="Windows Live" clId="Web-{59806B8B-C0BB-0F2C-91FD-59BF2899B2B2}" dt="2026-03-25T08:27:20.909" v="48"/>
        <pc:sldMkLst>
          <pc:docMk/>
          <pc:sldMk cId="3976923513" sldId="287"/>
        </pc:sldMkLst>
      </pc:sldChg>
      <pc:sldChg chg="modSp">
        <pc:chgData name="Guest User" userId="" providerId="Windows Live" clId="Web-{59806B8B-C0BB-0F2C-91FD-59BF2899B2B2}" dt="2026-03-25T08:38:19.585" v="54" actId="20577"/>
        <pc:sldMkLst>
          <pc:docMk/>
          <pc:sldMk cId="543351503" sldId="296"/>
        </pc:sldMkLst>
        <pc:spChg chg="mod">
          <ac:chgData name="Guest User" userId="" providerId="Windows Live" clId="Web-{59806B8B-C0BB-0F2C-91FD-59BF2899B2B2}" dt="2026-03-25T08:38:19.585" v="54" actId="20577"/>
          <ac:spMkLst>
            <pc:docMk/>
            <pc:sldMk cId="543351503" sldId="296"/>
            <ac:spMk id="2" creationId="{0FDF81DE-F381-DD3B-1800-90C8E09D5CE2}"/>
          </ac:spMkLst>
        </pc:spChg>
      </pc:sldChg>
    </pc:docChg>
  </pc:docChgLst>
  <pc:docChgLst>
    <pc:chgData name="Sahand Khodabandehloo" userId="cb03d64890cf78b3" providerId="LiveId" clId="{D26E0251-44D5-4BB6-A8C2-D8C8C62E7A5B}"/>
    <pc:docChg chg="undo redo custSel addSld delSld modSld sldOrd">
      <pc:chgData name="Sahand Khodabandehloo" userId="cb03d64890cf78b3" providerId="LiveId" clId="{D26E0251-44D5-4BB6-A8C2-D8C8C62E7A5B}" dt="2026-03-25T02:01:14.274" v="4194" actId="20577"/>
      <pc:docMkLst>
        <pc:docMk/>
      </pc:docMkLst>
      <pc:sldChg chg="addSp delSp modSp mod modTransition modNotesTx">
        <pc:chgData name="Sahand Khodabandehloo" userId="cb03d64890cf78b3" providerId="LiveId" clId="{D26E0251-44D5-4BB6-A8C2-D8C8C62E7A5B}" dt="2026-03-25T01:53:42.172" v="4119" actId="20577"/>
        <pc:sldMkLst>
          <pc:docMk/>
          <pc:sldMk cId="3417721485" sldId="256"/>
        </pc:sldMkLst>
        <pc:spChg chg="del">
          <ac:chgData name="Sahand Khodabandehloo" userId="cb03d64890cf78b3" providerId="LiveId" clId="{D26E0251-44D5-4BB6-A8C2-D8C8C62E7A5B}" dt="2026-03-25T00:35:19.548" v="1511" actId="478"/>
          <ac:spMkLst>
            <pc:docMk/>
            <pc:sldMk cId="3417721485" sldId="256"/>
            <ac:spMk id="2" creationId="{340C7600-5BA8-4A54-887F-74AF87750A31}"/>
          </ac:spMkLst>
        </pc:spChg>
        <pc:spChg chg="del mod">
          <ac:chgData name="Sahand Khodabandehloo" userId="cb03d64890cf78b3" providerId="LiveId" clId="{D26E0251-44D5-4BB6-A8C2-D8C8C62E7A5B}" dt="2026-03-25T00:36:33.484" v="1526" actId="478"/>
          <ac:spMkLst>
            <pc:docMk/>
            <pc:sldMk cId="3417721485" sldId="256"/>
            <ac:spMk id="3" creationId="{AE584786-6548-4BB4-95FD-977AD1F362C6}"/>
          </ac:spMkLst>
        </pc:spChg>
        <pc:spChg chg="add mod">
          <ac:chgData name="Sahand Khodabandehloo" userId="cb03d64890cf78b3" providerId="LiveId" clId="{D26E0251-44D5-4BB6-A8C2-D8C8C62E7A5B}" dt="2026-03-25T00:35:19.548" v="1511" actId="478"/>
          <ac:spMkLst>
            <pc:docMk/>
            <pc:sldMk cId="3417721485" sldId="256"/>
            <ac:spMk id="6" creationId="{4F4D5AC5-FE30-2F58-FE68-A8198A6BAF19}"/>
          </ac:spMkLst>
        </pc:spChg>
        <pc:spChg chg="add mod">
          <ac:chgData name="Sahand Khodabandehloo" userId="cb03d64890cf78b3" providerId="LiveId" clId="{D26E0251-44D5-4BB6-A8C2-D8C8C62E7A5B}" dt="2026-03-25T00:36:33.484" v="1526" actId="478"/>
          <ac:spMkLst>
            <pc:docMk/>
            <pc:sldMk cId="3417721485" sldId="256"/>
            <ac:spMk id="9" creationId="{C09F49A5-6AF6-28B6-9799-70BCC549F483}"/>
          </ac:spMkLst>
        </pc:spChg>
        <pc:picChg chg="mod ord">
          <ac:chgData name="Sahand Khodabandehloo" userId="cb03d64890cf78b3" providerId="LiveId" clId="{D26E0251-44D5-4BB6-A8C2-D8C8C62E7A5B}" dt="2026-03-25T00:36:53.168" v="1529" actId="1076"/>
          <ac:picMkLst>
            <pc:docMk/>
            <pc:sldMk cId="3417721485" sldId="256"/>
            <ac:picMk id="8" creationId="{215BBA07-9445-F38D-6254-6C1A02A725CC}"/>
          </ac:picMkLst>
        </pc:picChg>
      </pc:sldChg>
      <pc:sldChg chg="addSp delSp modSp mod modTransition">
        <pc:chgData name="Sahand Khodabandehloo" userId="cb03d64890cf78b3" providerId="LiveId" clId="{D26E0251-44D5-4BB6-A8C2-D8C8C62E7A5B}" dt="2026-03-25T00:07:14.317" v="243"/>
        <pc:sldMkLst>
          <pc:docMk/>
          <pc:sldMk cId="2939930866" sldId="274"/>
        </pc:sldMkLst>
        <pc:picChg chg="add mod">
          <ac:chgData name="Sahand Khodabandehloo" userId="cb03d64890cf78b3" providerId="LiveId" clId="{D26E0251-44D5-4BB6-A8C2-D8C8C62E7A5B}" dt="2026-03-25T00:07:14.317" v="243"/>
          <ac:picMkLst>
            <pc:docMk/>
            <pc:sldMk cId="2939930866" sldId="274"/>
            <ac:picMk id="4" creationId="{7847FE36-8103-F599-DD23-3F59CEC229E8}"/>
          </ac:picMkLst>
        </pc:picChg>
        <pc:picChg chg="del mod">
          <ac:chgData name="Sahand Khodabandehloo" userId="cb03d64890cf78b3" providerId="LiveId" clId="{D26E0251-44D5-4BB6-A8C2-D8C8C62E7A5B}" dt="2026-03-25T00:07:14.156" v="242" actId="478"/>
          <ac:picMkLst>
            <pc:docMk/>
            <pc:sldMk cId="2939930866" sldId="274"/>
            <ac:picMk id="6" creationId="{D386D6C4-88EC-BA78-799A-709FF5F166D5}"/>
          </ac:picMkLst>
        </pc:picChg>
      </pc:sldChg>
      <pc:sldChg chg="addSp delSp modSp mod modTransition modNotesTx">
        <pc:chgData name="Sahand Khodabandehloo" userId="cb03d64890cf78b3" providerId="LiveId" clId="{D26E0251-44D5-4BB6-A8C2-D8C8C62E7A5B}" dt="2026-03-25T01:51:37.867" v="4102" actId="6549"/>
        <pc:sldMkLst>
          <pc:docMk/>
          <pc:sldMk cId="2960998872" sldId="285"/>
        </pc:sldMkLst>
        <pc:spChg chg="mod">
          <ac:chgData name="Sahand Khodabandehloo" userId="cb03d64890cf78b3" providerId="LiveId" clId="{D26E0251-44D5-4BB6-A8C2-D8C8C62E7A5B}" dt="2026-03-25T01:45:04.408" v="3919" actId="20577"/>
          <ac:spMkLst>
            <pc:docMk/>
            <pc:sldMk cId="2960998872" sldId="285"/>
            <ac:spMk id="3" creationId="{269BB4FC-2808-D5ED-4FF4-937CF798DA75}"/>
          </ac:spMkLst>
        </pc:spChg>
        <pc:picChg chg="add mod">
          <ac:chgData name="Sahand Khodabandehloo" userId="cb03d64890cf78b3" providerId="LiveId" clId="{D26E0251-44D5-4BB6-A8C2-D8C8C62E7A5B}" dt="2026-03-24T23:42:41.342" v="221"/>
          <ac:picMkLst>
            <pc:docMk/>
            <pc:sldMk cId="2960998872" sldId="285"/>
            <ac:picMk id="4" creationId="{8CB7721E-40A3-80CA-9851-623A881F1C2A}"/>
          </ac:picMkLst>
        </pc:picChg>
        <pc:picChg chg="del">
          <ac:chgData name="Sahand Khodabandehloo" userId="cb03d64890cf78b3" providerId="LiveId" clId="{D26E0251-44D5-4BB6-A8C2-D8C8C62E7A5B}" dt="2026-03-24T23:42:40.989" v="220" actId="478"/>
          <ac:picMkLst>
            <pc:docMk/>
            <pc:sldMk cId="2960998872" sldId="285"/>
            <ac:picMk id="11" creationId="{B114FE06-932B-A31F-111C-95820E77828D}"/>
          </ac:picMkLst>
        </pc:picChg>
      </pc:sldChg>
      <pc:sldChg chg="addSp delSp modSp add del mod modTransition">
        <pc:chgData name="Sahand Khodabandehloo" userId="cb03d64890cf78b3" providerId="LiveId" clId="{D26E0251-44D5-4BB6-A8C2-D8C8C62E7A5B}" dt="2026-03-25T00:14:54.157" v="358" actId="47"/>
        <pc:sldMkLst>
          <pc:docMk/>
          <pc:sldMk cId="2342612177" sldId="286"/>
        </pc:sldMkLst>
        <pc:picChg chg="del">
          <ac:chgData name="Sahand Khodabandehloo" userId="cb03d64890cf78b3" providerId="LiveId" clId="{D26E0251-44D5-4BB6-A8C2-D8C8C62E7A5B}" dt="2026-03-24T23:38:28.268" v="206" actId="478"/>
          <ac:picMkLst>
            <pc:docMk/>
            <pc:sldMk cId="2342612177" sldId="286"/>
            <ac:picMk id="4" creationId="{65FA6004-7993-1CE8-E6B6-FED3DB67AB96}"/>
          </ac:picMkLst>
        </pc:picChg>
        <pc:picChg chg="add mod ord modCrop">
          <ac:chgData name="Sahand Khodabandehloo" userId="cb03d64890cf78b3" providerId="LiveId" clId="{D26E0251-44D5-4BB6-A8C2-D8C8C62E7A5B}" dt="2026-03-24T23:42:10.190" v="217" actId="732"/>
          <ac:picMkLst>
            <pc:docMk/>
            <pc:sldMk cId="2342612177" sldId="286"/>
            <ac:picMk id="5" creationId="{5C454F11-446C-7C58-505B-F56D095E49DD}"/>
          </ac:picMkLst>
        </pc:picChg>
      </pc:sldChg>
      <pc:sldChg chg="addSp delSp modSp mod modTransition modNotesTx">
        <pc:chgData name="Sahand Khodabandehloo" userId="cb03d64890cf78b3" providerId="LiveId" clId="{D26E0251-44D5-4BB6-A8C2-D8C8C62E7A5B}" dt="2026-03-25T01:55:22.589" v="4126" actId="6549"/>
        <pc:sldMkLst>
          <pc:docMk/>
          <pc:sldMk cId="3976923513" sldId="287"/>
        </pc:sldMkLst>
        <pc:spChg chg="mod">
          <ac:chgData name="Sahand Khodabandehloo" userId="cb03d64890cf78b3" providerId="LiveId" clId="{D26E0251-44D5-4BB6-A8C2-D8C8C62E7A5B}" dt="2026-03-25T01:55:22.589" v="4126" actId="6549"/>
          <ac:spMkLst>
            <pc:docMk/>
            <pc:sldMk cId="3976923513" sldId="287"/>
            <ac:spMk id="3" creationId="{9E12B2AB-3AD4-B5D1-4532-08762FA0E6C8}"/>
          </ac:spMkLst>
        </pc:spChg>
        <pc:picChg chg="add mod">
          <ac:chgData name="Sahand Khodabandehloo" userId="cb03d64890cf78b3" providerId="LiveId" clId="{D26E0251-44D5-4BB6-A8C2-D8C8C62E7A5B}" dt="2026-03-24T23:42:44.979" v="223"/>
          <ac:picMkLst>
            <pc:docMk/>
            <pc:sldMk cId="3976923513" sldId="287"/>
            <ac:picMk id="4" creationId="{6654CBFD-4151-3A17-6C56-003826DAFA9C}"/>
          </ac:picMkLst>
        </pc:picChg>
        <pc:picChg chg="del">
          <ac:chgData name="Sahand Khodabandehloo" userId="cb03d64890cf78b3" providerId="LiveId" clId="{D26E0251-44D5-4BB6-A8C2-D8C8C62E7A5B}" dt="2026-03-25T00:26:58.173" v="895" actId="478"/>
          <ac:picMkLst>
            <pc:docMk/>
            <pc:sldMk cId="3976923513" sldId="287"/>
            <ac:picMk id="7" creationId="{01C504F7-B9E2-41D4-406B-EB1C3FDBB06E}"/>
          </ac:picMkLst>
        </pc:picChg>
        <pc:picChg chg="del">
          <ac:chgData name="Sahand Khodabandehloo" userId="cb03d64890cf78b3" providerId="LiveId" clId="{D26E0251-44D5-4BB6-A8C2-D8C8C62E7A5B}" dt="2026-03-24T23:42:44.833" v="222" actId="478"/>
          <ac:picMkLst>
            <pc:docMk/>
            <pc:sldMk cId="3976923513" sldId="287"/>
            <ac:picMk id="11" creationId="{A48597C2-028B-B955-6904-B0CFF3B89698}"/>
          </ac:picMkLst>
        </pc:picChg>
      </pc:sldChg>
      <pc:sldChg chg="addSp delSp modSp mod modTransition modNotesTx">
        <pc:chgData name="Sahand Khodabandehloo" userId="cb03d64890cf78b3" providerId="LiveId" clId="{D26E0251-44D5-4BB6-A8C2-D8C8C62E7A5B}" dt="2026-03-25T01:57:36.424" v="4169" actId="20577"/>
        <pc:sldMkLst>
          <pc:docMk/>
          <pc:sldMk cId="3978223693" sldId="288"/>
        </pc:sldMkLst>
        <pc:spChg chg="mod">
          <ac:chgData name="Sahand Khodabandehloo" userId="cb03d64890cf78b3" providerId="LiveId" clId="{D26E0251-44D5-4BB6-A8C2-D8C8C62E7A5B}" dt="2026-03-25T01:56:32.306" v="4133" actId="20577"/>
          <ac:spMkLst>
            <pc:docMk/>
            <pc:sldMk cId="3978223693" sldId="288"/>
            <ac:spMk id="2" creationId="{5306F10B-013F-1DFC-B0B2-CDF01E337566}"/>
          </ac:spMkLst>
        </pc:spChg>
        <pc:spChg chg="mod">
          <ac:chgData name="Sahand Khodabandehloo" userId="cb03d64890cf78b3" providerId="LiveId" clId="{D26E0251-44D5-4BB6-A8C2-D8C8C62E7A5B}" dt="2026-03-25T01:57:36.424" v="4169" actId="20577"/>
          <ac:spMkLst>
            <pc:docMk/>
            <pc:sldMk cId="3978223693" sldId="288"/>
            <ac:spMk id="3" creationId="{B5879A94-EB26-66EB-FE5A-A80B452AAAE1}"/>
          </ac:spMkLst>
        </pc:spChg>
        <pc:graphicFrameChg chg="add del mod modGraphic">
          <ac:chgData name="Sahand Khodabandehloo" userId="cb03d64890cf78b3" providerId="LiveId" clId="{D26E0251-44D5-4BB6-A8C2-D8C8C62E7A5B}" dt="2026-03-25T00:56:25.692" v="2240" actId="478"/>
          <ac:graphicFrameMkLst>
            <pc:docMk/>
            <pc:sldMk cId="3978223693" sldId="288"/>
            <ac:graphicFrameMk id="5" creationId="{A8218666-0C40-30D3-10FF-4DC01030196A}"/>
          </ac:graphicFrameMkLst>
        </pc:graphicFrameChg>
        <pc:picChg chg="add mod">
          <ac:chgData name="Sahand Khodabandehloo" userId="cb03d64890cf78b3" providerId="LiveId" clId="{D26E0251-44D5-4BB6-A8C2-D8C8C62E7A5B}" dt="2026-03-24T23:42:56.182" v="225"/>
          <ac:picMkLst>
            <pc:docMk/>
            <pc:sldMk cId="3978223693" sldId="288"/>
            <ac:picMk id="4" creationId="{64CD6B56-1C95-DF91-19DD-8A0BF4C88B5A}"/>
          </ac:picMkLst>
        </pc:picChg>
        <pc:picChg chg="del">
          <ac:chgData name="Sahand Khodabandehloo" userId="cb03d64890cf78b3" providerId="LiveId" clId="{D26E0251-44D5-4BB6-A8C2-D8C8C62E7A5B}" dt="2026-03-24T23:42:55.993" v="224" actId="478"/>
          <ac:picMkLst>
            <pc:docMk/>
            <pc:sldMk cId="3978223693" sldId="288"/>
            <ac:picMk id="11" creationId="{C8AE1EB3-872F-6B1B-DA4A-4629241976CA}"/>
          </ac:picMkLst>
        </pc:picChg>
      </pc:sldChg>
      <pc:sldChg chg="addSp delSp modSp mod modTransition modNotesTx">
        <pc:chgData name="Sahand Khodabandehloo" userId="cb03d64890cf78b3" providerId="LiveId" clId="{D26E0251-44D5-4BB6-A8C2-D8C8C62E7A5B}" dt="2026-03-25T01:47:32.248" v="3983" actId="1076"/>
        <pc:sldMkLst>
          <pc:docMk/>
          <pc:sldMk cId="3742581953" sldId="289"/>
        </pc:sldMkLst>
        <pc:spChg chg="mod">
          <ac:chgData name="Sahand Khodabandehloo" userId="cb03d64890cf78b3" providerId="LiveId" clId="{D26E0251-44D5-4BB6-A8C2-D8C8C62E7A5B}" dt="2026-03-25T00:24:21.945" v="733" actId="20577"/>
          <ac:spMkLst>
            <pc:docMk/>
            <pc:sldMk cId="3742581953" sldId="289"/>
            <ac:spMk id="2" creationId="{D442E899-F247-5FCF-447F-577190A032FE}"/>
          </ac:spMkLst>
        </pc:spChg>
        <pc:spChg chg="mod">
          <ac:chgData name="Sahand Khodabandehloo" userId="cb03d64890cf78b3" providerId="LiveId" clId="{D26E0251-44D5-4BB6-A8C2-D8C8C62E7A5B}" dt="2026-03-25T01:02:55.979" v="2375" actId="20577"/>
          <ac:spMkLst>
            <pc:docMk/>
            <pc:sldMk cId="3742581953" sldId="289"/>
            <ac:spMk id="3" creationId="{A1F29E41-1D5B-2911-E182-2E9B6DB45A73}"/>
          </ac:spMkLst>
        </pc:spChg>
        <pc:spChg chg="add">
          <ac:chgData name="Sahand Khodabandehloo" userId="cb03d64890cf78b3" providerId="LiveId" clId="{D26E0251-44D5-4BB6-A8C2-D8C8C62E7A5B}" dt="2026-03-25T00:09:36.946" v="275"/>
          <ac:spMkLst>
            <pc:docMk/>
            <pc:sldMk cId="3742581953" sldId="289"/>
            <ac:spMk id="7" creationId="{C257A374-E836-6B5F-47CC-92BB545CDD75}"/>
          </ac:spMkLst>
        </pc:spChg>
        <pc:picChg chg="del">
          <ac:chgData name="Sahand Khodabandehloo" userId="cb03d64890cf78b3" providerId="LiveId" clId="{D26E0251-44D5-4BB6-A8C2-D8C8C62E7A5B}" dt="2026-03-25T00:09:36.553" v="274" actId="478"/>
          <ac:picMkLst>
            <pc:docMk/>
            <pc:sldMk cId="3742581953" sldId="289"/>
            <ac:picMk id="4" creationId="{EF64A7B3-9458-C0E9-F219-7828E36D23D1}"/>
          </ac:picMkLst>
        </pc:picChg>
        <pc:picChg chg="add mod">
          <ac:chgData name="Sahand Khodabandehloo" userId="cb03d64890cf78b3" providerId="LiveId" clId="{D26E0251-44D5-4BB6-A8C2-D8C8C62E7A5B}" dt="2026-03-24T23:42:58.646" v="226"/>
          <ac:picMkLst>
            <pc:docMk/>
            <pc:sldMk cId="3742581953" sldId="289"/>
            <ac:picMk id="5" creationId="{9DA814DF-9A9E-8C52-784A-9C9315101398}"/>
          </ac:picMkLst>
        </pc:picChg>
        <pc:picChg chg="add mod">
          <ac:chgData name="Sahand Khodabandehloo" userId="cb03d64890cf78b3" providerId="LiveId" clId="{D26E0251-44D5-4BB6-A8C2-D8C8C62E7A5B}" dt="2026-03-24T23:43:00.430" v="228"/>
          <ac:picMkLst>
            <pc:docMk/>
            <pc:sldMk cId="3742581953" sldId="289"/>
            <ac:picMk id="6" creationId="{66EC2542-844D-51E4-08BA-4D73FF640123}"/>
          </ac:picMkLst>
        </pc:picChg>
        <pc:picChg chg="add mod">
          <ac:chgData name="Sahand Khodabandehloo" userId="cb03d64890cf78b3" providerId="LiveId" clId="{D26E0251-44D5-4BB6-A8C2-D8C8C62E7A5B}" dt="2026-03-25T01:47:32.248" v="3983" actId="1076"/>
          <ac:picMkLst>
            <pc:docMk/>
            <pc:sldMk cId="3742581953" sldId="289"/>
            <ac:picMk id="8" creationId="{79A39269-92D6-CBE1-EE59-AE34374C0206}"/>
          </ac:picMkLst>
        </pc:picChg>
        <pc:picChg chg="add del">
          <ac:chgData name="Sahand Khodabandehloo" userId="cb03d64890cf78b3" providerId="LiveId" clId="{D26E0251-44D5-4BB6-A8C2-D8C8C62E7A5B}" dt="2026-03-25T00:10:58.478" v="281" actId="478"/>
          <ac:picMkLst>
            <pc:docMk/>
            <pc:sldMk cId="3742581953" sldId="289"/>
            <ac:picMk id="9" creationId="{08AC555E-AB97-1415-7D66-2566323EE3A4}"/>
          </ac:picMkLst>
        </pc:picChg>
        <pc:picChg chg="del">
          <ac:chgData name="Sahand Khodabandehloo" userId="cb03d64890cf78b3" providerId="LiveId" clId="{D26E0251-44D5-4BB6-A8C2-D8C8C62E7A5B}" dt="2026-03-24T23:43:00.067" v="227" actId="478"/>
          <ac:picMkLst>
            <pc:docMk/>
            <pc:sldMk cId="3742581953" sldId="289"/>
            <ac:picMk id="11" creationId="{CA644BDD-E905-63B0-BDB9-726EAE38FC62}"/>
          </ac:picMkLst>
        </pc:picChg>
      </pc:sldChg>
      <pc:sldChg chg="addSp delSp modSp mod modTransition modNotesTx">
        <pc:chgData name="Sahand Khodabandehloo" userId="cb03d64890cf78b3" providerId="LiveId" clId="{D26E0251-44D5-4BB6-A8C2-D8C8C62E7A5B}" dt="2026-03-25T01:49:42.282" v="4072" actId="20577"/>
        <pc:sldMkLst>
          <pc:docMk/>
          <pc:sldMk cId="1020379943" sldId="290"/>
        </pc:sldMkLst>
        <pc:spChg chg="mod">
          <ac:chgData name="Sahand Khodabandehloo" userId="cb03d64890cf78b3" providerId="LiveId" clId="{D26E0251-44D5-4BB6-A8C2-D8C8C62E7A5B}" dt="2026-03-25T01:47:58.318" v="3986" actId="207"/>
          <ac:spMkLst>
            <pc:docMk/>
            <pc:sldMk cId="1020379943" sldId="290"/>
            <ac:spMk id="3" creationId="{24FCB86B-FDA7-54C8-D865-6D4D63E30CAC}"/>
          </ac:spMkLst>
        </pc:spChg>
        <pc:picChg chg="add mod">
          <ac:chgData name="Sahand Khodabandehloo" userId="cb03d64890cf78b3" providerId="LiveId" clId="{D26E0251-44D5-4BB6-A8C2-D8C8C62E7A5B}" dt="2026-03-24T23:43:04.010" v="229"/>
          <ac:picMkLst>
            <pc:docMk/>
            <pc:sldMk cId="1020379943" sldId="290"/>
            <ac:picMk id="4" creationId="{EDDC47A3-D780-5134-F4F5-125A04FAC8C8}"/>
          </ac:picMkLst>
        </pc:picChg>
        <pc:picChg chg="add mod">
          <ac:chgData name="Sahand Khodabandehloo" userId="cb03d64890cf78b3" providerId="LiveId" clId="{D26E0251-44D5-4BB6-A8C2-D8C8C62E7A5B}" dt="2026-03-24T23:43:07.902" v="231"/>
          <ac:picMkLst>
            <pc:docMk/>
            <pc:sldMk cId="1020379943" sldId="290"/>
            <ac:picMk id="5" creationId="{8BB25624-E658-3ABD-B0E6-3EEF30789C2A}"/>
          </ac:picMkLst>
        </pc:picChg>
        <pc:picChg chg="del">
          <ac:chgData name="Sahand Khodabandehloo" userId="cb03d64890cf78b3" providerId="LiveId" clId="{D26E0251-44D5-4BB6-A8C2-D8C8C62E7A5B}" dt="2026-03-24T23:43:07.780" v="230" actId="478"/>
          <ac:picMkLst>
            <pc:docMk/>
            <pc:sldMk cId="1020379943" sldId="290"/>
            <ac:picMk id="11" creationId="{DD88F2FE-2184-6CF6-85F4-012E66218176}"/>
          </ac:picMkLst>
        </pc:picChg>
      </pc:sldChg>
      <pc:sldChg chg="addSp delSp modSp mod modTransition modNotesTx">
        <pc:chgData name="Sahand Khodabandehloo" userId="cb03d64890cf78b3" providerId="LiveId" clId="{D26E0251-44D5-4BB6-A8C2-D8C8C62E7A5B}" dt="2026-03-25T02:01:14.274" v="4194" actId="20577"/>
        <pc:sldMkLst>
          <pc:docMk/>
          <pc:sldMk cId="2907597915" sldId="291"/>
        </pc:sldMkLst>
        <pc:spChg chg="mod">
          <ac:chgData name="Sahand Khodabandehloo" userId="cb03d64890cf78b3" providerId="LiveId" clId="{D26E0251-44D5-4BB6-A8C2-D8C8C62E7A5B}" dt="2026-03-25T00:12:43.955" v="325" actId="20577"/>
          <ac:spMkLst>
            <pc:docMk/>
            <pc:sldMk cId="2907597915" sldId="291"/>
            <ac:spMk id="2" creationId="{29EA9FDE-0DA9-86B6-8A45-6BE5287B8785}"/>
          </ac:spMkLst>
        </pc:spChg>
        <pc:spChg chg="mod">
          <ac:chgData name="Sahand Khodabandehloo" userId="cb03d64890cf78b3" providerId="LiveId" clId="{D26E0251-44D5-4BB6-A8C2-D8C8C62E7A5B}" dt="2026-03-25T02:01:14.274" v="4194" actId="20577"/>
          <ac:spMkLst>
            <pc:docMk/>
            <pc:sldMk cId="2907597915" sldId="291"/>
            <ac:spMk id="3" creationId="{04D69D94-0CCB-50D7-B182-664C001F5AF8}"/>
          </ac:spMkLst>
        </pc:spChg>
        <pc:spChg chg="add">
          <ac:chgData name="Sahand Khodabandehloo" userId="cb03d64890cf78b3" providerId="LiveId" clId="{D26E0251-44D5-4BB6-A8C2-D8C8C62E7A5B}" dt="2026-03-25T00:17:23.841" v="363"/>
          <ac:spMkLst>
            <pc:docMk/>
            <pc:sldMk cId="2907597915" sldId="291"/>
            <ac:spMk id="6" creationId="{0EA77205-46D2-7886-6A19-8D8D60E3AC37}"/>
          </ac:spMkLst>
        </pc:spChg>
        <pc:spChg chg="add">
          <ac:chgData name="Sahand Khodabandehloo" userId="cb03d64890cf78b3" providerId="LiveId" clId="{D26E0251-44D5-4BB6-A8C2-D8C8C62E7A5B}" dt="2026-03-25T00:24:34.193" v="736"/>
          <ac:spMkLst>
            <pc:docMk/>
            <pc:sldMk cId="2907597915" sldId="291"/>
            <ac:spMk id="12" creationId="{27CA65B1-797D-1CA8-DFFF-022738F3F80A}"/>
          </ac:spMkLst>
        </pc:spChg>
        <pc:picChg chg="del mod">
          <ac:chgData name="Sahand Khodabandehloo" userId="cb03d64890cf78b3" providerId="LiveId" clId="{D26E0251-44D5-4BB6-A8C2-D8C8C62E7A5B}" dt="2026-03-25T00:17:22.639" v="361" actId="478"/>
          <ac:picMkLst>
            <pc:docMk/>
            <pc:sldMk cId="2907597915" sldId="291"/>
            <ac:picMk id="4" creationId="{2C337ABE-72E4-7774-5BC3-0A00B70AFAC8}"/>
          </ac:picMkLst>
        </pc:picChg>
        <pc:picChg chg="add mod">
          <ac:chgData name="Sahand Khodabandehloo" userId="cb03d64890cf78b3" providerId="LiveId" clId="{D26E0251-44D5-4BB6-A8C2-D8C8C62E7A5B}" dt="2026-03-24T23:43:11.300" v="233"/>
          <ac:picMkLst>
            <pc:docMk/>
            <pc:sldMk cId="2907597915" sldId="291"/>
            <ac:picMk id="5" creationId="{874D030D-24F4-C4D9-520F-FCDF2AE6E54C}"/>
          </ac:picMkLst>
        </pc:picChg>
        <pc:picChg chg="add del">
          <ac:chgData name="Sahand Khodabandehloo" userId="cb03d64890cf78b3" providerId="LiveId" clId="{D26E0251-44D5-4BB6-A8C2-D8C8C62E7A5B}" dt="2026-03-25T00:17:28.072" v="365" actId="478"/>
          <ac:picMkLst>
            <pc:docMk/>
            <pc:sldMk cId="2907597915" sldId="291"/>
            <ac:picMk id="7" creationId="{8111DFB2-0274-2BE9-C462-FE606FE70C65}"/>
          </ac:picMkLst>
        </pc:picChg>
        <pc:picChg chg="add del">
          <ac:chgData name="Sahand Khodabandehloo" userId="cb03d64890cf78b3" providerId="LiveId" clId="{D26E0251-44D5-4BB6-A8C2-D8C8C62E7A5B}" dt="2026-03-25T00:17:32.552" v="367" actId="478"/>
          <ac:picMkLst>
            <pc:docMk/>
            <pc:sldMk cId="2907597915" sldId="291"/>
            <ac:picMk id="8" creationId="{C7CAEFFD-691D-031A-9145-B132D1107FF2}"/>
          </ac:picMkLst>
        </pc:picChg>
        <pc:picChg chg="add del mod">
          <ac:chgData name="Sahand Khodabandehloo" userId="cb03d64890cf78b3" providerId="LiveId" clId="{D26E0251-44D5-4BB6-A8C2-D8C8C62E7A5B}" dt="2026-03-25T00:19:00.070" v="370" actId="478"/>
          <ac:picMkLst>
            <pc:docMk/>
            <pc:sldMk cId="2907597915" sldId="291"/>
            <ac:picMk id="9" creationId="{1CC6316C-B87E-2AA8-2F7E-0C40AF2458C8}"/>
          </ac:picMkLst>
        </pc:picChg>
        <pc:picChg chg="add del">
          <ac:chgData name="Sahand Khodabandehloo" userId="cb03d64890cf78b3" providerId="LiveId" clId="{D26E0251-44D5-4BB6-A8C2-D8C8C62E7A5B}" dt="2026-03-25T00:24:29.785" v="735" actId="478"/>
          <ac:picMkLst>
            <pc:docMk/>
            <pc:sldMk cId="2907597915" sldId="291"/>
            <ac:picMk id="10" creationId="{1D81E52E-7BFB-6B76-E46F-B7A528AC2C63}"/>
          </ac:picMkLst>
        </pc:picChg>
        <pc:picChg chg="del">
          <ac:chgData name="Sahand Khodabandehloo" userId="cb03d64890cf78b3" providerId="LiveId" clId="{D26E0251-44D5-4BB6-A8C2-D8C8C62E7A5B}" dt="2026-03-24T23:43:11.132" v="232" actId="478"/>
          <ac:picMkLst>
            <pc:docMk/>
            <pc:sldMk cId="2907597915" sldId="291"/>
            <ac:picMk id="11" creationId="{24BB73AF-5510-3F39-EB5D-131DF24150C6}"/>
          </ac:picMkLst>
        </pc:picChg>
        <pc:picChg chg="add mod">
          <ac:chgData name="Sahand Khodabandehloo" userId="cb03d64890cf78b3" providerId="LiveId" clId="{D26E0251-44D5-4BB6-A8C2-D8C8C62E7A5B}" dt="2026-03-25T00:24:43.604" v="741" actId="1076"/>
          <ac:picMkLst>
            <pc:docMk/>
            <pc:sldMk cId="2907597915" sldId="291"/>
            <ac:picMk id="13" creationId="{058CC4A8-359F-274B-29B0-DAC117AC1063}"/>
          </ac:picMkLst>
        </pc:picChg>
        <pc:picChg chg="del">
          <ac:chgData name="Sahand Khodabandehloo" userId="cb03d64890cf78b3" providerId="LiveId" clId="{D26E0251-44D5-4BB6-A8C2-D8C8C62E7A5B}" dt="2026-03-25T00:17:23.431" v="362" actId="478"/>
          <ac:picMkLst>
            <pc:docMk/>
            <pc:sldMk cId="2907597915" sldId="291"/>
            <ac:picMk id="4098" creationId="{322B2B88-E370-0F2B-EE01-797080080B2D}"/>
          </ac:picMkLst>
        </pc:picChg>
      </pc:sldChg>
      <pc:sldChg chg="del">
        <pc:chgData name="Sahand Khodabandehloo" userId="cb03d64890cf78b3" providerId="LiveId" clId="{D26E0251-44D5-4BB6-A8C2-D8C8C62E7A5B}" dt="2026-03-24T23:29:01.078" v="163" actId="47"/>
        <pc:sldMkLst>
          <pc:docMk/>
          <pc:sldMk cId="214459659" sldId="292"/>
        </pc:sldMkLst>
      </pc:sldChg>
      <pc:sldChg chg="addSp delSp modSp new mod modTransition modNotesTx">
        <pc:chgData name="Sahand Khodabandehloo" userId="cb03d64890cf78b3" providerId="LiveId" clId="{D26E0251-44D5-4BB6-A8C2-D8C8C62E7A5B}" dt="2026-03-25T01:42:16.255" v="3762" actId="20577"/>
        <pc:sldMkLst>
          <pc:docMk/>
          <pc:sldMk cId="1991423628" sldId="293"/>
        </pc:sldMkLst>
        <pc:spChg chg="mod">
          <ac:chgData name="Sahand Khodabandehloo" userId="cb03d64890cf78b3" providerId="LiveId" clId="{D26E0251-44D5-4BB6-A8C2-D8C8C62E7A5B}" dt="2026-03-24T23:25:19.068" v="112" actId="20577"/>
          <ac:spMkLst>
            <pc:docMk/>
            <pc:sldMk cId="1991423628" sldId="293"/>
            <ac:spMk id="2" creationId="{CD7BF715-8AA6-7AC5-D2C3-46357425D8FF}"/>
          </ac:spMkLst>
        </pc:spChg>
        <pc:spChg chg="mod">
          <ac:chgData name="Sahand Khodabandehloo" userId="cb03d64890cf78b3" providerId="LiveId" clId="{D26E0251-44D5-4BB6-A8C2-D8C8C62E7A5B}" dt="2026-03-25T01:21:51.489" v="3005" actId="20577"/>
          <ac:spMkLst>
            <pc:docMk/>
            <pc:sldMk cId="1991423628" sldId="293"/>
            <ac:spMk id="3" creationId="{19ACD7BF-FF15-0C49-2309-C2A4112B7D7D}"/>
          </ac:spMkLst>
        </pc:spChg>
        <pc:spChg chg="mod">
          <ac:chgData name="Sahand Khodabandehloo" userId="cb03d64890cf78b3" providerId="LiveId" clId="{D26E0251-44D5-4BB6-A8C2-D8C8C62E7A5B}" dt="2026-03-25T01:21:47.957" v="3003" actId="20577"/>
          <ac:spMkLst>
            <pc:docMk/>
            <pc:sldMk cId="1991423628" sldId="293"/>
            <ac:spMk id="4" creationId="{BA3C418A-992A-07AB-33CC-0F4F118159BA}"/>
          </ac:spMkLst>
        </pc:spChg>
        <pc:picChg chg="add del mod">
          <ac:chgData name="Sahand Khodabandehloo" userId="cb03d64890cf78b3" providerId="LiveId" clId="{D26E0251-44D5-4BB6-A8C2-D8C8C62E7A5B}" dt="2026-03-25T01:17:19.738" v="2791" actId="478"/>
          <ac:picMkLst>
            <pc:docMk/>
            <pc:sldMk cId="1991423628" sldId="293"/>
            <ac:picMk id="5" creationId="{965AE190-064E-3437-CA3A-91F7E2B5507B}"/>
          </ac:picMkLst>
        </pc:picChg>
        <pc:picChg chg="add del mod">
          <ac:chgData name="Sahand Khodabandehloo" userId="cb03d64890cf78b3" providerId="LiveId" clId="{D26E0251-44D5-4BB6-A8C2-D8C8C62E7A5B}" dt="2026-03-25T00:06:59.996" v="236" actId="478"/>
          <ac:picMkLst>
            <pc:docMk/>
            <pc:sldMk cId="1991423628" sldId="293"/>
            <ac:picMk id="6" creationId="{99E0C2A1-2FBD-F0DC-F521-D1C62F0A8490}"/>
          </ac:picMkLst>
        </pc:picChg>
        <pc:picChg chg="add mod">
          <ac:chgData name="Sahand Khodabandehloo" userId="cb03d64890cf78b3" providerId="LiveId" clId="{D26E0251-44D5-4BB6-A8C2-D8C8C62E7A5B}" dt="2026-03-25T00:07:00.143" v="237"/>
          <ac:picMkLst>
            <pc:docMk/>
            <pc:sldMk cId="1991423628" sldId="293"/>
            <ac:picMk id="7" creationId="{F85DC9E2-A2C2-25E4-27ED-2C4F174C627C}"/>
          </ac:picMkLst>
        </pc:picChg>
      </pc:sldChg>
      <pc:sldChg chg="addSp delSp modSp new mod modTransition modNotesTx">
        <pc:chgData name="Sahand Khodabandehloo" userId="cb03d64890cf78b3" providerId="LiveId" clId="{D26E0251-44D5-4BB6-A8C2-D8C8C62E7A5B}" dt="2026-03-25T01:41:41.023" v="3743" actId="20577"/>
        <pc:sldMkLst>
          <pc:docMk/>
          <pc:sldMk cId="762945368" sldId="294"/>
        </pc:sldMkLst>
        <pc:spChg chg="mod">
          <ac:chgData name="Sahand Khodabandehloo" userId="cb03d64890cf78b3" providerId="LiveId" clId="{D26E0251-44D5-4BB6-A8C2-D8C8C62E7A5B}" dt="2026-03-24T23:30:52.891" v="168" actId="255"/>
          <ac:spMkLst>
            <pc:docMk/>
            <pc:sldMk cId="762945368" sldId="294"/>
            <ac:spMk id="2" creationId="{C8AA8C6F-73F2-3C5A-2EAE-98495D4ED0FF}"/>
          </ac:spMkLst>
        </pc:spChg>
        <pc:spChg chg="add del">
          <ac:chgData name="Sahand Khodabandehloo" userId="cb03d64890cf78b3" providerId="LiveId" clId="{D26E0251-44D5-4BB6-A8C2-D8C8C62E7A5B}" dt="2026-03-24T23:31:11.459" v="170" actId="478"/>
          <ac:spMkLst>
            <pc:docMk/>
            <pc:sldMk cId="762945368" sldId="294"/>
            <ac:spMk id="4" creationId="{F3566940-3B71-D0F3-7074-6B49AFC193B2}"/>
          </ac:spMkLst>
        </pc:spChg>
        <pc:spChg chg="add">
          <ac:chgData name="Sahand Khodabandehloo" userId="cb03d64890cf78b3" providerId="LiveId" clId="{D26E0251-44D5-4BB6-A8C2-D8C8C62E7A5B}" dt="2026-03-24T23:31:16.271" v="171"/>
          <ac:spMkLst>
            <pc:docMk/>
            <pc:sldMk cId="762945368" sldId="294"/>
            <ac:spMk id="5" creationId="{482A769B-94F8-60E5-23D6-3DD695E40B71}"/>
          </ac:spMkLst>
        </pc:spChg>
        <pc:picChg chg="add mod">
          <ac:chgData name="Sahand Khodabandehloo" userId="cb03d64890cf78b3" providerId="LiveId" clId="{D26E0251-44D5-4BB6-A8C2-D8C8C62E7A5B}" dt="2026-03-24T23:31:59.668" v="178" actId="1076"/>
          <ac:picMkLst>
            <pc:docMk/>
            <pc:sldMk cId="762945368" sldId="294"/>
            <ac:picMk id="6" creationId="{655145BF-0780-C7C9-B79F-5D6C42F87261}"/>
          </ac:picMkLst>
        </pc:picChg>
        <pc:picChg chg="add del mod">
          <ac:chgData name="Sahand Khodabandehloo" userId="cb03d64890cf78b3" providerId="LiveId" clId="{D26E0251-44D5-4BB6-A8C2-D8C8C62E7A5B}" dt="2026-03-24T23:43:16.824" v="234" actId="478"/>
          <ac:picMkLst>
            <pc:docMk/>
            <pc:sldMk cId="762945368" sldId="294"/>
            <ac:picMk id="7" creationId="{22A25C43-4237-6214-A776-99CE98ADA314}"/>
          </ac:picMkLst>
        </pc:picChg>
        <pc:picChg chg="add mod">
          <ac:chgData name="Sahand Khodabandehloo" userId="cb03d64890cf78b3" providerId="LiveId" clId="{D26E0251-44D5-4BB6-A8C2-D8C8C62E7A5B}" dt="2026-03-24T23:43:17.004" v="235"/>
          <ac:picMkLst>
            <pc:docMk/>
            <pc:sldMk cId="762945368" sldId="294"/>
            <ac:picMk id="8" creationId="{210C6845-1E87-1427-2E7F-2AE960F91C6C}"/>
          </ac:picMkLst>
        </pc:picChg>
      </pc:sldChg>
      <pc:sldChg chg="modSp new del mod">
        <pc:chgData name="Sahand Khodabandehloo" userId="cb03d64890cf78b3" providerId="LiveId" clId="{D26E0251-44D5-4BB6-A8C2-D8C8C62E7A5B}" dt="2026-03-25T00:29:38.574" v="982" actId="47"/>
        <pc:sldMkLst>
          <pc:docMk/>
          <pc:sldMk cId="2652429181" sldId="295"/>
        </pc:sldMkLst>
        <pc:spChg chg="mod">
          <ac:chgData name="Sahand Khodabandehloo" userId="cb03d64890cf78b3" providerId="LiveId" clId="{D26E0251-44D5-4BB6-A8C2-D8C8C62E7A5B}" dt="2026-03-25T00:29:29.169" v="979" actId="20577"/>
          <ac:spMkLst>
            <pc:docMk/>
            <pc:sldMk cId="2652429181" sldId="295"/>
            <ac:spMk id="2" creationId="{ECD6A254-F62E-7EA0-332F-17651DF75409}"/>
          </ac:spMkLst>
        </pc:spChg>
      </pc:sldChg>
      <pc:sldChg chg="modSp add mod ord modNotesTx">
        <pc:chgData name="Sahand Khodabandehloo" userId="cb03d64890cf78b3" providerId="LiveId" clId="{D26E0251-44D5-4BB6-A8C2-D8C8C62E7A5B}" dt="2026-03-25T01:40:30.930" v="3576" actId="20577"/>
        <pc:sldMkLst>
          <pc:docMk/>
          <pc:sldMk cId="543351503" sldId="296"/>
        </pc:sldMkLst>
        <pc:spChg chg="mod">
          <ac:chgData name="Sahand Khodabandehloo" userId="cb03d64890cf78b3" providerId="LiveId" clId="{D26E0251-44D5-4BB6-A8C2-D8C8C62E7A5B}" dt="2026-03-25T00:29:47.277" v="991" actId="20577"/>
          <ac:spMkLst>
            <pc:docMk/>
            <pc:sldMk cId="543351503" sldId="296"/>
            <ac:spMk id="2" creationId="{0FDF81DE-F381-DD3B-1800-90C8E09D5CE2}"/>
          </ac:spMkLst>
        </pc:spChg>
        <pc:spChg chg="mod">
          <ac:chgData name="Sahand Khodabandehloo" userId="cb03d64890cf78b3" providerId="LiveId" clId="{D26E0251-44D5-4BB6-A8C2-D8C8C62E7A5B}" dt="2026-03-25T01:10:28.193" v="2526" actId="6549"/>
          <ac:spMkLst>
            <pc:docMk/>
            <pc:sldMk cId="543351503" sldId="296"/>
            <ac:spMk id="3" creationId="{BD1DCD52-6762-3644-5317-ED851D5C555D}"/>
          </ac:spMkLst>
        </pc:spChg>
      </pc:sldChg>
      <pc:sldChg chg="add del">
        <pc:chgData name="Sahand Khodabandehloo" userId="cb03d64890cf78b3" providerId="LiveId" clId="{D26E0251-44D5-4BB6-A8C2-D8C8C62E7A5B}" dt="2026-03-25T00:29:36.700" v="981" actId="2696"/>
        <pc:sldMkLst>
          <pc:docMk/>
          <pc:sldMk cId="3245246539" sldId="29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>
            <a:extLst>
              <a:ext uri="{FF2B5EF4-FFF2-40B4-BE49-F238E27FC236}">
                <a16:creationId xmlns:a16="http://schemas.microsoft.com/office/drawing/2014/main" id="{737F2D40-DF92-4ADE-A761-CBF896599C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874F42E9-55BA-437C-85B3-324B4E2BF2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9A2401B-18EB-4287-A2B7-7BB1D0449540}" type="datetime1">
              <a:rPr lang="sv-SE" smtClean="0"/>
              <a:t>2026-03-25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407DF0FD-84A5-462F-A0AC-B2CEF6020C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5D85C710-014C-4C89-9B64-843B9863CE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EC605DA-80A8-4B7B-B889-6C5700BB4CE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6653922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sv-SE" noProof="0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085D583-34CD-44D1-A1A3-3123C9B2F31A}" type="datetime1">
              <a:rPr lang="sv-SE" noProof="0" smtClean="0"/>
              <a:t>2026-03-25</a:t>
            </a:fld>
            <a:endParaRPr lang="sv-SE" noProof="0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sv-SE" noProof="0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sv-SE" noProof="0"/>
              <a:t>Redigera format för bakgrundstext</a:t>
            </a:r>
          </a:p>
          <a:p>
            <a:pPr lvl="1" rtl="0"/>
            <a:r>
              <a:rPr lang="sv-SE" noProof="0"/>
              <a:t>Nivå två</a:t>
            </a:r>
          </a:p>
          <a:p>
            <a:pPr lvl="2" rtl="0"/>
            <a:r>
              <a:rPr lang="sv-SE" noProof="0"/>
              <a:t>Nivå tre</a:t>
            </a:r>
          </a:p>
          <a:p>
            <a:pPr lvl="3" rtl="0"/>
            <a:r>
              <a:rPr lang="sv-SE" noProof="0"/>
              <a:t>Nivå fyra</a:t>
            </a:r>
          </a:p>
          <a:p>
            <a:pPr lvl="4" rtl="0"/>
            <a:r>
              <a:rPr lang="sv-SE" noProof="0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sv-SE" noProof="0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3544625-0ADF-4414-89A2-9E135F0C849F}" type="slidenum">
              <a:rPr lang="sv-SE" noProof="0" smtClean="0"/>
              <a:t>‹#›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112222809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r>
              <a:rPr lang="en-SE"/>
              <a:t>Hello, </a:t>
            </a:r>
            <a:r>
              <a:rPr lang="en-US"/>
              <a:t>we will present our project</a:t>
            </a:r>
            <a:r>
              <a:rPr lang="en-SE"/>
              <a:t>, which we call </a:t>
            </a:r>
            <a:r>
              <a:rPr lang="en-SE" err="1"/>
              <a:t>SenseHuman</a:t>
            </a:r>
            <a:r>
              <a:rPr lang="en-SE"/>
              <a:t>.</a:t>
            </a:r>
            <a:endParaRPr lang="sv-SE">
              <a:ea typeface="Calibri"/>
              <a:cs typeface="Calibri"/>
            </a:endParaRP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3544625-0ADF-4414-89A2-9E135F0C849F}" type="slidenum">
              <a:rPr lang="sv-SE" smtClean="0"/>
              <a:t>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49808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/>
              <a:t>Today, AI-driven healthcare is growing rapidly, and </a:t>
            </a:r>
            <a:r>
              <a:rPr lang="en-US"/>
              <a:t>patients generate large amounts of health data. </a:t>
            </a:r>
            <a:endParaRPr lang="en-SE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At the same time, different patient groups have different needs. For example, cardiovascular patients and patients with chronic diseases may require different types of monitoring and support.</a:t>
            </a:r>
            <a:endParaRPr lang="en-SE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/>
          </a:p>
          <a:p>
            <a:pPr>
              <a:defRPr/>
            </a:pPr>
            <a:r>
              <a:rPr lang="en-SE"/>
              <a:t>Therefore, we saw that there is a need </a:t>
            </a:r>
            <a:r>
              <a:rPr lang="en-US"/>
              <a:t>to develop solutions that can handle large amounts of data while also adapting to different patient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3544625-0ADF-4414-89A2-9E135F0C849F}" type="slidenum">
              <a:rPr lang="sv-SE" noProof="0" smtClean="0"/>
              <a:t>2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18834172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368CF-EF48-138B-3E99-F713D4B90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9D3F45-07F6-F4EE-57B6-1D809C956F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A34A0F-E2A5-0475-5297-EDB8ACE3AB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core problem we want to tackle is fragmentation</a:t>
            </a:r>
            <a:r>
              <a:rPr lang="en-SE"/>
              <a:t>: </a:t>
            </a:r>
            <a:r>
              <a:rPr lang="en-US"/>
              <a:t>solutions</a:t>
            </a:r>
            <a:r>
              <a:rPr lang="en-SE"/>
              <a:t> </a:t>
            </a:r>
            <a:r>
              <a:rPr lang="en-US"/>
              <a:t>often work separately rather than together, such as symptom tracking apps, wearables, and clinical AI tools.</a:t>
            </a:r>
            <a:endParaRPr lang="en-SE"/>
          </a:p>
          <a:p>
            <a:endParaRPr lang="en-SE"/>
          </a:p>
          <a:p>
            <a:r>
              <a:rPr lang="en-US"/>
              <a:t>As a result, few systems combine both quantitative data, such as </a:t>
            </a:r>
            <a:r>
              <a:rPr lang="en-SE"/>
              <a:t>stress </a:t>
            </a:r>
            <a:r>
              <a:rPr lang="en-US"/>
              <a:t>level, and qualitative data, such as how the patient feels.</a:t>
            </a:r>
            <a:endParaRPr lang="en-SE"/>
          </a:p>
          <a:p>
            <a:endParaRPr lang="en-SE"/>
          </a:p>
          <a:p>
            <a:r>
              <a:rPr lang="en-US"/>
              <a:t>This creates risks on both sides.</a:t>
            </a:r>
            <a:r>
              <a:rPr lang="en-SE"/>
              <a:t> On one hand, patients </a:t>
            </a:r>
            <a:r>
              <a:rPr lang="en-US"/>
              <a:t>may be uncertain of their true condition, which can lead to inaccurate self-assessment.</a:t>
            </a:r>
            <a:r>
              <a:rPr lang="en-SE"/>
              <a:t> On the other hand</a:t>
            </a:r>
            <a:r>
              <a:rPr lang="en-US"/>
              <a:t>, doctors may only see part of the picture, which can lead to sub-optimal clinical decisions.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89C44-B216-0EAE-A35B-4F2322E5B2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3544625-0ADF-4414-89A2-9E135F0C849F}" type="slidenum">
              <a:rPr lang="sv-SE" noProof="0" smtClean="0"/>
              <a:t>3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2439783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D632A-3DF1-220A-9EA0-57085307B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BADB58-7330-BC3C-A1BE-C7E124E65B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634702-1CD3-B42C-B73C-296A53843A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/>
              <a:t>Our </a:t>
            </a:r>
            <a:r>
              <a:rPr lang="en-US"/>
              <a:t>suggested solution</a:t>
            </a:r>
            <a:r>
              <a:rPr lang="en-SE"/>
              <a:t> is </a:t>
            </a:r>
            <a:r>
              <a:rPr lang="en-US"/>
              <a:t>an AI-driven clinical decision support system</a:t>
            </a:r>
            <a:r>
              <a:rPr lang="en-SE"/>
              <a:t> that integrates </a:t>
            </a:r>
            <a:r>
              <a:rPr lang="en-US"/>
              <a:t>patient narratives </a:t>
            </a:r>
            <a:r>
              <a:rPr lang="en-SE"/>
              <a:t>and </a:t>
            </a:r>
            <a:r>
              <a:rPr lang="en-US"/>
              <a:t>sensor data.</a:t>
            </a:r>
            <a:endParaRPr lang="en-SE"/>
          </a:p>
          <a:p>
            <a:endParaRPr lang="en-SE"/>
          </a:p>
          <a:p>
            <a:r>
              <a:rPr lang="en-US"/>
              <a:t>The target users are patients with specific diseases or injuries, such as heart disease or knee problems.</a:t>
            </a:r>
            <a:endParaRPr lang="en-SE"/>
          </a:p>
          <a:p>
            <a:endParaRPr lang="en-SE"/>
          </a:p>
          <a:p>
            <a:r>
              <a:rPr lang="en-US"/>
              <a:t>The system works through a mobile application </a:t>
            </a:r>
            <a:r>
              <a:rPr lang="en-SE"/>
              <a:t>and </a:t>
            </a:r>
            <a:r>
              <a:rPr lang="en-US"/>
              <a:t>wearable sensors. By combining patient input with objective sensor data, the AI can process the information and generate clinical insights that support better decision-making.</a:t>
            </a:r>
            <a:endParaRPr lang="sv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46749-88D3-3DCC-4A33-18E78268F6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3544625-0ADF-4414-89A2-9E135F0C849F}" type="slidenum">
              <a:rPr lang="sv-SE" noProof="0" smtClean="0"/>
              <a:t>4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8294727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99EB5-6140-B0D3-D7D4-1F6E0C9C7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11BF8B-EA5D-61A1-419D-DBE157F5AD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CD1C6D-B8A7-A7AC-AF69-786F7AB72F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For the patient-side of our solution, patients can record their condition using either text or voice journals, which makes the system flexible and easy to use.</a:t>
            </a:r>
            <a:endParaRPr lang="en-SE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The app also integrates wearable sensors, such as a smartwatch or armband, to collect objective health data.</a:t>
            </a:r>
            <a:endParaRPr lang="en-SE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The goal is to make the interaction simple and intuitive, so patients can use it regularly without difficulty.</a:t>
            </a:r>
            <a:endParaRPr lang="en-SE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In this way, the system supports easy daily tracking of both symptoms and health signals.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807022-2F8A-6943-158D-F042663528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3544625-0ADF-4414-89A2-9E135F0C849F}" type="slidenum">
              <a:rPr lang="sv-SE" noProof="0" smtClean="0"/>
              <a:t>5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14827497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08C97-A907-02B1-E4D9-943193431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E48F24-F749-AC47-405C-C56D9644D0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4A30B6-955B-7B19-5B86-27D744767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/>
              <a:t>In the </a:t>
            </a:r>
            <a:r>
              <a:rPr lang="en-US"/>
              <a:t>AI processing step</a:t>
            </a:r>
            <a:r>
              <a:rPr lang="en-SE"/>
              <a:t>, the </a:t>
            </a:r>
            <a:r>
              <a:rPr lang="en-US"/>
              <a:t>data includes both patient journal entries and sensor measurements.</a:t>
            </a:r>
            <a:endParaRPr lang="en-SE"/>
          </a:p>
          <a:p>
            <a:endParaRPr lang="en-SE"/>
          </a:p>
          <a:p>
            <a:r>
              <a:rPr lang="en-US"/>
              <a:t>The process starts when the patient creates a new journal entry.</a:t>
            </a:r>
            <a:endParaRPr lang="en-SE"/>
          </a:p>
          <a:p>
            <a:endParaRPr lang="en-SE"/>
          </a:p>
          <a:p>
            <a:r>
              <a:rPr lang="en-SE"/>
              <a:t>At that point, t</a:t>
            </a:r>
            <a:r>
              <a:rPr lang="en-US"/>
              <a:t>he sensor data is then analyzed within a relevant time window around the journal entry</a:t>
            </a:r>
            <a:r>
              <a:rPr lang="en-SE"/>
              <a:t>.</a:t>
            </a:r>
          </a:p>
          <a:p>
            <a:endParaRPr lang="en-SE"/>
          </a:p>
          <a:p>
            <a:r>
              <a:rPr lang="en-SE"/>
              <a:t>This way, the </a:t>
            </a:r>
            <a:r>
              <a:rPr lang="en-US"/>
              <a:t>system combines the patient’s subjective input with objective sensor data, allowing the AI to better understand the context.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3B6A16-85E7-359A-0388-96FA69B9E7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3544625-0ADF-4414-89A2-9E135F0C849F}" type="slidenum">
              <a:rPr lang="sv-SE" noProof="0" smtClean="0"/>
              <a:t>6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34652504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35DB4-8F4F-579B-9BAD-55CCFA075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3A6E9A-E445-A1F6-8A50-55BD4DD18C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B47B9E-E362-E65E-D01E-6AB877595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The output of the system is presented in two ways:</a:t>
            </a:r>
            <a:endParaRPr lang="en-SE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For the patient, the AI provides personalized recommendations based on patterns in the journal entries, sensor data, and the specific condition.</a:t>
            </a:r>
            <a:endParaRPr lang="en-SE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For the doctor, the system creates a clear summary of the patient’s context and relevant health data.</a:t>
            </a:r>
            <a:endParaRPr lang="en-SE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This means both the patient and the doctor can access useful information from the same platform.</a:t>
            </a:r>
            <a:endParaRPr lang="en-SE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In that way, the system improves communication and supports better clinical decision-making.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6E2CA-B5F1-2856-9FBE-AD5E1D0E9F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3544625-0ADF-4414-89A2-9E135F0C849F}" type="slidenum">
              <a:rPr lang="sv-SE" noProof="0" smtClean="0"/>
              <a:t>7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27035527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9BECD-F963-9DF7-25D6-558056078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BEC57A-1633-99DF-A200-B9A03C4943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41A85F-0E64-528A-54CC-9D095C07B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/>
              <a:t>Our</a:t>
            </a:r>
            <a:r>
              <a:rPr lang="en-US"/>
              <a:t> method </a:t>
            </a:r>
            <a:r>
              <a:rPr lang="en-SE"/>
              <a:t>is separated into </a:t>
            </a:r>
            <a:r>
              <a:rPr lang="en-US"/>
              <a:t>two phases</a:t>
            </a:r>
            <a:r>
              <a:rPr lang="en-SE"/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In the short term, we focus on understanding the real needs of users through interviews with patients and healthcare professionals, as well as case studies with selected disease groups.</a:t>
            </a:r>
            <a:endParaRPr lang="en-SE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In the long term, the goal is to develop an integrated application, implement AI models for structuring and analyzing the data, and test the solution in real-world scenarios.</a:t>
            </a:r>
            <a:endParaRPr lang="en-SE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This approach helps us move step by step from user needs to a practical and validated system.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82644-B463-ACE5-C26D-820346317F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3544625-0ADF-4414-89A2-9E135F0C849F}" type="slidenum">
              <a:rPr lang="sv-SE" noProof="0" smtClean="0"/>
              <a:t>8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26407613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/>
              <a:t>We will now present a case example that shows how the system works in practice.</a:t>
            </a:r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3544625-0ADF-4414-89A2-9E135F0C849F}" type="slidenum">
              <a:rPr lang="sv-SE" noProof="0" smtClean="0"/>
              <a:t>9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26073751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A 65-year-old patient with heart disease uses both a smartwatch and the app.</a:t>
            </a:r>
            <a:endParaRPr lang="en-SE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The smartwatch continuously records heart rate and physical activity.</a:t>
            </a:r>
            <a:endParaRPr lang="en-SE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The patient then writes, ‘I felt chest pain when walking upstairs today.’</a:t>
            </a:r>
            <a:endParaRPr lang="en-SE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That journal entry triggers the AI process.</a:t>
            </a:r>
            <a:endParaRPr lang="en-SE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The system retrieves relevant sensor data from that time period and analyzes it in context.</a:t>
            </a:r>
            <a:endParaRPr lang="en-SE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It detects an elevated heart rate during activity and links the chest pain to exertion.</a:t>
            </a:r>
            <a:endParaRPr lang="en-SE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Based on this, the system can recommend that the patient monitor symptoms or seek care, while also generating a structured summary for the doctor.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3544625-0ADF-4414-89A2-9E135F0C849F}" type="slidenum">
              <a:rPr lang="sv-SE" noProof="0" smtClean="0"/>
              <a:t>10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33336187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3544625-0ADF-4414-89A2-9E135F0C849F}" type="slidenum">
              <a:rPr lang="sv-SE" smtClean="0"/>
              <a:t>11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4834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Rubrik 1"/>
          <p:cNvSpPr>
            <a:spLocks noGrp="1"/>
          </p:cNvSpPr>
          <p:nvPr>
            <p:ph type="ctrTitle" hasCustomPrompt="1"/>
          </p:nvPr>
        </p:nvSpPr>
        <p:spPr>
          <a:xfrm>
            <a:off x="3962399" y="1964267"/>
            <a:ext cx="7197726" cy="2421464"/>
          </a:xfrm>
        </p:spPr>
        <p:txBody>
          <a:bodyPr rtlCol="0"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pPr rtl="0"/>
            <a:r>
              <a:rPr lang="sv-SE" noProof="0"/>
              <a:t>Klicka här för att ändra format</a:t>
            </a:r>
          </a:p>
        </p:txBody>
      </p:sp>
      <p:sp>
        <p:nvSpPr>
          <p:cNvPr id="3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3962399" y="4385732"/>
            <a:ext cx="7197726" cy="1405467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sv-SE" noProof="0"/>
              <a:t>Klicka om du vill redigera mall för underrubrikformat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 rtlCol="0"/>
          <a:lstStyle/>
          <a:p>
            <a:pPr rtl="0"/>
            <a:fld id="{CD83ECEB-5441-4727-88B7-182FC5A31FE2}" type="datetime1">
              <a:rPr lang="sv-SE" noProof="0" smtClean="0"/>
              <a:t>2026-03-25</a:t>
            </a:fld>
            <a:endParaRPr lang="sv-SE" noProof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 rtlCol="0"/>
          <a:lstStyle/>
          <a:p>
            <a:pPr rtl="0"/>
            <a:endParaRPr lang="sv-SE" noProof="0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 rtlCol="0"/>
          <a:lstStyle/>
          <a:p>
            <a:pPr rtl="0"/>
            <a:fld id="{69E57DC2-970A-4B3E-BB1C-7A09969E49DF}" type="slidenum">
              <a:rPr lang="sv-SE" noProof="0" smtClean="0"/>
              <a:pPr rtl="0"/>
              <a:t>‹#›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22023250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sv-SE" noProof="0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 hasCustomPrompt="1"/>
          </p:nvPr>
        </p:nvSpPr>
        <p:spPr/>
        <p:txBody>
          <a:bodyPr rtlCol="0" anchor="ctr"/>
          <a:lstStyle/>
          <a:p>
            <a:pPr lvl="0" rtl="0"/>
            <a:r>
              <a:rPr lang="sv-SE" noProof="0"/>
              <a:t>Redigera format för bakgrundstext</a:t>
            </a:r>
          </a:p>
          <a:p>
            <a:pPr lvl="1" rtl="0"/>
            <a:r>
              <a:rPr lang="sv-SE" noProof="0"/>
              <a:t>Nivå två</a:t>
            </a:r>
          </a:p>
          <a:p>
            <a:pPr lvl="2" rtl="0"/>
            <a:r>
              <a:rPr lang="sv-SE" noProof="0"/>
              <a:t>Nivå tre</a:t>
            </a:r>
          </a:p>
          <a:p>
            <a:pPr lvl="3" rtl="0"/>
            <a:r>
              <a:rPr lang="sv-SE" noProof="0"/>
              <a:t>Nivå fyra</a:t>
            </a:r>
          </a:p>
          <a:p>
            <a:pPr lvl="4" rtl="0"/>
            <a:r>
              <a:rPr lang="sv-SE" noProof="0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EBDE11D-4346-43B8-951D-2BDF33493F92}" type="datetime1">
              <a:rPr lang="sv-SE" noProof="0" smtClean="0"/>
              <a:t>2026-03-25</a:t>
            </a:fld>
            <a:endParaRPr lang="sv-SE" noProof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v-SE" noProof="0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sv-SE" noProof="0" smtClean="0"/>
              <a:t>‹#›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2466546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685800" y="3308581"/>
            <a:ext cx="10131427" cy="1468800"/>
          </a:xfrm>
        </p:spPr>
        <p:txBody>
          <a:bodyPr rtlCol="0" anchor="b"/>
          <a:lstStyle>
            <a:lvl1pPr algn="l">
              <a:defRPr sz="4000" b="0" cap="all"/>
            </a:lvl1pPr>
          </a:lstStyle>
          <a:p>
            <a:pPr rtl="0"/>
            <a:r>
              <a:rPr lang="sv-SE" noProof="0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 hasCustomPrompt="1"/>
          </p:nvPr>
        </p:nvSpPr>
        <p:spPr>
          <a:xfrm>
            <a:off x="685799" y="4777381"/>
            <a:ext cx="10131428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sv-SE" noProof="0"/>
              <a:t>Redigera format för bakgrundstext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959FBE4-3442-404B-B419-A6EA24456675}" type="datetime1">
              <a:rPr lang="sv-SE" noProof="0" smtClean="0"/>
              <a:t>2026-03-25</a:t>
            </a:fld>
            <a:endParaRPr lang="sv-SE" noProof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v-SE" noProof="0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sv-SE" noProof="0" smtClean="0"/>
              <a:pPr rtl="0"/>
              <a:t>‹#›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1074580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sv-SE" noProof="0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 hasCustomPrompt="1"/>
          </p:nvPr>
        </p:nvSpPr>
        <p:spPr>
          <a:xfrm>
            <a:off x="685802" y="2142067"/>
            <a:ext cx="4995334" cy="3649134"/>
          </a:xfrm>
        </p:spPr>
        <p:txBody>
          <a:bodyPr rtlCol="0">
            <a:normAutofit/>
          </a:bodyPr>
          <a:lstStyle/>
          <a:p>
            <a:pPr lvl="0" rtl="0"/>
            <a:r>
              <a:rPr lang="sv-SE" noProof="0"/>
              <a:t>Redigera format för bakgrundstext</a:t>
            </a:r>
          </a:p>
          <a:p>
            <a:pPr lvl="1" rtl="0"/>
            <a:r>
              <a:rPr lang="sv-SE" noProof="0"/>
              <a:t>Nivå två</a:t>
            </a:r>
          </a:p>
          <a:p>
            <a:pPr lvl="2" rtl="0"/>
            <a:r>
              <a:rPr lang="sv-SE" noProof="0"/>
              <a:t>Nivå tre</a:t>
            </a:r>
          </a:p>
          <a:p>
            <a:pPr lvl="3" rtl="0"/>
            <a:r>
              <a:rPr lang="sv-SE" noProof="0"/>
              <a:t>Nivå fyra</a:t>
            </a:r>
          </a:p>
          <a:p>
            <a:pPr lvl="4" rtl="0"/>
            <a:r>
              <a:rPr lang="sv-SE" noProof="0"/>
              <a:t>Nivå fem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 hasCustomPrompt="1"/>
          </p:nvPr>
        </p:nvSpPr>
        <p:spPr>
          <a:xfrm>
            <a:off x="5821895" y="2142067"/>
            <a:ext cx="4995332" cy="3649133"/>
          </a:xfrm>
        </p:spPr>
        <p:txBody>
          <a:bodyPr rtlCol="0">
            <a:normAutofit/>
          </a:bodyPr>
          <a:lstStyle/>
          <a:p>
            <a:pPr lvl="0" rtl="0"/>
            <a:r>
              <a:rPr lang="sv-SE" noProof="0"/>
              <a:t>Redigera format för bakgrundstext</a:t>
            </a:r>
          </a:p>
          <a:p>
            <a:pPr lvl="1" rtl="0"/>
            <a:r>
              <a:rPr lang="sv-SE" noProof="0"/>
              <a:t>Nivå två</a:t>
            </a:r>
          </a:p>
          <a:p>
            <a:pPr lvl="2" rtl="0"/>
            <a:r>
              <a:rPr lang="sv-SE" noProof="0"/>
              <a:t>Nivå tre</a:t>
            </a:r>
          </a:p>
          <a:p>
            <a:pPr lvl="3" rtl="0"/>
            <a:r>
              <a:rPr lang="sv-SE" noProof="0"/>
              <a:t>Nivå fyra</a:t>
            </a:r>
          </a:p>
          <a:p>
            <a:pPr lvl="4" rtl="0"/>
            <a:r>
              <a:rPr lang="sv-SE" noProof="0"/>
              <a:t>Nivå fem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2A4060D-B5B8-44B9-8F26-0FB82E3B4C8E}" type="datetime1">
              <a:rPr lang="sv-SE" noProof="0" smtClean="0"/>
              <a:t>2026-03-25</a:t>
            </a:fld>
            <a:endParaRPr lang="sv-SE" noProof="0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v-SE" noProof="0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sv-SE" noProof="0" smtClean="0"/>
              <a:t>‹#›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1623104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sv-SE" noProof="0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sv-SE" noProof="0"/>
              <a:t>Redigera format för bakgrundstext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 hasCustomPrompt="1"/>
          </p:nvPr>
        </p:nvSpPr>
        <p:spPr>
          <a:xfrm>
            <a:off x="685801" y="2870201"/>
            <a:ext cx="4996923" cy="2920998"/>
          </a:xfrm>
        </p:spPr>
        <p:txBody>
          <a:bodyPr rtlCol="0" anchor="t">
            <a:normAutofit/>
          </a:bodyPr>
          <a:lstStyle/>
          <a:p>
            <a:pPr lvl="0" rtl="0"/>
            <a:r>
              <a:rPr lang="sv-SE" noProof="0"/>
              <a:t>Redigera format för bakgrundstext</a:t>
            </a:r>
          </a:p>
          <a:p>
            <a:pPr lvl="1" rtl="0"/>
            <a:r>
              <a:rPr lang="sv-SE" noProof="0"/>
              <a:t>Nivå två</a:t>
            </a:r>
          </a:p>
          <a:p>
            <a:pPr lvl="2" rtl="0"/>
            <a:r>
              <a:rPr lang="sv-SE" noProof="0"/>
              <a:t>Nivå tre</a:t>
            </a:r>
          </a:p>
          <a:p>
            <a:pPr lvl="3" rtl="0"/>
            <a:r>
              <a:rPr lang="sv-SE" noProof="0"/>
              <a:t>Nivå fyra</a:t>
            </a:r>
          </a:p>
          <a:p>
            <a:pPr lvl="4" rtl="0"/>
            <a:r>
              <a:rPr lang="sv-SE" noProof="0"/>
              <a:t>Nivå fem</a:t>
            </a:r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sv-SE" noProof="0"/>
              <a:t>Redigera format för bakgrundstext</a:t>
            </a:r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4" hasCustomPrompt="1"/>
          </p:nvPr>
        </p:nvSpPr>
        <p:spPr>
          <a:xfrm>
            <a:off x="5823483" y="2870201"/>
            <a:ext cx="4995334" cy="2920998"/>
          </a:xfrm>
        </p:spPr>
        <p:txBody>
          <a:bodyPr rtlCol="0" anchor="t">
            <a:normAutofit/>
          </a:bodyPr>
          <a:lstStyle/>
          <a:p>
            <a:pPr lvl="0" rtl="0"/>
            <a:r>
              <a:rPr lang="sv-SE" noProof="0"/>
              <a:t>Redigera format för bakgrundstext</a:t>
            </a:r>
          </a:p>
          <a:p>
            <a:pPr lvl="1" rtl="0"/>
            <a:r>
              <a:rPr lang="sv-SE" noProof="0"/>
              <a:t>Nivå två</a:t>
            </a:r>
          </a:p>
          <a:p>
            <a:pPr lvl="2" rtl="0"/>
            <a:r>
              <a:rPr lang="sv-SE" noProof="0"/>
              <a:t>Nivå tre</a:t>
            </a:r>
          </a:p>
          <a:p>
            <a:pPr lvl="3" rtl="0"/>
            <a:r>
              <a:rPr lang="sv-SE" noProof="0"/>
              <a:t>Nivå fyra</a:t>
            </a:r>
          </a:p>
          <a:p>
            <a:pPr lvl="4" rtl="0"/>
            <a:r>
              <a:rPr lang="sv-SE" noProof="0"/>
              <a:t>Nivå fem</a:t>
            </a:r>
          </a:p>
        </p:txBody>
      </p:sp>
      <p:sp>
        <p:nvSpPr>
          <p:cNvPr id="7" name="Platshållare för datum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22F245A-560C-4E7C-A562-0A2D32B92CD5}" type="datetime1">
              <a:rPr lang="sv-SE" noProof="0" smtClean="0"/>
              <a:t>2026-03-25</a:t>
            </a:fld>
            <a:endParaRPr lang="sv-SE" noProof="0"/>
          </a:p>
        </p:txBody>
      </p:sp>
      <p:sp>
        <p:nvSpPr>
          <p:cNvPr id="8" name="Platshållare för sidfot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v-SE" noProof="0"/>
          </a:p>
        </p:txBody>
      </p:sp>
      <p:sp>
        <p:nvSpPr>
          <p:cNvPr id="9" name="Platshållare för bildnumm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sv-SE" noProof="0" smtClean="0"/>
              <a:t>‹#›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1987299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sv-SE" noProof="0"/>
              <a:t>Klicka här för att ändra format</a:t>
            </a:r>
          </a:p>
        </p:txBody>
      </p:sp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60C7A8-76DA-4E7D-B5DB-E14C28DA885C}" type="datetime1">
              <a:rPr lang="sv-SE" noProof="0" smtClean="0"/>
              <a:t>2026-03-25</a:t>
            </a:fld>
            <a:endParaRPr lang="sv-SE" noProof="0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v-SE" noProof="0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sv-SE" noProof="0" smtClean="0"/>
              <a:t>‹#›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4240550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Platshållare för datum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F6D0FD2-9F96-46D2-907F-9DF3A7DEC7A4}" type="datetime1">
              <a:rPr lang="sv-SE" noProof="0" smtClean="0"/>
              <a:t>2026-03-25</a:t>
            </a:fld>
            <a:endParaRPr lang="sv-SE" noProof="0"/>
          </a:p>
        </p:txBody>
      </p:sp>
      <p:sp>
        <p:nvSpPr>
          <p:cNvPr id="3" name="Platshållare för sidfot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v-SE" noProof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sv-SE" noProof="0" smtClean="0"/>
              <a:t>‹#›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3293073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ehåll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685800" y="2074333"/>
            <a:ext cx="3680885" cy="1371600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sv-SE" noProof="0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 hasCustomPrompt="1"/>
          </p:nvPr>
        </p:nvSpPr>
        <p:spPr>
          <a:xfrm>
            <a:off x="4648201" y="609601"/>
            <a:ext cx="6169026" cy="5181600"/>
          </a:xfrm>
        </p:spPr>
        <p:txBody>
          <a:bodyPr rtlCol="0" anchor="ctr">
            <a:normAutofit/>
          </a:bodyPr>
          <a:lstStyle/>
          <a:p>
            <a:pPr lvl="0" rtl="0"/>
            <a:r>
              <a:rPr lang="sv-SE" noProof="0"/>
              <a:t>Redigera format för bakgrundstext</a:t>
            </a:r>
          </a:p>
          <a:p>
            <a:pPr lvl="1" rtl="0"/>
            <a:r>
              <a:rPr lang="sv-SE" noProof="0"/>
              <a:t>Nivå två</a:t>
            </a:r>
          </a:p>
          <a:p>
            <a:pPr lvl="2" rtl="0"/>
            <a:r>
              <a:rPr lang="sv-SE" noProof="0"/>
              <a:t>Nivå tre</a:t>
            </a:r>
          </a:p>
          <a:p>
            <a:pPr lvl="3" rtl="0"/>
            <a:r>
              <a:rPr lang="sv-SE" noProof="0"/>
              <a:t>Nivå fyra</a:t>
            </a:r>
          </a:p>
          <a:p>
            <a:pPr lvl="4" rtl="0"/>
            <a:r>
              <a:rPr lang="sv-SE" noProof="0"/>
              <a:t>Nivå fem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 hasCustomPrompt="1"/>
          </p:nvPr>
        </p:nvSpPr>
        <p:spPr>
          <a:xfrm>
            <a:off x="685800" y="3445933"/>
            <a:ext cx="3680885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sv-SE" noProof="0"/>
              <a:t>Redigera format för bakgrundstext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97DFD9F-CC83-429C-AFCE-E9EF6DB36A20}" type="datetime1">
              <a:rPr lang="sv-SE" noProof="0" smtClean="0"/>
              <a:t>2026-03-25</a:t>
            </a:fld>
            <a:endParaRPr lang="sv-SE" noProof="0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v-SE" noProof="0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sv-SE" noProof="0" smtClean="0"/>
              <a:pPr rtl="0"/>
              <a:t>‹#›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1140976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685800" y="1600200"/>
            <a:ext cx="6164653" cy="1371600"/>
          </a:xfrm>
        </p:spPr>
        <p:txBody>
          <a:bodyPr rtlCol="0" anchor="b">
            <a:normAutofit/>
          </a:bodyPr>
          <a:lstStyle>
            <a:lvl1pPr algn="l">
              <a:defRPr sz="2800" b="0"/>
            </a:lvl1pPr>
          </a:lstStyle>
          <a:p>
            <a:pPr rtl="0"/>
            <a:r>
              <a:rPr lang="sv-SE" noProof="0"/>
              <a:t>Klicka här för att ändra format</a:t>
            </a:r>
          </a:p>
        </p:txBody>
      </p:sp>
      <p:sp>
        <p:nvSpPr>
          <p:cNvPr id="14" name="Platshållare för bild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sv-SE" noProof="0"/>
              <a:t>Klicka på ikonen för att lägga till bild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 hasCustomPrompt="1"/>
          </p:nvPr>
        </p:nvSpPr>
        <p:spPr>
          <a:xfrm>
            <a:off x="685800" y="2971800"/>
            <a:ext cx="6164653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sv-SE" noProof="0"/>
              <a:t>Redigera format för bakgrundstext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1456BC3-3945-4E7F-A497-5D8D72D7D57E}" type="datetime1">
              <a:rPr lang="sv-SE" noProof="0" smtClean="0"/>
              <a:t>2026-03-25</a:t>
            </a:fld>
            <a:endParaRPr lang="sv-SE" noProof="0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v-SE" noProof="0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sv-SE" noProof="0" smtClean="0"/>
              <a:pPr rtl="0"/>
              <a:t>‹#›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2179080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685800" y="4732865"/>
            <a:ext cx="10131427" cy="566738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sv-SE" noProof="0"/>
              <a:t>Klicka här för att ändra format</a:t>
            </a:r>
          </a:p>
        </p:txBody>
      </p:sp>
      <p:sp>
        <p:nvSpPr>
          <p:cNvPr id="3" name="Platshållare för bild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sv-SE" noProof="0"/>
              <a:t>Klicka på ikonen för att lägga till bild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 hasCustomPrompt="1"/>
          </p:nvPr>
        </p:nvSpPr>
        <p:spPr>
          <a:xfrm>
            <a:off x="685800" y="5299603"/>
            <a:ext cx="10131427" cy="49371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sv-SE" noProof="0"/>
              <a:t>Redigera format för bakgrundstext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87C4F2A-F9C6-4EB3-9F10-BBA128E56BC4}" type="datetime1">
              <a:rPr lang="sv-SE" noProof="0" smtClean="0"/>
              <a:t>2026-03-25</a:t>
            </a:fld>
            <a:endParaRPr lang="sv-SE" noProof="0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v-SE" noProof="0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sv-SE" noProof="0" smtClean="0"/>
              <a:pPr rtl="0"/>
              <a:t>‹#›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3386312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ch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685801" y="609601"/>
            <a:ext cx="10131427" cy="3124199"/>
          </a:xfrm>
        </p:spPr>
        <p:txBody>
          <a:bodyPr rtlCol="0" anchor="ctr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sv-SE" noProof="0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 hasCustomPrompt="1"/>
          </p:nvPr>
        </p:nvSpPr>
        <p:spPr>
          <a:xfrm>
            <a:off x="685800" y="4343400"/>
            <a:ext cx="10131428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sv-SE" noProof="0"/>
              <a:t>Redigera format för bakgrundstext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FE5FE89-5E4C-40E2-B8D4-5BC1A760F578}" type="datetime1">
              <a:rPr lang="sv-SE" noProof="0" smtClean="0"/>
              <a:t>2026-03-25</a:t>
            </a:fld>
            <a:endParaRPr lang="sv-SE" noProof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v-SE" noProof="0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sv-SE" noProof="0" smtClean="0"/>
              <a:pPr rtl="0"/>
              <a:t>‹#›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3498008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d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ruta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sv-SE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ruta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sv-SE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6" name="Rubrik 1"/>
          <p:cNvSpPr>
            <a:spLocks noGrp="1"/>
          </p:cNvSpPr>
          <p:nvPr>
            <p:ph type="title" hasCustomPrompt="1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sv-SE" noProof="0"/>
              <a:t>Klicka här för att ändra format</a:t>
            </a:r>
          </a:p>
        </p:txBody>
      </p:sp>
      <p:sp>
        <p:nvSpPr>
          <p:cNvPr id="10" name="Platshållare för text 9"/>
          <p:cNvSpPr>
            <a:spLocks noGrp="1"/>
          </p:cNvSpPr>
          <p:nvPr>
            <p:ph type="body" sz="quarter" idx="13" hasCustomPrompt="1"/>
          </p:nvPr>
        </p:nvSpPr>
        <p:spPr>
          <a:xfrm>
            <a:off x="1097875" y="3352800"/>
            <a:ext cx="9339184" cy="381000"/>
          </a:xfrm>
        </p:spPr>
        <p:txBody>
          <a:bodyPr rtlCol="0"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sv-SE" noProof="0"/>
              <a:t>Redigera format för bakgrundstext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 hasCustomPrompt="1"/>
          </p:nvPr>
        </p:nvSpPr>
        <p:spPr>
          <a:xfrm>
            <a:off x="687465" y="4343400"/>
            <a:ext cx="10152367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sv-SE" noProof="0"/>
              <a:t>Redigera format för bakgrundstext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AE3B24B-56F7-4075-B2D0-F9E280249A3A}" type="datetime1">
              <a:rPr lang="sv-SE" noProof="0" smtClean="0"/>
              <a:t>2026-03-25</a:t>
            </a:fld>
            <a:endParaRPr lang="sv-SE" noProof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v-SE" noProof="0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sv-SE" noProof="0" smtClean="0"/>
              <a:pPr rtl="0"/>
              <a:t>‹#›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320505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n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685802" y="3308581"/>
            <a:ext cx="10131425" cy="1468800"/>
          </a:xfrm>
        </p:spPr>
        <p:txBody>
          <a:bodyPr rtlCol="0" anchor="b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sv-SE" noProof="0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 hasCustomPrompt="1"/>
          </p:nvPr>
        </p:nvSpPr>
        <p:spPr>
          <a:xfrm>
            <a:off x="685801" y="4777381"/>
            <a:ext cx="10131426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sv-SE" noProof="0"/>
              <a:t>Redigera format för bakgrundstext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652968B-0FA8-4EB4-990A-598AAB3FB930}" type="datetime1">
              <a:rPr lang="sv-SE" noProof="0" smtClean="0"/>
              <a:t>2026-03-25</a:t>
            </a:fld>
            <a:endParaRPr lang="sv-SE" noProof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v-SE" noProof="0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sv-SE" noProof="0" smtClean="0"/>
              <a:pPr rtl="0"/>
              <a:t>‹#›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2178569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namn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d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ruta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sv-SE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ruta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sv-SE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6" name="Rubrik 1"/>
          <p:cNvSpPr>
            <a:spLocks noGrp="1"/>
          </p:cNvSpPr>
          <p:nvPr>
            <p:ph type="title" hasCustomPrompt="1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sv-SE" noProof="0"/>
              <a:t>Klicka här för att ändra format</a:t>
            </a:r>
          </a:p>
        </p:txBody>
      </p:sp>
      <p:sp>
        <p:nvSpPr>
          <p:cNvPr id="10" name="Platshållare för text 9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sv-SE" noProof="0"/>
              <a:t>Redigera format för bakgrundstext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 hasCustomPrompt="1"/>
          </p:nvPr>
        </p:nvSpPr>
        <p:spPr>
          <a:xfrm>
            <a:off x="685799" y="4775200"/>
            <a:ext cx="10135436" cy="10160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sv-SE" noProof="0"/>
              <a:t>Redigera format för bakgrundstext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465684B-BEC8-42E1-BB00-FC0D41C81B9C}" type="datetime1">
              <a:rPr lang="sv-SE" noProof="0" smtClean="0"/>
              <a:t>2026-03-25</a:t>
            </a:fld>
            <a:endParaRPr lang="sv-SE" noProof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v-SE" noProof="0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sv-SE" noProof="0" smtClean="0"/>
              <a:pPr rtl="0"/>
              <a:t>‹#›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304418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nt eller fals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 rtl="0"/>
            <a:r>
              <a:rPr lang="sv-SE" noProof="0"/>
              <a:t>Klicka här för att ändra format</a:t>
            </a:r>
          </a:p>
        </p:txBody>
      </p:sp>
      <p:sp>
        <p:nvSpPr>
          <p:cNvPr id="10" name="Platshållare för text 9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sv-SE" noProof="0"/>
              <a:t>Redigera format för bakgrundstext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 hasCustomPrompt="1"/>
          </p:nvPr>
        </p:nvSpPr>
        <p:spPr>
          <a:xfrm>
            <a:off x="685800" y="4343400"/>
            <a:ext cx="10131428" cy="14478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sv-SE" noProof="0"/>
              <a:t>Redigera format för bakgrundstext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9257B9E-A23A-4A4B-AB23-76CF04600095}" type="datetime1">
              <a:rPr lang="sv-SE" noProof="0" smtClean="0"/>
              <a:t>2026-03-25</a:t>
            </a:fld>
            <a:endParaRPr lang="sv-SE" noProof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v-SE" noProof="0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sv-SE" noProof="0" smtClean="0"/>
              <a:pPr rtl="0"/>
              <a:t>‹#›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42859608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Rubrik 1"/>
          <p:cNvSpPr>
            <a:spLocks noGrp="1"/>
          </p:cNvSpPr>
          <p:nvPr>
            <p:ph type="title" hasCustomPrompt="1"/>
          </p:nvPr>
        </p:nvSpPr>
        <p:spPr>
          <a:xfrm>
            <a:off x="685801" y="609600"/>
            <a:ext cx="10131425" cy="1456267"/>
          </a:xfrm>
        </p:spPr>
        <p:txBody>
          <a:bodyPr rtlCol="0"/>
          <a:lstStyle/>
          <a:p>
            <a:pPr rtl="0"/>
            <a:r>
              <a:rPr lang="sv-SE" noProof="0"/>
              <a:t>Klicka här för att ändra format</a:t>
            </a:r>
          </a:p>
        </p:txBody>
      </p:sp>
      <p:sp>
        <p:nvSpPr>
          <p:cNvPr id="3" name="Platshållare 2 för vertikal text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/>
          <a:p>
            <a:pPr lvl="0" rtl="0"/>
            <a:r>
              <a:rPr lang="sv-SE" noProof="0"/>
              <a:t>Redigera format för bakgrundstext</a:t>
            </a:r>
          </a:p>
          <a:p>
            <a:pPr lvl="1" rtl="0"/>
            <a:r>
              <a:rPr lang="sv-SE" noProof="0"/>
              <a:t>Nivå två</a:t>
            </a:r>
          </a:p>
          <a:p>
            <a:pPr lvl="2" rtl="0"/>
            <a:r>
              <a:rPr lang="sv-SE" noProof="0"/>
              <a:t>Nivå tre</a:t>
            </a:r>
          </a:p>
          <a:p>
            <a:pPr lvl="3" rtl="0"/>
            <a:r>
              <a:rPr lang="sv-SE" noProof="0"/>
              <a:t>Nivå fyra</a:t>
            </a:r>
          </a:p>
          <a:p>
            <a:pPr lvl="4" rtl="0"/>
            <a:r>
              <a:rPr lang="sv-SE" noProof="0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A21E145-E24F-4578-868F-C0236C731DE4}" type="datetime1">
              <a:rPr lang="sv-SE" noProof="0" smtClean="0"/>
              <a:t>2026-03-25</a:t>
            </a:fld>
            <a:endParaRPr lang="sv-SE" noProof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v-SE" noProof="0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sv-SE" noProof="0" smtClean="0"/>
              <a:t>‹#›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22021260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Lodrät rubrik 1"/>
          <p:cNvSpPr>
            <a:spLocks noGrp="1"/>
          </p:cNvSpPr>
          <p:nvPr>
            <p:ph type="title" orient="vert" hasCustomPrompt="1"/>
          </p:nvPr>
        </p:nvSpPr>
        <p:spPr>
          <a:xfrm>
            <a:off x="8658675" y="609599"/>
            <a:ext cx="2158552" cy="5181601"/>
          </a:xfrm>
        </p:spPr>
        <p:txBody>
          <a:bodyPr vert="eaVert" rtlCol="0"/>
          <a:lstStyle/>
          <a:p>
            <a:pPr rtl="0"/>
            <a:r>
              <a:rPr lang="sv-SE" noProof="0"/>
              <a:t>Klicka här för att ändra format</a:t>
            </a:r>
          </a:p>
        </p:txBody>
      </p:sp>
      <p:sp>
        <p:nvSpPr>
          <p:cNvPr id="3" name="Platshållare 2 för vertikal text"/>
          <p:cNvSpPr>
            <a:spLocks noGrp="1"/>
          </p:cNvSpPr>
          <p:nvPr>
            <p:ph type="body" orient="vert" idx="1" hasCustomPrompt="1"/>
          </p:nvPr>
        </p:nvSpPr>
        <p:spPr>
          <a:xfrm>
            <a:off x="685800" y="609600"/>
            <a:ext cx="7832116" cy="5181600"/>
          </a:xfrm>
        </p:spPr>
        <p:txBody>
          <a:bodyPr vert="eaVert" rtlCol="0" anchor="t"/>
          <a:lstStyle/>
          <a:p>
            <a:pPr lvl="0" rtl="0"/>
            <a:r>
              <a:rPr lang="sv-SE" noProof="0"/>
              <a:t>Redigera format för bakgrundstext</a:t>
            </a:r>
          </a:p>
          <a:p>
            <a:pPr lvl="1" rtl="0"/>
            <a:r>
              <a:rPr lang="sv-SE" noProof="0"/>
              <a:t>Nivå två</a:t>
            </a:r>
          </a:p>
          <a:p>
            <a:pPr lvl="2" rtl="0"/>
            <a:r>
              <a:rPr lang="sv-SE" noProof="0"/>
              <a:t>Nivå tre</a:t>
            </a:r>
          </a:p>
          <a:p>
            <a:pPr lvl="3" rtl="0"/>
            <a:r>
              <a:rPr lang="sv-SE" noProof="0"/>
              <a:t>Nivå fyra</a:t>
            </a:r>
          </a:p>
          <a:p>
            <a:pPr lvl="4" rtl="0"/>
            <a:r>
              <a:rPr lang="sv-SE" noProof="0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7597925-F399-44D1-8056-966C4B603A29}" type="datetime1">
              <a:rPr lang="sv-SE" noProof="0" smtClean="0"/>
              <a:t>2026-03-25</a:t>
            </a:fld>
            <a:endParaRPr lang="sv-SE" noProof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v-SE" noProof="0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sv-SE" noProof="0" smtClean="0"/>
              <a:t>‹#›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2447542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sv-SE" noProof="0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sv-SE" noProof="0"/>
              <a:t>Redigera format för bakgrundstext</a:t>
            </a:r>
          </a:p>
          <a:p>
            <a:pPr lvl="1" rtl="0"/>
            <a:r>
              <a:rPr lang="sv-SE" noProof="0"/>
              <a:t>Nivå två</a:t>
            </a:r>
          </a:p>
          <a:p>
            <a:pPr lvl="2" rtl="0"/>
            <a:r>
              <a:rPr lang="sv-SE" noProof="0"/>
              <a:t>Nivå tre</a:t>
            </a:r>
          </a:p>
          <a:p>
            <a:pPr lvl="3" rtl="0"/>
            <a:r>
              <a:rPr lang="sv-SE" noProof="0"/>
              <a:t>Nivå fyra</a:t>
            </a:r>
          </a:p>
          <a:p>
            <a:pPr lvl="4" rtl="0"/>
            <a:r>
              <a:rPr lang="sv-SE" noProof="0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2B85956D-AA23-47E2-B3CA-EE671651C46C}" type="datetime1">
              <a:rPr lang="sv-SE" noProof="0" smtClean="0"/>
              <a:t>2026-03-25</a:t>
            </a:fld>
            <a:endParaRPr lang="sv-SE" noProof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endParaRPr lang="sv-SE" noProof="0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69E57DC2-970A-4B3E-BB1C-7A09969E49DF}" type="slidenum">
              <a:rPr lang="sv-SE" noProof="0" smtClean="0"/>
              <a:pPr rtl="0"/>
              <a:t>‹#›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6450657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 4" descr="natthimmel med berg långt bort vid horisonten">
            <a:extLst>
              <a:ext uri="{FF2B5EF4-FFF2-40B4-BE49-F238E27FC236}">
                <a16:creationId xmlns:a16="http://schemas.microsoft.com/office/drawing/2014/main" id="{7C454B0C-0819-4D56-9275-BCE254DA659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73473"/>
            <a:ext cx="12191980" cy="685799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4D5AC5-FE30-2F58-FE68-A8198A6BAF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C09F49A5-6AF6-28B6-9799-70BCC549F4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v-S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5BBA07-9445-F38D-6254-6C1A02A725C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816150" y="1418067"/>
            <a:ext cx="6559700" cy="437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7214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F95FB-880F-C067-6780-CA957B568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Motivation</a:t>
            </a:r>
            <a:br>
              <a:rPr lang="en-SE" b="1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1800">
                <a:latin typeface="Poppins" panose="00000500000000000000" pitchFamily="2" charset="0"/>
                <a:cs typeface="Poppins" panose="00000500000000000000" pitchFamily="2" charset="0"/>
              </a:rPr>
              <a:t>What it is &amp; why it matters</a:t>
            </a:r>
            <a:endParaRPr lang="sv-SE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BB4FC-2808-D5ED-4FF4-937CF798D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AI-driven healthcare is growing</a:t>
            </a:r>
            <a:r>
              <a:rPr lang="en-SE" b="1">
                <a:latin typeface="Poppins" panose="00000500000000000000" pitchFamily="2" charset="0"/>
                <a:cs typeface="Poppins" panose="00000500000000000000" pitchFamily="2" charset="0"/>
              </a:rPr>
              <a:t> rapidly</a:t>
            </a:r>
            <a:endParaRPr lang="en-US" b="1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Patients generate large amounts of </a:t>
            </a:r>
            <a:r>
              <a:rPr lang="en-SE" b="1">
                <a:latin typeface="Poppins" panose="00000500000000000000" pitchFamily="2" charset="0"/>
                <a:cs typeface="Poppins" panose="00000500000000000000" pitchFamily="2" charset="0"/>
              </a:rPr>
              <a:t>health </a:t>
            </a:r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data</a:t>
            </a:r>
            <a:endParaRPr lang="en-SE" b="1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Different </a:t>
            </a:r>
            <a:r>
              <a:rPr lang="en-SE" b="1">
                <a:latin typeface="Poppins" panose="00000500000000000000" pitchFamily="2" charset="0"/>
                <a:cs typeface="Poppins" panose="00000500000000000000" pitchFamily="2" charset="0"/>
              </a:rPr>
              <a:t>patient </a:t>
            </a:r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groups</a:t>
            </a:r>
            <a:r>
              <a:rPr lang="en-SE" b="1">
                <a:latin typeface="Poppins" panose="00000500000000000000" pitchFamily="2" charset="0"/>
                <a:cs typeface="Poppins" panose="00000500000000000000" pitchFamily="2" charset="0"/>
              </a:rPr>
              <a:t> have different needs</a:t>
            </a:r>
          </a:p>
          <a:p>
            <a:pPr lvl="1"/>
            <a:r>
              <a:rPr lang="en-SE">
                <a:latin typeface="Poppins" panose="00000500000000000000" pitchFamily="2" charset="0"/>
                <a:cs typeface="Poppins" panose="00000500000000000000" pitchFamily="2" charset="0"/>
              </a:rPr>
              <a:t>e.g., </a:t>
            </a:r>
            <a:r>
              <a:rPr lang="en-US">
                <a:latin typeface="Poppins" panose="00000500000000000000" pitchFamily="2" charset="0"/>
                <a:cs typeface="Poppins" panose="00000500000000000000" pitchFamily="2" charset="0"/>
              </a:rPr>
              <a:t>cardiovascular and chronic disease patients</a:t>
            </a:r>
            <a:endParaRPr lang="en-SE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SE" b="1">
                <a:latin typeface="Poppins" panose="00000500000000000000" pitchFamily="2" charset="0"/>
                <a:cs typeface="Poppins" panose="00000500000000000000" pitchFamily="2" charset="0"/>
              </a:rPr>
              <a:t>A need to handle data while adapting to different patients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B7721E-40A3-80CA-9851-623A881F1C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459" r="18605" b="8139"/>
          <a:stretch>
            <a:fillRect/>
          </a:stretch>
        </p:blipFill>
        <p:spPr>
          <a:xfrm>
            <a:off x="10817225" y="5520266"/>
            <a:ext cx="1374775" cy="133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9988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D3B37-B33D-3955-CC5F-D911D9032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C2B91-74AF-ABEF-5017-648A83A72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Problem</a:t>
            </a:r>
            <a:endParaRPr lang="sv-SE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2B2AB-3AD4-B5D1-4532-08762FA0E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E" b="1">
                <a:latin typeface="Poppins" panose="00000500000000000000" pitchFamily="2" charset="0"/>
                <a:cs typeface="Poppins" panose="00000500000000000000" pitchFamily="2" charset="0"/>
              </a:rPr>
              <a:t>Fragmentation – existing </a:t>
            </a:r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solutions </a:t>
            </a:r>
            <a:r>
              <a:rPr lang="en-SE" b="1">
                <a:latin typeface="Poppins" panose="00000500000000000000" pitchFamily="2" charset="0"/>
                <a:cs typeface="Poppins" panose="00000500000000000000" pitchFamily="2" charset="0"/>
              </a:rPr>
              <a:t>work</a:t>
            </a:r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 separately rather than together</a:t>
            </a:r>
          </a:p>
          <a:p>
            <a:pPr lvl="1"/>
            <a:r>
              <a:rPr lang="en-SE">
                <a:latin typeface="Poppins" panose="00000500000000000000" pitchFamily="2" charset="0"/>
                <a:cs typeface="Poppins" panose="00000500000000000000" pitchFamily="2" charset="0"/>
              </a:rPr>
              <a:t>e.g., </a:t>
            </a:r>
            <a:r>
              <a:rPr lang="en-US">
                <a:latin typeface="Poppins" panose="00000500000000000000" pitchFamily="2" charset="0"/>
                <a:cs typeface="Poppins" panose="00000500000000000000" pitchFamily="2" charset="0"/>
              </a:rPr>
              <a:t>symptom tracking apps, wearables,</a:t>
            </a:r>
            <a:r>
              <a:rPr lang="en-SE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>
                <a:latin typeface="Poppins" panose="00000500000000000000" pitchFamily="2" charset="0"/>
                <a:cs typeface="Poppins" panose="00000500000000000000" pitchFamily="2" charset="0"/>
              </a:rPr>
              <a:t>clinical AI tools</a:t>
            </a:r>
          </a:p>
          <a:p>
            <a:r>
              <a:rPr lang="en-SE" b="1">
                <a:latin typeface="Poppins" panose="00000500000000000000" pitchFamily="2" charset="0"/>
                <a:cs typeface="Poppins" panose="00000500000000000000" pitchFamily="2" charset="0"/>
              </a:rPr>
              <a:t>Important to </a:t>
            </a:r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combine</a:t>
            </a:r>
            <a:r>
              <a:rPr lang="en-SE" b="1"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  <a:endParaRPr lang="en-US" b="1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/>
            <a:r>
              <a:rPr lang="en-SE">
                <a:latin typeface="Poppins" panose="00000500000000000000" pitchFamily="2" charset="0"/>
                <a:cs typeface="Poppins" panose="00000500000000000000" pitchFamily="2" charset="0"/>
              </a:rPr>
              <a:t>quantitative</a:t>
            </a:r>
            <a:r>
              <a:rPr lang="en-US">
                <a:latin typeface="Poppins" panose="00000500000000000000" pitchFamily="2" charset="0"/>
                <a:cs typeface="Poppins" panose="00000500000000000000" pitchFamily="2" charset="0"/>
              </a:rPr>
              <a:t> data</a:t>
            </a:r>
            <a:r>
              <a:rPr lang="en-SE">
                <a:latin typeface="Poppins" panose="00000500000000000000" pitchFamily="2" charset="0"/>
                <a:cs typeface="Poppins" panose="00000500000000000000" pitchFamily="2" charset="0"/>
              </a:rPr>
              <a:t>:	e.g., stress level</a:t>
            </a:r>
          </a:p>
          <a:p>
            <a:pPr lvl="1"/>
            <a:r>
              <a:rPr lang="en-SE">
                <a:latin typeface="Poppins" panose="00000500000000000000" pitchFamily="2" charset="0"/>
                <a:cs typeface="Poppins" panose="00000500000000000000" pitchFamily="2" charset="0"/>
              </a:rPr>
              <a:t>qualitative</a:t>
            </a:r>
            <a:r>
              <a:rPr lang="en-US">
                <a:latin typeface="Poppins" panose="00000500000000000000" pitchFamily="2" charset="0"/>
                <a:cs typeface="Poppins" panose="00000500000000000000" pitchFamily="2" charset="0"/>
              </a:rPr>
              <a:t> data</a:t>
            </a:r>
            <a:r>
              <a:rPr lang="en-SE">
                <a:latin typeface="Poppins" panose="00000500000000000000" pitchFamily="2" charset="0"/>
                <a:cs typeface="Poppins" panose="00000500000000000000" pitchFamily="2" charset="0"/>
              </a:rPr>
              <a:t>:	e.g., how the patient feels</a:t>
            </a:r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SE" b="1">
                <a:latin typeface="Poppins" panose="00000500000000000000" pitchFamily="2" charset="0"/>
                <a:cs typeface="Poppins" panose="00000500000000000000" pitchFamily="2" charset="0"/>
              </a:rPr>
              <a:t>A risk on both sides</a:t>
            </a:r>
          </a:p>
          <a:p>
            <a:pPr lvl="1"/>
            <a:r>
              <a:rPr lang="en-SE">
                <a:latin typeface="Poppins" panose="00000500000000000000" pitchFamily="2" charset="0"/>
                <a:cs typeface="Poppins" panose="00000500000000000000" pitchFamily="2" charset="0"/>
              </a:rPr>
              <a:t>patients may</a:t>
            </a:r>
            <a:r>
              <a:rPr lang="en-US">
                <a:latin typeface="Poppins" panose="00000500000000000000" pitchFamily="2" charset="0"/>
                <a:cs typeface="Poppins" panose="00000500000000000000" pitchFamily="2" charset="0"/>
              </a:rPr>
              <a:t> be un</a:t>
            </a:r>
            <a:r>
              <a:rPr lang="en-SE">
                <a:latin typeface="Poppins" panose="00000500000000000000" pitchFamily="2" charset="0"/>
                <a:cs typeface="Poppins" panose="00000500000000000000" pitchFamily="2" charset="0"/>
              </a:rPr>
              <a:t>certain</a:t>
            </a:r>
            <a:r>
              <a:rPr lang="en-US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SE">
                <a:latin typeface="Poppins" panose="00000500000000000000" pitchFamily="2" charset="0"/>
                <a:cs typeface="Poppins" panose="00000500000000000000" pitchFamily="2" charset="0"/>
              </a:rPr>
              <a:t>of their true condition </a:t>
            </a:r>
            <a:r>
              <a:rPr lang="en-US">
                <a:solidFill>
                  <a:srgbClr val="FF0000"/>
                </a:solidFill>
              </a:rPr>
              <a:t>⟹</a:t>
            </a:r>
            <a:r>
              <a:rPr lang="en-SE">
                <a:latin typeface="Poppins" panose="00000500000000000000" pitchFamily="2" charset="0"/>
                <a:cs typeface="Poppins" panose="00000500000000000000" pitchFamily="2" charset="0"/>
              </a:rPr>
              <a:t> inaccurate self-assessment</a:t>
            </a:r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/>
            <a:r>
              <a:rPr lang="en-SE">
                <a:latin typeface="Poppins" panose="00000500000000000000" pitchFamily="2" charset="0"/>
                <a:cs typeface="Poppins" panose="00000500000000000000" pitchFamily="2" charset="0"/>
              </a:rPr>
              <a:t>doctors may </a:t>
            </a:r>
            <a:r>
              <a:rPr lang="en-US">
                <a:latin typeface="Poppins" panose="00000500000000000000" pitchFamily="2" charset="0"/>
                <a:cs typeface="Poppins" panose="00000500000000000000" pitchFamily="2" charset="0"/>
              </a:rPr>
              <a:t>get </a:t>
            </a:r>
            <a:r>
              <a:rPr lang="en-SE">
                <a:latin typeface="Poppins" panose="00000500000000000000" pitchFamily="2" charset="0"/>
                <a:cs typeface="Poppins" panose="00000500000000000000" pitchFamily="2" charset="0"/>
              </a:rPr>
              <a:t>an </a:t>
            </a:r>
            <a:r>
              <a:rPr lang="en-US">
                <a:latin typeface="Poppins" panose="00000500000000000000" pitchFamily="2" charset="0"/>
                <a:cs typeface="Poppins" panose="00000500000000000000" pitchFamily="2" charset="0"/>
              </a:rPr>
              <a:t>incomplete picture</a:t>
            </a:r>
            <a:r>
              <a:rPr lang="en-SE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>
                <a:solidFill>
                  <a:srgbClr val="FF0000"/>
                </a:solidFill>
              </a:rPr>
              <a:t>⟹</a:t>
            </a:r>
            <a:r>
              <a:rPr lang="en-SE">
                <a:latin typeface="Poppins" panose="00000500000000000000" pitchFamily="2" charset="0"/>
                <a:cs typeface="Poppins" panose="00000500000000000000" pitchFamily="2" charset="0"/>
              </a:rPr>
              <a:t> suboptimal clinical decisions</a:t>
            </a:r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54CBFD-4151-3A17-6C56-003826DAFA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459" r="18605" b="8139"/>
          <a:stretch>
            <a:fillRect/>
          </a:stretch>
        </p:blipFill>
        <p:spPr>
          <a:xfrm>
            <a:off x="10817225" y="5520266"/>
            <a:ext cx="1374775" cy="133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235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B61C8-8D5F-BD3B-657A-4C9871801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6F10B-013F-1DFC-B0B2-CDF01E337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Suggested solution</a:t>
            </a:r>
            <a:br>
              <a:rPr lang="en-SE" b="1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1800">
                <a:latin typeface="Poppins" panose="00000500000000000000" pitchFamily="2" charset="0"/>
                <a:cs typeface="Poppins" panose="00000500000000000000" pitchFamily="2" charset="0"/>
              </a:rPr>
              <a:t>AI-driven Clinical</a:t>
            </a:r>
            <a:r>
              <a:rPr lang="en-SE" sz="1800">
                <a:latin typeface="Poppins" panose="00000500000000000000" pitchFamily="2" charset="0"/>
                <a:cs typeface="Poppins" panose="00000500000000000000" pitchFamily="2" charset="0"/>
              </a:rPr>
              <a:t> decision support SYSTEM</a:t>
            </a:r>
            <a:endParaRPr lang="sv-SE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79A94-EB26-66EB-FE5A-A80B452AA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E" b="1">
                <a:solidFill>
                  <a:srgbClr val="FFC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💡 </a:t>
            </a:r>
            <a:r>
              <a:rPr lang="en-US" b="1">
                <a:solidFill>
                  <a:srgbClr val="FFC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Integrating patient narratives and sensor data for clinical decision support</a:t>
            </a:r>
            <a:endParaRPr lang="en-SE" b="1">
              <a:solidFill>
                <a:srgbClr val="FFC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SE" b="1">
                <a:latin typeface="Poppins" panose="00000500000000000000" pitchFamily="2" charset="0"/>
                <a:cs typeface="Poppins" panose="00000500000000000000" pitchFamily="2" charset="0"/>
              </a:rPr>
              <a:t>Target users</a:t>
            </a:r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: patients with </a:t>
            </a:r>
            <a:r>
              <a:rPr lang="en-SE" b="1">
                <a:latin typeface="Poppins" panose="00000500000000000000" pitchFamily="2" charset="0"/>
                <a:cs typeface="Poppins" panose="00000500000000000000" pitchFamily="2" charset="0"/>
              </a:rPr>
              <a:t>specific </a:t>
            </a:r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diseases</a:t>
            </a:r>
            <a:r>
              <a:rPr lang="en-SE" b="1">
                <a:latin typeface="Poppins" panose="00000500000000000000" pitchFamily="2" charset="0"/>
                <a:cs typeface="Poppins" panose="00000500000000000000" pitchFamily="2" charset="0"/>
              </a:rPr>
              <a:t> or injuries</a:t>
            </a:r>
          </a:p>
          <a:p>
            <a:pPr lvl="1"/>
            <a:r>
              <a:rPr lang="en-SE">
                <a:latin typeface="Poppins" panose="00000500000000000000" pitchFamily="2" charset="0"/>
                <a:cs typeface="Poppins" panose="00000500000000000000" pitchFamily="2" charset="0"/>
              </a:rPr>
              <a:t>e.g., heart disease, knee problems</a:t>
            </a:r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SE" b="1">
                <a:latin typeface="Poppins" panose="00000500000000000000" pitchFamily="2" charset="0"/>
                <a:cs typeface="Poppins" panose="00000500000000000000" pitchFamily="2" charset="0"/>
              </a:rPr>
              <a:t>Mobile application together with wearable sensors</a:t>
            </a:r>
          </a:p>
          <a:p>
            <a:pPr lvl="1"/>
            <a:r>
              <a:rPr lang="en-SE">
                <a:latin typeface="Poppins" panose="00000500000000000000" pitchFamily="2" charset="0"/>
                <a:cs typeface="Poppins" panose="00000500000000000000" pitchFamily="2" charset="0"/>
              </a:rPr>
              <a:t>Patient input + sensor data </a:t>
            </a:r>
            <a:r>
              <a:rPr lang="en-US">
                <a:latin typeface="Poppins" panose="00000500000000000000" pitchFamily="2" charset="0"/>
                <a:cs typeface="Poppins" panose="00000500000000000000" pitchFamily="2" charset="0"/>
              </a:rPr>
              <a:t>→ AI </a:t>
            </a:r>
            <a:r>
              <a:rPr lang="en-SE">
                <a:latin typeface="Poppins" panose="00000500000000000000" pitchFamily="2" charset="0"/>
                <a:cs typeface="Poppins" panose="00000500000000000000" pitchFamily="2" charset="0"/>
              </a:rPr>
              <a:t>processes</a:t>
            </a:r>
            <a:r>
              <a:rPr lang="en-US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SE">
                <a:latin typeface="Poppins" panose="00000500000000000000" pitchFamily="2" charset="0"/>
                <a:cs typeface="Poppins" panose="00000500000000000000" pitchFamily="2" charset="0"/>
              </a:rPr>
              <a:t>information</a:t>
            </a:r>
            <a:r>
              <a:rPr lang="en-US">
                <a:latin typeface="Poppins" panose="00000500000000000000" pitchFamily="2" charset="0"/>
                <a:cs typeface="Poppins" panose="00000500000000000000" pitchFamily="2" charset="0"/>
              </a:rPr>
              <a:t> → Clinical insight</a:t>
            </a:r>
            <a:r>
              <a:rPr lang="en-SE">
                <a:latin typeface="Poppins" panose="00000500000000000000" pitchFamily="2" charset="0"/>
                <a:cs typeface="Poppins" panose="00000500000000000000" pitchFamily="2" charset="0"/>
              </a:rPr>
              <a:t>s</a:t>
            </a:r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CD6B56-1C95-DF91-19DD-8A0BF4C88B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459" r="18605" b="8139"/>
          <a:stretch>
            <a:fillRect/>
          </a:stretch>
        </p:blipFill>
        <p:spPr>
          <a:xfrm>
            <a:off x="10817225" y="5520266"/>
            <a:ext cx="1374775" cy="133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2236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B80A5-98BB-406F-A071-656970DFB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2E899-F247-5FCF-447F-577190A03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Suggested solution</a:t>
            </a:r>
            <a:br>
              <a:rPr lang="en-SE" b="1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SE" sz="1800">
                <a:latin typeface="Poppins" panose="00000500000000000000" pitchFamily="2" charset="0"/>
                <a:cs typeface="Poppins" panose="00000500000000000000" pitchFamily="2" charset="0"/>
              </a:rPr>
              <a:t>Patient-side</a:t>
            </a:r>
            <a:endParaRPr lang="sv-SE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29E41-1D5B-2911-E182-2E9B6DB45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Text &amp; voice journal</a:t>
            </a:r>
          </a:p>
          <a:p>
            <a:r>
              <a:rPr lang="en-SE" b="1">
                <a:latin typeface="Poppins" panose="00000500000000000000" pitchFamily="2" charset="0"/>
                <a:cs typeface="Poppins" panose="00000500000000000000" pitchFamily="2" charset="0"/>
              </a:rPr>
              <a:t>Wearable sensor integration</a:t>
            </a:r>
          </a:p>
          <a:p>
            <a:pPr lvl="1"/>
            <a:r>
              <a:rPr lang="en-SE">
                <a:latin typeface="Poppins" panose="00000500000000000000" pitchFamily="2" charset="0"/>
                <a:cs typeface="Poppins" panose="00000500000000000000" pitchFamily="2" charset="0"/>
              </a:rPr>
              <a:t>e.g., smartwatch, armband</a:t>
            </a:r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Simple</a:t>
            </a:r>
            <a:r>
              <a:rPr lang="en-SE" b="1">
                <a:latin typeface="Poppins" panose="00000500000000000000" pitchFamily="2" charset="0"/>
                <a:cs typeface="Poppins" panose="00000500000000000000" pitchFamily="2" charset="0"/>
              </a:rPr>
              <a:t> patient</a:t>
            </a:r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 interaction</a:t>
            </a:r>
          </a:p>
          <a:p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User-friendly interface</a:t>
            </a:r>
            <a:endParaRPr lang="en-SE" b="1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Easy daily symptom and health tracking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EC2542-844D-51E4-08BA-4D73FF6401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459" r="18605" b="8139"/>
          <a:stretch>
            <a:fillRect/>
          </a:stretch>
        </p:blipFill>
        <p:spPr>
          <a:xfrm>
            <a:off x="10817225" y="5520266"/>
            <a:ext cx="1374775" cy="13377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9A39269-92D6-CBE1-EE59-AE34374C02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63602" y="1507077"/>
            <a:ext cx="6857970" cy="457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5819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DE3F2-5EE6-2F9C-DE5A-7BF567DEE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65D38-705C-6C88-790A-C5A986573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Suggested solution</a:t>
            </a:r>
            <a:br>
              <a:rPr lang="en-SE" b="1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1800">
                <a:latin typeface="Poppins" panose="00000500000000000000" pitchFamily="2" charset="0"/>
                <a:cs typeface="Poppins" panose="00000500000000000000" pitchFamily="2" charset="0"/>
              </a:rPr>
              <a:t>AI processing</a:t>
            </a:r>
            <a:endParaRPr lang="sv-SE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CB86B-FDA7-54C8-D865-6D4D63E30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E" b="1" i="1">
                <a:latin typeface="Poppins" panose="00000500000000000000" pitchFamily="2" charset="0"/>
                <a:cs typeface="Poppins" panose="00000500000000000000" pitchFamily="2" charset="0"/>
              </a:rPr>
              <a:t>data </a:t>
            </a:r>
            <a:r>
              <a:rPr lang="sv-SE" b="1" i="1">
                <a:latin typeface="Poppins" panose="00000500000000000000" pitchFamily="2" charset="0"/>
                <a:cs typeface="Poppins" panose="00000500000000000000" pitchFamily="2" charset="0"/>
              </a:rPr>
              <a:t>= patient journal + sensor </a:t>
            </a:r>
            <a:r>
              <a:rPr lang="en-SE" b="1" i="1">
                <a:latin typeface="Poppins" panose="00000500000000000000" pitchFamily="2" charset="0"/>
                <a:cs typeface="Poppins" panose="00000500000000000000" pitchFamily="2" charset="0"/>
              </a:rPr>
              <a:t>measurements</a:t>
            </a:r>
          </a:p>
          <a:p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Journal entry triggers AI processing</a:t>
            </a:r>
            <a:endParaRPr lang="en-SE" b="1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Sensor data is analyzed within the time frame around the journal entry</a:t>
            </a:r>
            <a:endParaRPr lang="en-SE" b="1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AI combines subjective and objective data</a:t>
            </a:r>
            <a:r>
              <a:rPr lang="en-SE" b="1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>
                <a:solidFill>
                  <a:srgbClr val="FF0000"/>
                </a:solidFill>
              </a:rPr>
              <a:t>⟹</a:t>
            </a:r>
            <a:r>
              <a:rPr lang="en-SE" b="1"/>
              <a:t> </a:t>
            </a:r>
            <a:r>
              <a:rPr lang="en-SE" b="1">
                <a:latin typeface="Poppins" panose="00000500000000000000" pitchFamily="2" charset="0"/>
                <a:cs typeface="Poppins" panose="00000500000000000000" pitchFamily="2" charset="0"/>
              </a:rPr>
              <a:t>better understands the context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B25624-E658-3ABD-B0E6-3EEF30789C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459" r="18605" b="8139"/>
          <a:stretch>
            <a:fillRect/>
          </a:stretch>
        </p:blipFill>
        <p:spPr>
          <a:xfrm>
            <a:off x="10817225" y="5520266"/>
            <a:ext cx="1374775" cy="133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3799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0CE3B-DC58-2363-07E6-580C9C8E1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A9FDE-0DA9-86B6-8A45-6BE5287B8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Suggested solution</a:t>
            </a:r>
            <a:br>
              <a:rPr lang="en-SE" b="1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1800">
                <a:latin typeface="Poppins" panose="00000500000000000000" pitchFamily="2" charset="0"/>
                <a:cs typeface="Poppins" panose="00000500000000000000" pitchFamily="2" charset="0"/>
              </a:rPr>
              <a:t>Output</a:t>
            </a:r>
            <a:r>
              <a:rPr lang="en-SE" sz="1800">
                <a:latin typeface="Poppins" panose="00000500000000000000" pitchFamily="2" charset="0"/>
                <a:cs typeface="Poppins" panose="00000500000000000000" pitchFamily="2" charset="0"/>
              </a:rPr>
              <a:t>: clinical decision support</a:t>
            </a:r>
            <a:endParaRPr lang="sv-SE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69D94-0CCB-50D7-B182-664C001F5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2" y="2142067"/>
            <a:ext cx="6503668" cy="3649133"/>
          </a:xfrm>
        </p:spPr>
        <p:txBody>
          <a:bodyPr>
            <a:normAutofit/>
          </a:bodyPr>
          <a:lstStyle/>
          <a:p>
            <a:r>
              <a:rPr lang="en-SE" b="1">
                <a:latin typeface="Poppins" panose="00000500000000000000" pitchFamily="2" charset="0"/>
                <a:cs typeface="Poppins" panose="00000500000000000000" pitchFamily="2" charset="0"/>
              </a:rPr>
              <a:t>For patients:</a:t>
            </a:r>
          </a:p>
          <a:p>
            <a:pPr lvl="1"/>
            <a:r>
              <a:rPr lang="en-US">
                <a:latin typeface="Poppins" panose="00000500000000000000" pitchFamily="2" charset="0"/>
                <a:cs typeface="Poppins" panose="00000500000000000000" pitchFamily="2" charset="0"/>
              </a:rPr>
              <a:t>personalized recommendations based on the journal entries, sensor data, and specific condition</a:t>
            </a:r>
            <a:endParaRPr lang="en-SE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SE" b="1">
                <a:latin typeface="Poppins" panose="00000500000000000000" pitchFamily="2" charset="0"/>
                <a:cs typeface="Poppins" panose="00000500000000000000" pitchFamily="2" charset="0"/>
              </a:rPr>
              <a:t>For doctors:</a:t>
            </a:r>
          </a:p>
          <a:p>
            <a:pPr lvl="1"/>
            <a:r>
              <a:rPr lang="en-US">
                <a:latin typeface="Poppins" panose="00000500000000000000" pitchFamily="2" charset="0"/>
                <a:cs typeface="Poppins" panose="00000500000000000000" pitchFamily="2" charset="0"/>
              </a:rPr>
              <a:t>summarized patient context and health data</a:t>
            </a:r>
            <a:endParaRPr lang="en-SE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Shared access for both patient and doctor</a:t>
            </a:r>
            <a:endParaRPr lang="en-SE" b="1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sv-SE" b="1">
                <a:latin typeface="Poppins" panose="00000500000000000000" pitchFamily="2" charset="0"/>
                <a:cs typeface="Poppins" panose="00000500000000000000" pitchFamily="2" charset="0"/>
              </a:rPr>
              <a:t>Supports </a:t>
            </a:r>
            <a:r>
              <a:rPr lang="en-SE" b="1">
                <a:latin typeface="Poppins" panose="00000500000000000000" pitchFamily="2" charset="0"/>
                <a:cs typeface="Poppins" panose="00000500000000000000" pitchFamily="2" charset="0"/>
              </a:rPr>
              <a:t>better communication and clinical decision-making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4D030D-24F4-C4D9-520F-FCDF2AE6E5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459" r="18605" b="8139"/>
          <a:stretch>
            <a:fillRect/>
          </a:stretch>
        </p:blipFill>
        <p:spPr>
          <a:xfrm>
            <a:off x="10817225" y="5520266"/>
            <a:ext cx="1374775" cy="13377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58CC4A8-359F-274B-29B0-DAC117AC10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8028" y="1477676"/>
            <a:ext cx="5853972" cy="390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5979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C8E84-8C5A-69C6-28B9-44D9F08FE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F81DE-F381-DD3B-1800-90C8E09D5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b="1">
                <a:latin typeface="Poppins"/>
                <a:cs typeface="Poppins"/>
              </a:rPr>
              <a:t>Method</a:t>
            </a:r>
            <a:endParaRPr lang="sv-SE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DCD52-6762-3644-5317-ED851D5C5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E" b="1">
                <a:latin typeface="Poppins" panose="00000500000000000000" pitchFamily="2" charset="0"/>
                <a:cs typeface="Poppins" panose="00000500000000000000" pitchFamily="2" charset="0"/>
              </a:rPr>
              <a:t>Short-term phase:</a:t>
            </a:r>
          </a:p>
          <a:p>
            <a:pPr lvl="1"/>
            <a:r>
              <a:rPr lang="en-SE">
                <a:latin typeface="Poppins" panose="00000500000000000000" pitchFamily="2" charset="0"/>
                <a:cs typeface="Poppins" panose="00000500000000000000" pitchFamily="2" charset="0"/>
              </a:rPr>
              <a:t>interviews with patients and healthcare professionals</a:t>
            </a:r>
          </a:p>
          <a:p>
            <a:pPr lvl="1"/>
            <a:r>
              <a:rPr lang="en-SE">
                <a:latin typeface="Poppins" panose="00000500000000000000" pitchFamily="2" charset="0"/>
                <a:cs typeface="Poppins" panose="00000500000000000000" pitchFamily="2" charset="0"/>
              </a:rPr>
              <a:t>case studies with selected disease groups</a:t>
            </a:r>
          </a:p>
          <a:p>
            <a:r>
              <a:rPr lang="en-SE" b="1">
                <a:latin typeface="Poppins" panose="00000500000000000000" pitchFamily="2" charset="0"/>
                <a:cs typeface="Poppins" panose="00000500000000000000" pitchFamily="2" charset="0"/>
              </a:rPr>
              <a:t>Long-term phase:</a:t>
            </a:r>
          </a:p>
          <a:p>
            <a:pPr lvl="1"/>
            <a:r>
              <a:rPr lang="en-SE">
                <a:latin typeface="Poppins" panose="00000500000000000000" pitchFamily="2" charset="0"/>
                <a:cs typeface="Poppins" panose="00000500000000000000" pitchFamily="2" charset="0"/>
              </a:rPr>
              <a:t>development of an integrated app</a:t>
            </a:r>
          </a:p>
          <a:p>
            <a:pPr lvl="1"/>
            <a:r>
              <a:rPr lang="en-SE">
                <a:latin typeface="Poppins" panose="00000500000000000000" pitchFamily="2" charset="0"/>
                <a:cs typeface="Poppins" panose="00000500000000000000" pitchFamily="2" charset="0"/>
              </a:rPr>
              <a:t>implementation of AI models for data structuring and analysis</a:t>
            </a:r>
          </a:p>
          <a:p>
            <a:pPr lvl="1"/>
            <a:r>
              <a:rPr lang="en-SE">
                <a:latin typeface="Poppins" panose="00000500000000000000" pitchFamily="2" charset="0"/>
                <a:cs typeface="Poppins" panose="00000500000000000000" pitchFamily="2" charset="0"/>
              </a:rPr>
              <a:t>testing in real-world scenarios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4E01FD-4A59-B6A8-E514-FC9DB8598F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459" r="18605" b="8139"/>
          <a:stretch>
            <a:fillRect/>
          </a:stretch>
        </p:blipFill>
        <p:spPr>
          <a:xfrm>
            <a:off x="10817225" y="5520266"/>
            <a:ext cx="1374775" cy="133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3515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A8C6F-73F2-3C5A-2EAE-98495D4ED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sz="3600" b="1">
                <a:latin typeface="Poppins" panose="00000500000000000000" pitchFamily="2" charset="0"/>
                <a:cs typeface="Poppins" panose="00000500000000000000" pitchFamily="2" charset="0"/>
              </a:rPr>
              <a:t>Case example</a:t>
            </a:r>
            <a:br>
              <a:rPr lang="en-SE" b="1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SE" sz="1800">
                <a:latin typeface="Poppins" panose="00000500000000000000" pitchFamily="2" charset="0"/>
                <a:cs typeface="Poppins" panose="00000500000000000000" pitchFamily="2" charset="0"/>
              </a:rPr>
              <a:t>old patient with heart disease</a:t>
            </a:r>
            <a:endParaRPr lang="sv-SE" sz="18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880140-A283-7B2B-E67E-D437082B35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5145BF-0780-C7C9-B79F-5D6C42F87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0481" y="1340427"/>
            <a:ext cx="6265719" cy="41771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0C6845-1E87-1427-2E7F-2AE960F91C6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459" r="18605" b="8139"/>
          <a:stretch>
            <a:fillRect/>
          </a:stretch>
        </p:blipFill>
        <p:spPr>
          <a:xfrm>
            <a:off x="10817225" y="5520266"/>
            <a:ext cx="1374775" cy="133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9453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BF715-8AA6-7AC5-D2C3-46357425D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b="1">
                <a:latin typeface="Poppins" panose="00000500000000000000" pitchFamily="2" charset="0"/>
                <a:cs typeface="Poppins" panose="00000500000000000000" pitchFamily="2" charset="0"/>
              </a:rPr>
              <a:t>Case example</a:t>
            </a:r>
            <a:br>
              <a:rPr lang="en-SE" b="1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SE" sz="1800">
                <a:latin typeface="Poppins" panose="00000500000000000000" pitchFamily="2" charset="0"/>
                <a:cs typeface="Poppins" panose="00000500000000000000" pitchFamily="2" charset="0"/>
              </a:rPr>
              <a:t>old patient with heart disease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CD7BF-FF15-0C49-2309-C2A4112B7D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b="1"/>
              <a:t>A 65-year-old patient with known heart disease uses a smartwatch and the app</a:t>
            </a:r>
          </a:p>
          <a:p>
            <a:r>
              <a:rPr lang="en-SE" b="1"/>
              <a:t>The smartwatch </a:t>
            </a:r>
            <a:r>
              <a:rPr lang="en-US" b="1"/>
              <a:t>continuously records: </a:t>
            </a:r>
          </a:p>
          <a:p>
            <a:pPr lvl="1"/>
            <a:r>
              <a:rPr lang="en-SE"/>
              <a:t>heart </a:t>
            </a:r>
            <a:r>
              <a:rPr lang="en-US"/>
              <a:t>rate</a:t>
            </a:r>
          </a:p>
          <a:p>
            <a:pPr lvl="1"/>
            <a:r>
              <a:rPr lang="en-SE"/>
              <a:t>physical </a:t>
            </a:r>
            <a:r>
              <a:rPr lang="en-US"/>
              <a:t>activity </a:t>
            </a:r>
          </a:p>
          <a:p>
            <a:r>
              <a:rPr lang="en-US" b="1"/>
              <a:t>The patient writes in the app:</a:t>
            </a:r>
            <a:endParaRPr lang="en-SE" b="1"/>
          </a:p>
          <a:p>
            <a:pPr lvl="1"/>
            <a:r>
              <a:rPr lang="en-US" i="1"/>
              <a:t>“I felt chest pain when walking upstairs today.”</a:t>
            </a:r>
          </a:p>
          <a:p>
            <a:r>
              <a:rPr lang="en-US" b="1">
                <a:solidFill>
                  <a:srgbClr val="FF0000"/>
                </a:solidFill>
              </a:rPr>
              <a:t>⟹</a:t>
            </a:r>
            <a:r>
              <a:rPr lang="en-SE" b="1"/>
              <a:t> </a:t>
            </a:r>
            <a:r>
              <a:rPr lang="en-US" b="1"/>
              <a:t>This input acts as a trigger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3C418A-992A-07AB-33CC-0F4F118159B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FF0000"/>
                </a:solidFill>
              </a:rPr>
              <a:t>⟹ </a:t>
            </a:r>
            <a:r>
              <a:rPr lang="en-US" b="1"/>
              <a:t>The AI is activated: </a:t>
            </a:r>
          </a:p>
          <a:p>
            <a:pPr lvl="1"/>
            <a:r>
              <a:rPr lang="en-SE"/>
              <a:t>retrieves </a:t>
            </a:r>
            <a:r>
              <a:rPr lang="en-US"/>
              <a:t>relevant sensor data</a:t>
            </a:r>
            <a:endParaRPr lang="en-SE"/>
          </a:p>
          <a:p>
            <a:pPr lvl="1"/>
            <a:r>
              <a:rPr lang="en-SE" err="1"/>
              <a:t>analyzes</a:t>
            </a:r>
            <a:r>
              <a:rPr lang="en-SE"/>
              <a:t> </a:t>
            </a:r>
            <a:r>
              <a:rPr lang="en-US"/>
              <a:t>the situation in context </a:t>
            </a:r>
          </a:p>
          <a:p>
            <a:r>
              <a:rPr lang="en-US" b="1">
                <a:solidFill>
                  <a:srgbClr val="FF0000"/>
                </a:solidFill>
              </a:rPr>
              <a:t>⟹ </a:t>
            </a:r>
            <a:r>
              <a:rPr lang="en-US" b="1"/>
              <a:t>The system detects: </a:t>
            </a:r>
          </a:p>
          <a:p>
            <a:pPr lvl="1"/>
            <a:r>
              <a:rPr lang="en-SE"/>
              <a:t>elevated</a:t>
            </a:r>
            <a:r>
              <a:rPr lang="en-US"/>
              <a:t> heart rate during activity </a:t>
            </a:r>
          </a:p>
          <a:p>
            <a:pPr lvl="1"/>
            <a:r>
              <a:rPr lang="en-SE"/>
              <a:t>chest </a:t>
            </a:r>
            <a:r>
              <a:rPr lang="en-US"/>
              <a:t>pain linked to exertion </a:t>
            </a:r>
          </a:p>
          <a:p>
            <a:r>
              <a:rPr lang="en-US" b="1">
                <a:solidFill>
                  <a:srgbClr val="FF0000"/>
                </a:solidFill>
              </a:rPr>
              <a:t>⟹</a:t>
            </a:r>
            <a:r>
              <a:rPr lang="en-SE" b="1"/>
              <a:t> </a:t>
            </a:r>
            <a:r>
              <a:rPr lang="en-US" b="1"/>
              <a:t>The AI supports decision-making:</a:t>
            </a:r>
          </a:p>
          <a:p>
            <a:pPr lvl="1"/>
            <a:r>
              <a:rPr lang="en-SE"/>
              <a:t>recommends </a:t>
            </a:r>
            <a:r>
              <a:rPr lang="en-US"/>
              <a:t>the patient to monitor symptoms or seek care</a:t>
            </a:r>
            <a:endParaRPr lang="en-SE"/>
          </a:p>
          <a:p>
            <a:pPr lvl="1"/>
            <a:r>
              <a:rPr lang="en-SE"/>
              <a:t>generates</a:t>
            </a:r>
            <a:r>
              <a:rPr lang="en-US"/>
              <a:t> a structured summary for the doctor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5AE190-064E-3437-CA3A-91F7E2B55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865" y="329622"/>
            <a:ext cx="3024333" cy="20162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5DC9E2-A2C2-25E4-27ED-2C4F174C627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459" r="18605" b="8139"/>
          <a:stretch>
            <a:fillRect/>
          </a:stretch>
        </p:blipFill>
        <p:spPr>
          <a:xfrm>
            <a:off x="10817225" y="5520266"/>
            <a:ext cx="1374775" cy="133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4236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 4" descr="ljuspunkter">
            <a:extLst>
              <a:ext uri="{FF2B5EF4-FFF2-40B4-BE49-F238E27FC236}">
                <a16:creationId xmlns:a16="http://schemas.microsoft.com/office/drawing/2014/main" id="{20A520D0-11CF-4639-8537-F56A8A2FDCF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Rubrik 1">
            <a:extLst>
              <a:ext uri="{FF2B5EF4-FFF2-40B4-BE49-F238E27FC236}">
                <a16:creationId xmlns:a16="http://schemas.microsoft.com/office/drawing/2014/main" id="{D44BCB7C-A6FC-4118-9027-468ECFDE64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2399" y="2573867"/>
            <a:ext cx="7197726" cy="2421464"/>
          </a:xfrm>
        </p:spPr>
        <p:txBody>
          <a:bodyPr rtlCol="0">
            <a:normAutofit/>
          </a:bodyPr>
          <a:lstStyle/>
          <a:p>
            <a:pPr rtl="0"/>
            <a:r>
              <a:rPr lang="en-SE" b="1">
                <a:latin typeface="Poppins" panose="00000500000000000000" pitchFamily="2" charset="0"/>
                <a:cs typeface="Poppins" panose="00000500000000000000" pitchFamily="2" charset="0"/>
              </a:rPr>
              <a:t>THANK you</a:t>
            </a:r>
            <a:r>
              <a:rPr lang="sv-SE" b="1">
                <a:latin typeface="Poppins" panose="00000500000000000000" pitchFamily="2" charset="0"/>
                <a:cs typeface="Poppins" panose="00000500000000000000" pitchFamily="2" charset="0"/>
              </a:rPr>
              <a:t>!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4B64FA72-B055-4AE3-A6FD-8071BD687C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399" y="4995332"/>
            <a:ext cx="7197726" cy="1405467"/>
          </a:xfrm>
        </p:spPr>
        <p:txBody>
          <a:bodyPr rtlCol="0">
            <a:normAutofit/>
          </a:bodyPr>
          <a:lstStyle/>
          <a:p>
            <a:pPr rtl="0"/>
            <a:r>
              <a:rPr lang="en-SE" cap="none">
                <a:solidFill>
                  <a:schemeClr val="accent1">
                    <a:lumMod val="40000"/>
                    <a:lumOff val="60000"/>
                  </a:schemeClr>
                </a:solidFill>
                <a:sym typeface="Wingdings" panose="05000000000000000000" pitchFamily="2" charset="2"/>
              </a:rPr>
              <a:t>sahandkh@kth.se </a:t>
            </a:r>
          </a:p>
          <a:p>
            <a:r>
              <a:rPr lang="sv-SE" cap="none" err="1">
                <a:solidFill>
                  <a:schemeClr val="accent1">
                    <a:lumMod val="40000"/>
                    <a:lumOff val="60000"/>
                  </a:schemeClr>
                </a:solidFill>
                <a:ea typeface="Calibri"/>
                <a:cs typeface="Calibri"/>
              </a:rPr>
              <a:t>marefi@kth.s</a:t>
            </a:r>
            <a:r>
              <a:rPr lang="en-SE" cap="none">
                <a:solidFill>
                  <a:schemeClr val="accent1">
                    <a:lumMod val="40000"/>
                    <a:lumOff val="60000"/>
                  </a:schemeClr>
                </a:solidFill>
                <a:ea typeface="Calibri"/>
                <a:cs typeface="Calibri"/>
              </a:rPr>
              <a:t>e </a:t>
            </a:r>
          </a:p>
          <a:p>
            <a:r>
              <a:rPr lang="en-SE" cap="none">
                <a:solidFill>
                  <a:schemeClr val="accent1">
                    <a:lumMod val="40000"/>
                    <a:lumOff val="60000"/>
                  </a:schemeClr>
                </a:solidFill>
                <a:ea typeface="Calibri"/>
                <a:cs typeface="Calibri"/>
              </a:rPr>
              <a:t>qusaiaha@kth.se </a:t>
            </a:r>
            <a:endParaRPr lang="sv-SE" cap="none">
              <a:solidFill>
                <a:schemeClr val="accent1">
                  <a:lumMod val="40000"/>
                  <a:lumOff val="60000"/>
                </a:schemeClr>
              </a:solidFill>
              <a:ea typeface="Calibri"/>
              <a:cs typeface="Calibri"/>
            </a:endParaRPr>
          </a:p>
          <a:p>
            <a:endParaRPr lang="sv-SE">
              <a:solidFill>
                <a:schemeClr val="accent1">
                  <a:lumMod val="40000"/>
                  <a:lumOff val="60000"/>
                </a:schemeClr>
              </a:solidFill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47FE36-8103-F599-DD23-3F59CEC229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80258" y="1640906"/>
            <a:ext cx="5364282" cy="3576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9308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immelsk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0521706_TF22566005_Win32" id="{7841755E-8DC2-4F69-B6F6-99E90AAD511B}" vid="{4F370972-A735-4817-BB80-38A014CB60B0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E8D3305-1D9D-4BC8-A40F-6F8AE50BD76B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0D51BCB-0419-432E-B7F1-25548446A6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F08B90B-70ED-4539-9C14-FB2728D9064F}">
  <ds:schemaRefs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www.w3.org/2000/xmlns/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CM2016 Final presentation</Template>
  <Application>Microsoft Office PowerPoint</Application>
  <PresentationFormat>Widescreen</PresentationFormat>
  <Slides>11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Himmelsk</vt:lpstr>
      <vt:lpstr>PowerPoint Presentation</vt:lpstr>
      <vt:lpstr>Motivation What it is &amp; why it matters</vt:lpstr>
      <vt:lpstr>Problem</vt:lpstr>
      <vt:lpstr>Suggested solution AI-driven Clinical decision support SYSTEM</vt:lpstr>
      <vt:lpstr>Suggested solution Patient-side</vt:lpstr>
      <vt:lpstr>Suggested solution AI processing</vt:lpstr>
      <vt:lpstr>Suggested solution Output: clinical decision support</vt:lpstr>
      <vt:lpstr>Method</vt:lpstr>
      <vt:lpstr>Case example old patient with heart disease</vt:lpstr>
      <vt:lpstr>Case example old patient with heart disease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Sahand Khodabandehloo</dc:creator>
  <cp:revision>4</cp:revision>
  <dcterms:created xsi:type="dcterms:W3CDTF">2026-03-24T16:15:02Z</dcterms:created>
  <dcterms:modified xsi:type="dcterms:W3CDTF">2026-03-25T09:47:14Z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