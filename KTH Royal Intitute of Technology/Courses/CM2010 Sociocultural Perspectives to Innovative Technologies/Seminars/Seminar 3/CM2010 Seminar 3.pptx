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9"/>
  </p:notesMasterIdLst>
  <p:handoutMasterIdLst>
    <p:handoutMasterId r:id="rId10"/>
  </p:handoutMasterIdLst>
  <p:sldIdLst>
    <p:sldId id="256" r:id="rId5"/>
    <p:sldId id="309" r:id="rId6"/>
    <p:sldId id="310" r:id="rId7"/>
    <p:sldId id="307" r:id="rId8"/>
  </p:sldIdLst>
  <p:sldSz cx="12192000" cy="6858000"/>
  <p:notesSz cx="6858000" cy="9144000"/>
  <p:defaultTextStyle>
    <a:defPPr rtl="0">
      <a:defRPr lang="sv-s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A6F1FF-828F-41D7-AAB8-942FA4FE7AA4}" v="5" dt="2026-05-05T23:13:30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361" autoAdjust="0"/>
  </p:normalViewPr>
  <p:slideViewPr>
    <p:cSldViewPr snapToGrid="0">
      <p:cViewPr varScale="1">
        <p:scale>
          <a:sx n="85" d="100"/>
          <a:sy n="85" d="100"/>
        </p:scale>
        <p:origin x="1554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nd Khodabandehloo" userId="cb03d64890cf78b3" providerId="LiveId" clId="{D2C1E062-5F83-478A-B1EC-1DDF0D74FB57}"/>
    <pc:docChg chg="undo redo custSel addSld delSld modSld sldOrd">
      <pc:chgData name="Sahand Khodabandehloo" userId="cb03d64890cf78b3" providerId="LiveId" clId="{D2C1E062-5F83-478A-B1EC-1DDF0D74FB57}" dt="2026-04-22T08:19:57.473" v="1719" actId="20577"/>
      <pc:docMkLst>
        <pc:docMk/>
      </pc:docMkLst>
      <pc:sldChg chg="modSp add mod ord modNotesTx">
        <pc:chgData name="Sahand Khodabandehloo" userId="cb03d64890cf78b3" providerId="LiveId" clId="{D2C1E062-5F83-478A-B1EC-1DDF0D74FB57}" dt="2026-04-22T08:19:47.405" v="1714"/>
        <pc:sldMkLst>
          <pc:docMk/>
          <pc:sldMk cId="38352765" sldId="305"/>
        </pc:sldMkLst>
        <pc:spChg chg="mod">
          <ac:chgData name="Sahand Khodabandehloo" userId="cb03d64890cf78b3" providerId="LiveId" clId="{D2C1E062-5F83-478A-B1EC-1DDF0D74FB57}" dt="2026-04-22T08:19:47.405" v="1714"/>
          <ac:spMkLst>
            <pc:docMk/>
            <pc:sldMk cId="38352765" sldId="305"/>
            <ac:spMk id="2" creationId="{A8267EAD-910A-B955-E4D0-02CCD5F41E0F}"/>
          </ac:spMkLst>
        </pc:spChg>
        <pc:spChg chg="mod">
          <ac:chgData name="Sahand Khodabandehloo" userId="cb03d64890cf78b3" providerId="LiveId" clId="{D2C1E062-5F83-478A-B1EC-1DDF0D74FB57}" dt="2026-04-22T07:53:04.963" v="1510" actId="20577"/>
          <ac:spMkLst>
            <pc:docMk/>
            <pc:sldMk cId="38352765" sldId="305"/>
            <ac:spMk id="3" creationId="{40C424EB-3B94-7157-5A8B-5A358BA65CEC}"/>
          </ac:spMkLst>
        </pc:spChg>
      </pc:sldChg>
      <pc:sldChg chg="modSp add mod modNotesTx">
        <pc:chgData name="Sahand Khodabandehloo" userId="cb03d64890cf78b3" providerId="LiveId" clId="{D2C1E062-5F83-478A-B1EC-1DDF0D74FB57}" dt="2026-04-22T08:19:57.473" v="1719" actId="20577"/>
        <pc:sldMkLst>
          <pc:docMk/>
          <pc:sldMk cId="3024610793" sldId="306"/>
        </pc:sldMkLst>
        <pc:spChg chg="mod">
          <ac:chgData name="Sahand Khodabandehloo" userId="cb03d64890cf78b3" providerId="LiveId" clId="{D2C1E062-5F83-478A-B1EC-1DDF0D74FB57}" dt="2026-04-22T08:19:57.473" v="1719" actId="20577"/>
          <ac:spMkLst>
            <pc:docMk/>
            <pc:sldMk cId="3024610793" sldId="306"/>
            <ac:spMk id="2" creationId="{B8533517-F8AE-E21F-3084-FEF7F0038DCF}"/>
          </ac:spMkLst>
        </pc:spChg>
        <pc:spChg chg="mod">
          <ac:chgData name="Sahand Khodabandehloo" userId="cb03d64890cf78b3" providerId="LiveId" clId="{D2C1E062-5F83-478A-B1EC-1DDF0D74FB57}" dt="2026-04-22T07:58:37.333" v="1710" actId="20577"/>
          <ac:spMkLst>
            <pc:docMk/>
            <pc:sldMk cId="3024610793" sldId="306"/>
            <ac:spMk id="3" creationId="{86F87EE7-8488-EB3C-7D85-99786877DD40}"/>
          </ac:spMkLst>
        </pc:spChg>
      </pc:sldChg>
    </pc:docChg>
  </pc:docChgLst>
  <pc:docChgLst>
    <pc:chgData name="Guest User" providerId="Windows Live" clId="Web-{CC821BDA-82B3-B2F4-E53C-32C7B186DFF6}"/>
    <pc:docChg chg="modSld">
      <pc:chgData name="Guest User" userId="" providerId="Windows Live" clId="Web-{CC821BDA-82B3-B2F4-E53C-32C7B186DFF6}" dt="2026-04-22T09:58:44.040" v="9"/>
      <pc:docMkLst>
        <pc:docMk/>
      </pc:docMkLst>
      <pc:sldChg chg="modSp modNotes">
        <pc:chgData name="Guest User" userId="" providerId="Windows Live" clId="Web-{CC821BDA-82B3-B2F4-E53C-32C7B186DFF6}" dt="2026-04-22T09:58:44.040" v="9"/>
        <pc:sldMkLst>
          <pc:docMk/>
          <pc:sldMk cId="543351503" sldId="296"/>
        </pc:sldMkLst>
        <pc:spChg chg="mod">
          <ac:chgData name="Guest User" userId="" providerId="Windows Live" clId="Web-{CC821BDA-82B3-B2F4-E53C-32C7B186DFF6}" dt="2026-04-22T09:45:12.574" v="5" actId="20577"/>
          <ac:spMkLst>
            <pc:docMk/>
            <pc:sldMk cId="543351503" sldId="296"/>
            <ac:spMk id="5" creationId="{511F6136-5D8F-FE45-9589-7FE619801112}"/>
          </ac:spMkLst>
        </pc:spChg>
      </pc:sldChg>
    </pc:docChg>
  </pc:docChgLst>
  <pc:docChgLst>
    <pc:chgData name="Sahand Khodabandehloo" userId="cb03d64890cf78b3" providerId="LiveId" clId="{D26E0251-44D5-4BB6-A8C2-D8C8C62E7A5B}"/>
    <pc:docChg chg="undo redo custSel addSld delSld modSld sldOrd">
      <pc:chgData name="Sahand Khodabandehloo" userId="cb03d64890cf78b3" providerId="LiveId" clId="{D26E0251-44D5-4BB6-A8C2-D8C8C62E7A5B}" dt="2026-05-05T23:13:44.180" v="1410" actId="12789"/>
      <pc:docMkLst>
        <pc:docMk/>
      </pc:docMkLst>
      <pc:sldChg chg="modSp mod modTransition">
        <pc:chgData name="Sahand Khodabandehloo" userId="cb03d64890cf78b3" providerId="LiveId" clId="{D26E0251-44D5-4BB6-A8C2-D8C8C62E7A5B}" dt="2026-05-05T23:13:44.180" v="1410" actId="12789"/>
        <pc:sldMkLst>
          <pc:docMk/>
          <pc:sldMk cId="3417721485" sldId="256"/>
        </pc:sldMkLst>
        <pc:spChg chg="mod">
          <ac:chgData name="Sahand Khodabandehloo" userId="cb03d64890cf78b3" providerId="LiveId" clId="{D26E0251-44D5-4BB6-A8C2-D8C8C62E7A5B}" dt="2026-05-05T22:52:50.761" v="131" actId="20577"/>
          <ac:spMkLst>
            <pc:docMk/>
            <pc:sldMk cId="3417721485" sldId="256"/>
            <ac:spMk id="9" creationId="{C09F49A5-6AF6-28B6-9799-70BCC549F483}"/>
          </ac:spMkLst>
        </pc:spChg>
        <pc:picChg chg="mod">
          <ac:chgData name="Sahand Khodabandehloo" userId="cb03d64890cf78b3" providerId="LiveId" clId="{D26E0251-44D5-4BB6-A8C2-D8C8C62E7A5B}" dt="2026-05-05T23:13:44.180" v="1410" actId="12789"/>
          <ac:picMkLst>
            <pc:docMk/>
            <pc:sldMk cId="3417721485" sldId="256"/>
            <ac:picMk id="8" creationId="{215BBA07-9445-F38D-6254-6C1A02A725CC}"/>
          </ac:picMkLst>
        </pc:picChg>
      </pc:sldChg>
      <pc:sldChg chg="del">
        <pc:chgData name="Sahand Khodabandehloo" userId="cb03d64890cf78b3" providerId="LiveId" clId="{D26E0251-44D5-4BB6-A8C2-D8C8C62E7A5B}" dt="2026-05-05T23:13:25.688" v="1407" actId="47"/>
        <pc:sldMkLst>
          <pc:docMk/>
          <pc:sldMk cId="2939930866" sldId="274"/>
        </pc:sldMkLst>
      </pc:sldChg>
      <pc:sldChg chg="del">
        <pc:chgData name="Sahand Khodabandehloo" userId="cb03d64890cf78b3" providerId="LiveId" clId="{D26E0251-44D5-4BB6-A8C2-D8C8C62E7A5B}" dt="2026-05-05T23:13:25.207" v="1405" actId="47"/>
        <pc:sldMkLst>
          <pc:docMk/>
          <pc:sldMk cId="543351503" sldId="296"/>
        </pc:sldMkLst>
      </pc:sldChg>
      <pc:sldChg chg="del">
        <pc:chgData name="Sahand Khodabandehloo" userId="cb03d64890cf78b3" providerId="LiveId" clId="{D26E0251-44D5-4BB6-A8C2-D8C8C62E7A5B}" dt="2026-05-05T23:13:25.433" v="1406" actId="47"/>
        <pc:sldMkLst>
          <pc:docMk/>
          <pc:sldMk cId="4018165944" sldId="297"/>
        </pc:sldMkLst>
      </pc:sldChg>
      <pc:sldChg chg="del">
        <pc:chgData name="Sahand Khodabandehloo" userId="cb03d64890cf78b3" providerId="LiveId" clId="{D26E0251-44D5-4BB6-A8C2-D8C8C62E7A5B}" dt="2026-05-05T23:13:23.867" v="1403" actId="47"/>
        <pc:sldMkLst>
          <pc:docMk/>
          <pc:sldMk cId="546696084" sldId="298"/>
        </pc:sldMkLst>
      </pc:sldChg>
      <pc:sldChg chg="del">
        <pc:chgData name="Sahand Khodabandehloo" userId="cb03d64890cf78b3" providerId="LiveId" clId="{D26E0251-44D5-4BB6-A8C2-D8C8C62E7A5B}" dt="2026-05-05T23:13:24.531" v="1404" actId="47"/>
        <pc:sldMkLst>
          <pc:docMk/>
          <pc:sldMk cId="457259743" sldId="299"/>
        </pc:sldMkLst>
      </pc:sldChg>
      <pc:sldChg chg="add del">
        <pc:chgData name="Sahand Khodabandehloo" userId="cb03d64890cf78b3" providerId="LiveId" clId="{D26E0251-44D5-4BB6-A8C2-D8C8C62E7A5B}" dt="2026-05-05T23:09:23.114" v="1171" actId="47"/>
        <pc:sldMkLst>
          <pc:docMk/>
          <pc:sldMk cId="3414276873" sldId="300"/>
        </pc:sldMkLst>
      </pc:sldChg>
      <pc:sldChg chg="add del">
        <pc:chgData name="Sahand Khodabandehloo" userId="cb03d64890cf78b3" providerId="LiveId" clId="{D26E0251-44D5-4BB6-A8C2-D8C8C62E7A5B}" dt="2026-05-05T23:09:25.597" v="1172" actId="47"/>
        <pc:sldMkLst>
          <pc:docMk/>
          <pc:sldMk cId="704969229" sldId="301"/>
        </pc:sldMkLst>
      </pc:sldChg>
      <pc:sldChg chg="add del">
        <pc:chgData name="Sahand Khodabandehloo" userId="cb03d64890cf78b3" providerId="LiveId" clId="{D26E0251-44D5-4BB6-A8C2-D8C8C62E7A5B}" dt="2026-05-05T23:13:18.395" v="1399" actId="47"/>
        <pc:sldMkLst>
          <pc:docMk/>
          <pc:sldMk cId="467642835" sldId="302"/>
        </pc:sldMkLst>
      </pc:sldChg>
      <pc:sldChg chg="del">
        <pc:chgData name="Sahand Khodabandehloo" userId="cb03d64890cf78b3" providerId="LiveId" clId="{D26E0251-44D5-4BB6-A8C2-D8C8C62E7A5B}" dt="2026-05-05T23:13:20.816" v="1400" actId="47"/>
        <pc:sldMkLst>
          <pc:docMk/>
          <pc:sldMk cId="139857686" sldId="303"/>
        </pc:sldMkLst>
      </pc:sldChg>
      <pc:sldChg chg="del">
        <pc:chgData name="Sahand Khodabandehloo" userId="cb03d64890cf78b3" providerId="LiveId" clId="{D26E0251-44D5-4BB6-A8C2-D8C8C62E7A5B}" dt="2026-05-05T23:13:22.156" v="1401" actId="47"/>
        <pc:sldMkLst>
          <pc:docMk/>
          <pc:sldMk cId="38352765" sldId="305"/>
        </pc:sldMkLst>
      </pc:sldChg>
      <pc:sldChg chg="del">
        <pc:chgData name="Sahand Khodabandehloo" userId="cb03d64890cf78b3" providerId="LiveId" clId="{D26E0251-44D5-4BB6-A8C2-D8C8C62E7A5B}" dt="2026-05-05T23:13:23.195" v="1402" actId="47"/>
        <pc:sldMkLst>
          <pc:docMk/>
          <pc:sldMk cId="3024610793" sldId="306"/>
        </pc:sldMkLst>
      </pc:sldChg>
      <pc:sldChg chg="addSp delSp modSp new mod modTransition modNotesTx">
        <pc:chgData name="Sahand Khodabandehloo" userId="cb03d64890cf78b3" providerId="LiveId" clId="{D26E0251-44D5-4BB6-A8C2-D8C8C62E7A5B}" dt="2026-05-05T23:13:30.824" v="1408"/>
        <pc:sldMkLst>
          <pc:docMk/>
          <pc:sldMk cId="1779102896" sldId="307"/>
        </pc:sldMkLst>
        <pc:spChg chg="mod">
          <ac:chgData name="Sahand Khodabandehloo" userId="cb03d64890cf78b3" providerId="LiveId" clId="{D26E0251-44D5-4BB6-A8C2-D8C8C62E7A5B}" dt="2026-05-05T23:08:18.547" v="1150" actId="404"/>
          <ac:spMkLst>
            <pc:docMk/>
            <pc:sldMk cId="1779102896" sldId="307"/>
            <ac:spMk id="2" creationId="{2A585A12-466B-4D58-1D2D-BFDE6359383E}"/>
          </ac:spMkLst>
        </pc:spChg>
        <pc:spChg chg="mod">
          <ac:chgData name="Sahand Khodabandehloo" userId="cb03d64890cf78b3" providerId="LiveId" clId="{D26E0251-44D5-4BB6-A8C2-D8C8C62E7A5B}" dt="2026-05-05T23:13:15.477" v="1398" actId="20577"/>
          <ac:spMkLst>
            <pc:docMk/>
            <pc:sldMk cId="1779102896" sldId="307"/>
            <ac:spMk id="3" creationId="{88C987C4-A770-E7B8-1201-77DE4EB5ED15}"/>
          </ac:spMkLst>
        </pc:spChg>
        <pc:picChg chg="add del mod">
          <ac:chgData name="Sahand Khodabandehloo" userId="cb03d64890cf78b3" providerId="LiveId" clId="{D26E0251-44D5-4BB6-A8C2-D8C8C62E7A5B}" dt="2026-05-05T22:54:15.574" v="132" actId="478"/>
          <ac:picMkLst>
            <pc:docMk/>
            <pc:sldMk cId="1779102896" sldId="307"/>
            <ac:picMk id="4" creationId="{8B7A5CA9-035D-66AC-493A-F780AFBC336B}"/>
          </ac:picMkLst>
        </pc:picChg>
        <pc:picChg chg="add mod">
          <ac:chgData name="Sahand Khodabandehloo" userId="cb03d64890cf78b3" providerId="LiveId" clId="{D26E0251-44D5-4BB6-A8C2-D8C8C62E7A5B}" dt="2026-05-05T22:51:50.636" v="111"/>
          <ac:picMkLst>
            <pc:docMk/>
            <pc:sldMk cId="1779102896" sldId="307"/>
            <ac:picMk id="5" creationId="{F4081357-B7FB-8077-3212-671BAF93E384}"/>
          </ac:picMkLst>
        </pc:picChg>
      </pc:sldChg>
      <pc:sldChg chg="addSp delSp modSp new del mod">
        <pc:chgData name="Sahand Khodabandehloo" userId="cb03d64890cf78b3" providerId="LiveId" clId="{D26E0251-44D5-4BB6-A8C2-D8C8C62E7A5B}" dt="2026-05-05T22:49:39.351" v="79" actId="47"/>
        <pc:sldMkLst>
          <pc:docMk/>
          <pc:sldMk cId="1249400292" sldId="308"/>
        </pc:sldMkLst>
        <pc:spChg chg="mod">
          <ac:chgData name="Sahand Khodabandehloo" userId="cb03d64890cf78b3" providerId="LiveId" clId="{D26E0251-44D5-4BB6-A8C2-D8C8C62E7A5B}" dt="2026-05-05T22:48:39.772" v="69"/>
          <ac:spMkLst>
            <pc:docMk/>
            <pc:sldMk cId="1249400292" sldId="308"/>
            <ac:spMk id="2" creationId="{A4F482C4-4BC4-EC89-C5FA-8BAAE2045204}"/>
          </ac:spMkLst>
        </pc:spChg>
        <pc:spChg chg="add del">
          <ac:chgData name="Sahand Khodabandehloo" userId="cb03d64890cf78b3" providerId="LiveId" clId="{D26E0251-44D5-4BB6-A8C2-D8C8C62E7A5B}" dt="2026-05-05T22:47:42.148" v="44" actId="478"/>
          <ac:spMkLst>
            <pc:docMk/>
            <pc:sldMk cId="1249400292" sldId="308"/>
            <ac:spMk id="3" creationId="{96626990-26FE-F6D2-F612-F1A5C62778DA}"/>
          </ac:spMkLst>
        </pc:spChg>
        <pc:spChg chg="add del">
          <ac:chgData name="Sahand Khodabandehloo" userId="cb03d64890cf78b3" providerId="LiveId" clId="{D26E0251-44D5-4BB6-A8C2-D8C8C62E7A5B}" dt="2026-05-05T22:47:42.695" v="45" actId="478"/>
          <ac:spMkLst>
            <pc:docMk/>
            <pc:sldMk cId="1249400292" sldId="308"/>
            <ac:spMk id="4" creationId="{4ECB3C10-D217-30EC-6910-DB1C8A56A4D8}"/>
          </ac:spMkLst>
        </pc:spChg>
      </pc:sldChg>
      <pc:sldChg chg="addSp delSp modSp new mod modTransition modClrScheme chgLayout">
        <pc:chgData name="Sahand Khodabandehloo" userId="cb03d64890cf78b3" providerId="LiveId" clId="{D26E0251-44D5-4BB6-A8C2-D8C8C62E7A5B}" dt="2026-05-05T23:13:30.824" v="1408"/>
        <pc:sldMkLst>
          <pc:docMk/>
          <pc:sldMk cId="374211297" sldId="309"/>
        </pc:sldMkLst>
        <pc:spChg chg="add mod ord">
          <ac:chgData name="Sahand Khodabandehloo" userId="cb03d64890cf78b3" providerId="LiveId" clId="{D26E0251-44D5-4BB6-A8C2-D8C8C62E7A5B}" dt="2026-05-05T22:52:41.120" v="130" actId="114"/>
          <ac:spMkLst>
            <pc:docMk/>
            <pc:sldMk cId="374211297" sldId="309"/>
            <ac:spMk id="2" creationId="{66DEEDB4-8F1F-D596-96C0-DA8D8F84E0BD}"/>
          </ac:spMkLst>
        </pc:spChg>
        <pc:spChg chg="add del mod">
          <ac:chgData name="Sahand Khodabandehloo" userId="cb03d64890cf78b3" providerId="LiveId" clId="{D26E0251-44D5-4BB6-A8C2-D8C8C62E7A5B}" dt="2026-05-05T22:50:31.619" v="91" actId="26606"/>
          <ac:spMkLst>
            <pc:docMk/>
            <pc:sldMk cId="374211297" sldId="309"/>
            <ac:spMk id="6" creationId="{B1A505EF-5C27-5542-AF86-2D7B5DAAC430}"/>
          </ac:spMkLst>
        </pc:spChg>
        <pc:spChg chg="add del mod">
          <ac:chgData name="Sahand Khodabandehloo" userId="cb03d64890cf78b3" providerId="LiveId" clId="{D26E0251-44D5-4BB6-A8C2-D8C8C62E7A5B}" dt="2026-05-05T22:50:21.425" v="85" actId="26606"/>
          <ac:spMkLst>
            <pc:docMk/>
            <pc:sldMk cId="374211297" sldId="309"/>
            <ac:spMk id="9" creationId="{BDB20C7D-E2AB-2600-5EEB-B9D83F4F7562}"/>
          </ac:spMkLst>
        </pc:spChg>
        <pc:spChg chg="add del mod">
          <ac:chgData name="Sahand Khodabandehloo" userId="cb03d64890cf78b3" providerId="LiveId" clId="{D26E0251-44D5-4BB6-A8C2-D8C8C62E7A5B}" dt="2026-05-05T22:50:22.307" v="87" actId="26606"/>
          <ac:spMkLst>
            <pc:docMk/>
            <pc:sldMk cId="374211297" sldId="309"/>
            <ac:spMk id="11" creationId="{BF0835D8-D218-CA29-CE2B-0BB69BA1986D}"/>
          </ac:spMkLst>
        </pc:spChg>
        <pc:picChg chg="add del mod">
          <ac:chgData name="Sahand Khodabandehloo" userId="cb03d64890cf78b3" providerId="LiveId" clId="{D26E0251-44D5-4BB6-A8C2-D8C8C62E7A5B}" dt="2026-05-05T22:52:34.199" v="124" actId="1076"/>
          <ac:picMkLst>
            <pc:docMk/>
            <pc:sldMk cId="374211297" sldId="309"/>
            <ac:picMk id="4" creationId="{11FF4EDC-8E1B-50FA-481B-80240D33AB6C}"/>
          </ac:picMkLst>
        </pc:picChg>
        <pc:picChg chg="add mod">
          <ac:chgData name="Sahand Khodabandehloo" userId="cb03d64890cf78b3" providerId="LiveId" clId="{D26E0251-44D5-4BB6-A8C2-D8C8C62E7A5B}" dt="2026-05-05T22:51:49.071" v="110"/>
          <ac:picMkLst>
            <pc:docMk/>
            <pc:sldMk cId="374211297" sldId="309"/>
            <ac:picMk id="5" creationId="{5D594EB9-5457-076E-673B-2F9E672E0E79}"/>
          </ac:picMkLst>
        </pc:picChg>
      </pc:sldChg>
      <pc:sldChg chg="modSp add mod ord modTransition modNotesTx">
        <pc:chgData name="Sahand Khodabandehloo" userId="cb03d64890cf78b3" providerId="LiveId" clId="{D26E0251-44D5-4BB6-A8C2-D8C8C62E7A5B}" dt="2026-05-05T23:13:30.824" v="1408"/>
        <pc:sldMkLst>
          <pc:docMk/>
          <pc:sldMk cId="1791334431" sldId="310"/>
        </pc:sldMkLst>
        <pc:spChg chg="mod">
          <ac:chgData name="Sahand Khodabandehloo" userId="cb03d64890cf78b3" providerId="LiveId" clId="{D26E0251-44D5-4BB6-A8C2-D8C8C62E7A5B}" dt="2026-05-05T23:01:02.794" v="510" actId="20577"/>
          <ac:spMkLst>
            <pc:docMk/>
            <pc:sldMk cId="1791334431" sldId="310"/>
            <ac:spMk id="2" creationId="{84A54D09-3633-BFF6-8E4E-B9CBFF761EA6}"/>
          </ac:spMkLst>
        </pc:spChg>
        <pc:spChg chg="mod">
          <ac:chgData name="Sahand Khodabandehloo" userId="cb03d64890cf78b3" providerId="LiveId" clId="{D26E0251-44D5-4BB6-A8C2-D8C8C62E7A5B}" dt="2026-05-05T23:02:35.761" v="804" actId="20577"/>
          <ac:spMkLst>
            <pc:docMk/>
            <pc:sldMk cId="1791334431" sldId="310"/>
            <ac:spMk id="3" creationId="{82203B93-0608-6D11-7066-47B1D7FAAAA6}"/>
          </ac:spMkLst>
        </pc:spChg>
      </pc:sldChg>
    </pc:docChg>
  </pc:docChgLst>
  <pc:docChgLst>
    <pc:chgData name="Sahand Khodabandehloo" userId="cb03d64890cf78b3" providerId="LiveId" clId="{AEADFE8F-089F-4D1C-B910-EFAA6FC09485}"/>
    <pc:docChg chg="undo custSel addSld modSld sldOrd">
      <pc:chgData name="Sahand Khodabandehloo" userId="cb03d64890cf78b3" providerId="LiveId" clId="{AEADFE8F-089F-4D1C-B910-EFAA6FC09485}" dt="2026-04-22T07:10:19.777" v="241" actId="20577"/>
      <pc:docMkLst>
        <pc:docMk/>
      </pc:docMkLst>
    </pc:docChg>
  </pc:docChgLst>
  <pc:docChgLst>
    <pc:chgData name="Guest User" providerId="Windows Live" clId="Web-{52C64F51-BC03-D82E-429D-40099512136B}"/>
    <pc:docChg chg="addSld delSld modSld">
      <pc:chgData name="Guest User" userId="" providerId="Windows Live" clId="Web-{52C64F51-BC03-D82E-429D-40099512136B}" dt="2026-04-21T21:23:19.673" v="13" actId="20577"/>
      <pc:docMkLst>
        <pc:docMk/>
      </pc:docMkLst>
      <pc:sldChg chg="delSp modSp new">
        <pc:chgData name="Guest User" userId="" providerId="Windows Live" clId="Web-{52C64F51-BC03-D82E-429D-40099512136B}" dt="2026-04-21T21:22:31.360" v="6"/>
        <pc:sldMkLst>
          <pc:docMk/>
          <pc:sldMk cId="546696084" sldId="298"/>
        </pc:sldMkLst>
        <pc:spChg chg="mod">
          <ac:chgData name="Guest User" userId="" providerId="Windows Live" clId="Web-{52C64F51-BC03-D82E-429D-40099512136B}" dt="2026-04-21T21:22:02.766" v="3" actId="20577"/>
          <ac:spMkLst>
            <pc:docMk/>
            <pc:sldMk cId="546696084" sldId="298"/>
            <ac:spMk id="2" creationId="{93335780-7953-C38D-500B-1454DE9116C7}"/>
          </ac:spMkLst>
        </pc:spChg>
        <pc:spChg chg="mod">
          <ac:chgData name="Guest User" userId="" providerId="Windows Live" clId="Web-{52C64F51-BC03-D82E-429D-40099512136B}" dt="2026-04-21T21:22:27.422" v="5" actId="20577"/>
          <ac:spMkLst>
            <pc:docMk/>
            <pc:sldMk cId="546696084" sldId="298"/>
            <ac:spMk id="3" creationId="{F9BE4420-A8D5-0237-C283-D4F364D0E171}"/>
          </ac:spMkLst>
        </pc:spChg>
      </pc:sldChg>
      <pc:sldChg chg="modSp new">
        <pc:chgData name="Guest User" userId="" providerId="Windows Live" clId="Web-{52C64F51-BC03-D82E-429D-40099512136B}" dt="2026-04-21T21:23:19.673" v="13" actId="20577"/>
        <pc:sldMkLst>
          <pc:docMk/>
          <pc:sldMk cId="457259743" sldId="299"/>
        </pc:sldMkLst>
        <pc:spChg chg="mod">
          <ac:chgData name="Guest User" userId="" providerId="Windows Live" clId="Web-{52C64F51-BC03-D82E-429D-40099512136B}" dt="2026-04-21T21:23:07.251" v="12" actId="20577"/>
          <ac:spMkLst>
            <pc:docMk/>
            <pc:sldMk cId="457259743" sldId="299"/>
            <ac:spMk id="2" creationId="{A83936F9-2B51-D2CD-8AE3-37D5164C260D}"/>
          </ac:spMkLst>
        </pc:spChg>
        <pc:spChg chg="mod">
          <ac:chgData name="Guest User" userId="" providerId="Windows Live" clId="Web-{52C64F51-BC03-D82E-429D-40099512136B}" dt="2026-04-21T21:23:19.673" v="13" actId="20577"/>
          <ac:spMkLst>
            <pc:docMk/>
            <pc:sldMk cId="457259743" sldId="299"/>
            <ac:spMk id="3" creationId="{F1D549AC-F4CA-7AD5-DE8A-A22488DC7375}"/>
          </ac:spMkLst>
        </pc:spChg>
      </pc:sldChg>
    </pc:docChg>
  </pc:docChgLst>
  <pc:docChgLst>
    <pc:chgData name="Guest User" providerId="Windows Live" clId="Web-{1ED45653-D0D6-AF6B-146E-FE37FA65EB78}"/>
    <pc:docChg chg="addSld delSld modSld">
      <pc:chgData name="Guest User" userId="" providerId="Windows Live" clId="Web-{1ED45653-D0D6-AF6B-146E-FE37FA65EB78}" dt="2026-04-22T07:42:32.938" v="65" actId="20577"/>
      <pc:docMkLst>
        <pc:docMk/>
      </pc:docMkLst>
      <pc:sldChg chg="modSp">
        <pc:chgData name="Guest User" userId="" providerId="Windows Live" clId="Web-{1ED45653-D0D6-AF6B-146E-FE37FA65EB78}" dt="2026-04-22T07:42:32.938" v="65" actId="20577"/>
        <pc:sldMkLst>
          <pc:docMk/>
          <pc:sldMk cId="4018165944" sldId="297"/>
        </pc:sldMkLst>
        <pc:spChg chg="mod">
          <ac:chgData name="Guest User" userId="" providerId="Windows Live" clId="Web-{1ED45653-D0D6-AF6B-146E-FE37FA65EB78}" dt="2026-04-22T07:42:32.938" v="65" actId="20577"/>
          <ac:spMkLst>
            <pc:docMk/>
            <pc:sldMk cId="4018165944" sldId="297"/>
            <ac:spMk id="2" creationId="{BF2B8E30-C83B-D5E6-BA21-A137D041FC76}"/>
          </ac:spMkLst>
        </pc:spChg>
      </pc:sldChg>
      <pc:sldChg chg="modSp">
        <pc:chgData name="Guest User" userId="" providerId="Windows Live" clId="Web-{1ED45653-D0D6-AF6B-146E-FE37FA65EB78}" dt="2026-04-22T07:41:47.451" v="56" actId="20577"/>
        <pc:sldMkLst>
          <pc:docMk/>
          <pc:sldMk cId="546696084" sldId="298"/>
        </pc:sldMkLst>
        <pc:spChg chg="mod">
          <ac:chgData name="Guest User" userId="" providerId="Windows Live" clId="Web-{1ED45653-D0D6-AF6B-146E-FE37FA65EB78}" dt="2026-04-22T07:41:47.451" v="56" actId="20577"/>
          <ac:spMkLst>
            <pc:docMk/>
            <pc:sldMk cId="546696084" sldId="298"/>
            <ac:spMk id="2" creationId="{93335780-7953-C38D-500B-1454DE9116C7}"/>
          </ac:spMkLst>
        </pc:spChg>
        <pc:spChg chg="mod">
          <ac:chgData name="Guest User" userId="" providerId="Windows Live" clId="Web-{1ED45653-D0D6-AF6B-146E-FE37FA65EB78}" dt="2026-04-22T07:26:12.701" v="17" actId="14100"/>
          <ac:spMkLst>
            <pc:docMk/>
            <pc:sldMk cId="546696084" sldId="298"/>
            <ac:spMk id="3" creationId="{F9BE4420-A8D5-0237-C283-D4F364D0E171}"/>
          </ac:spMkLst>
        </pc:spChg>
      </pc:sldChg>
      <pc:sldChg chg="delSp modSp">
        <pc:chgData name="Guest User" userId="" providerId="Windows Live" clId="Web-{1ED45653-D0D6-AF6B-146E-FE37FA65EB78}" dt="2026-04-22T07:26:35.076" v="21" actId="20577"/>
        <pc:sldMkLst>
          <pc:docMk/>
          <pc:sldMk cId="457259743" sldId="299"/>
        </pc:sldMkLst>
        <pc:spChg chg="mod">
          <ac:chgData name="Guest User" userId="" providerId="Windows Live" clId="Web-{1ED45653-D0D6-AF6B-146E-FE37FA65EB78}" dt="2026-04-22T07:26:35.076" v="21" actId="20577"/>
          <ac:spMkLst>
            <pc:docMk/>
            <pc:sldMk cId="457259743" sldId="299"/>
            <ac:spMk id="2" creationId="{A83936F9-2B51-D2CD-8AE3-37D5164C260D}"/>
          </ac:spMkLst>
        </pc:spChg>
      </pc:sldChg>
      <pc:sldChg chg="add del">
        <pc:chgData name="Guest User" userId="" providerId="Windows Live" clId="Web-{1ED45653-D0D6-AF6B-146E-FE37FA65EB78}" dt="2026-04-22T07:41:33.701" v="46"/>
        <pc:sldMkLst>
          <pc:docMk/>
          <pc:sldMk cId="38352765" sldId="305"/>
        </pc:sldMkLst>
      </pc:sldChg>
    </pc:docChg>
  </pc:docChgLst>
  <pc:docChgLst>
    <pc:chgData name="Gästanvändare" providerId="Windows Live" clId="Web-{938E2A70-C4CC-0EE9-E419-C0265D231DCF}"/>
    <pc:docChg chg="addSld modSld">
      <pc:chgData name="Gästanvändare" userId="" providerId="Windows Live" clId="Web-{938E2A70-C4CC-0EE9-E419-C0265D231DCF}" dt="2026-04-22T09:41:16.260" v="513" actId="1076"/>
      <pc:docMkLst>
        <pc:docMk/>
      </pc:docMkLst>
      <pc:sldChg chg="delSp modSp">
        <pc:chgData name="Gästanvändare" userId="" providerId="Windows Live" clId="Web-{938E2A70-C4CC-0EE9-E419-C0265D231DCF}" dt="2026-04-22T01:11:33.344" v="262" actId="1076"/>
        <pc:sldMkLst>
          <pc:docMk/>
          <pc:sldMk cId="3417721485" sldId="256"/>
        </pc:sldMkLst>
        <pc:spChg chg="mod">
          <ac:chgData name="Gästanvändare" userId="" providerId="Windows Live" clId="Web-{938E2A70-C4CC-0EE9-E419-C0265D231DCF}" dt="2026-04-22T01:11:33.344" v="262" actId="1076"/>
          <ac:spMkLst>
            <pc:docMk/>
            <pc:sldMk cId="3417721485" sldId="256"/>
            <ac:spMk id="9" creationId="{C09F49A5-6AF6-28B6-9799-70BCC549F483}"/>
          </ac:spMkLst>
        </pc:spChg>
        <pc:picChg chg="mod">
          <ac:chgData name="Gästanvändare" userId="" providerId="Windows Live" clId="Web-{938E2A70-C4CC-0EE9-E419-C0265D231DCF}" dt="2026-04-22T01:11:00.311" v="257" actId="1076"/>
          <ac:picMkLst>
            <pc:docMk/>
            <pc:sldMk cId="3417721485" sldId="256"/>
            <ac:picMk id="5" creationId="{7C454B0C-0819-4D56-9275-BCE254DA659D}"/>
          </ac:picMkLst>
        </pc:picChg>
      </pc:sldChg>
      <pc:sldChg chg="modSp">
        <pc:chgData name="Gästanvändare" userId="" providerId="Windows Live" clId="Web-{938E2A70-C4CC-0EE9-E419-C0265D231DCF}" dt="2026-04-21T23:07:43.372" v="19" actId="20577"/>
        <pc:sldMkLst>
          <pc:docMk/>
          <pc:sldMk cId="2939930866" sldId="274"/>
        </pc:sldMkLst>
        <pc:spChg chg="mod">
          <ac:chgData name="Gästanvändare" userId="" providerId="Windows Live" clId="Web-{938E2A70-C4CC-0EE9-E419-C0265D231DCF}" dt="2026-04-21T23:07:43.372" v="19" actId="20577"/>
          <ac:spMkLst>
            <pc:docMk/>
            <pc:sldMk cId="2939930866" sldId="274"/>
            <ac:spMk id="3" creationId="{4B64FA72-B055-4AE3-A6FD-8071BD687CBE}"/>
          </ac:spMkLst>
        </pc:spChg>
      </pc:sldChg>
      <pc:sldChg chg="addSp delSp modSp new">
        <pc:chgData name="Gästanvändare" userId="" providerId="Windows Live" clId="Web-{938E2A70-C4CC-0EE9-E419-C0265D231DCF}" dt="2026-04-22T09:39:13.208" v="510" actId="1076"/>
        <pc:sldMkLst>
          <pc:docMk/>
          <pc:sldMk cId="467642835" sldId="302"/>
        </pc:sldMkLst>
        <pc:spChg chg="mod">
          <ac:chgData name="Gästanvändare" userId="" providerId="Windows Live" clId="Web-{938E2A70-C4CC-0EE9-E419-C0265D231DCF}" dt="2026-04-21T23:55:34.458" v="48" actId="20577"/>
          <ac:spMkLst>
            <pc:docMk/>
            <pc:sldMk cId="467642835" sldId="302"/>
            <ac:spMk id="2" creationId="{6B9C0C36-F18E-312E-C96F-5363ECDA6D5B}"/>
          </ac:spMkLst>
        </pc:spChg>
        <pc:spChg chg="mod">
          <ac:chgData name="Gästanvändare" userId="" providerId="Windows Live" clId="Web-{938E2A70-C4CC-0EE9-E419-C0265D231DCF}" dt="2026-04-22T09:39:13.208" v="510" actId="1076"/>
          <ac:spMkLst>
            <pc:docMk/>
            <pc:sldMk cId="467642835" sldId="302"/>
            <ac:spMk id="3" creationId="{0FED977C-31DD-8744-1367-9B8ED934DF58}"/>
          </ac:spMkLst>
        </pc:spChg>
        <pc:picChg chg="add mod">
          <ac:chgData name="Gästanvändare" userId="" providerId="Windows Live" clId="Web-{938E2A70-C4CC-0EE9-E419-C0265D231DCF}" dt="2026-04-22T08:52:43.949" v="506" actId="14100"/>
          <ac:picMkLst>
            <pc:docMk/>
            <pc:sldMk cId="467642835" sldId="302"/>
            <ac:picMk id="7" creationId="{EEF89D87-1B5D-AD01-01C2-ACF958F69E1A}"/>
          </ac:picMkLst>
        </pc:picChg>
      </pc:sldChg>
      <pc:sldChg chg="addSp delSp modSp new">
        <pc:chgData name="Gästanvändare" userId="" providerId="Windows Live" clId="Web-{938E2A70-C4CC-0EE9-E419-C0265D231DCF}" dt="2026-04-22T08:44:08.736" v="469" actId="1076"/>
        <pc:sldMkLst>
          <pc:docMk/>
          <pc:sldMk cId="139857686" sldId="303"/>
        </pc:sldMkLst>
        <pc:spChg chg="mod">
          <ac:chgData name="Gästanvändare" userId="" providerId="Windows Live" clId="Web-{938E2A70-C4CC-0EE9-E419-C0265D231DCF}" dt="2026-04-22T00:01:24.401" v="58" actId="20577"/>
          <ac:spMkLst>
            <pc:docMk/>
            <pc:sldMk cId="139857686" sldId="303"/>
            <ac:spMk id="2" creationId="{0479D4BC-7FB5-6321-B8CE-F2F75D9C5C96}"/>
          </ac:spMkLst>
        </pc:spChg>
        <pc:spChg chg="mod">
          <ac:chgData name="Gästanvändare" userId="" providerId="Windows Live" clId="Web-{938E2A70-C4CC-0EE9-E419-C0265D231DCF}" dt="2026-04-22T08:43:57.095" v="466" actId="20577"/>
          <ac:spMkLst>
            <pc:docMk/>
            <pc:sldMk cId="139857686" sldId="303"/>
            <ac:spMk id="3" creationId="{8C57D9E4-D292-E7C2-00F8-E52094FBF2FD}"/>
          </ac:spMkLst>
        </pc:spChg>
        <pc:picChg chg="add mod">
          <ac:chgData name="Gästanvändare" userId="" providerId="Windows Live" clId="Web-{938E2A70-C4CC-0EE9-E419-C0265D231DCF}" dt="2026-04-22T08:44:08.736" v="469" actId="1076"/>
          <ac:picMkLst>
            <pc:docMk/>
            <pc:sldMk cId="139857686" sldId="303"/>
            <ac:picMk id="7" creationId="{3B52F8F6-3DAD-849F-E65A-7E057B5F369F}"/>
          </ac:picMkLst>
        </pc:picChg>
      </pc:sldChg>
    </pc:docChg>
  </pc:docChgLst>
  <pc:docChgLst>
    <pc:chgData name="Guest User" providerId="Windows Live" clId="Web-{14CE2C6E-2EDC-D575-D995-B8CE70C4A395}"/>
    <pc:docChg chg="addSld modSld sldOrd">
      <pc:chgData name="Guest User" userId="" providerId="Windows Live" clId="Web-{14CE2C6E-2EDC-D575-D995-B8CE70C4A395}" dt="2026-04-21T15:13:49.493" v="256"/>
      <pc:docMkLst>
        <pc:docMk/>
      </pc:docMkLst>
      <pc:sldChg chg="addSp delSp modSp ord modNotes">
        <pc:chgData name="Guest User" userId="" providerId="Windows Live" clId="Web-{14CE2C6E-2EDC-D575-D995-B8CE70C4A395}" dt="2026-04-21T15:13:06.020" v="244"/>
        <pc:sldMkLst>
          <pc:docMk/>
          <pc:sldMk cId="543351503" sldId="296"/>
        </pc:sldMkLst>
        <pc:spChg chg="mod">
          <ac:chgData name="Guest User" userId="" providerId="Windows Live" clId="Web-{14CE2C6E-2EDC-D575-D995-B8CE70C4A395}" dt="2026-04-21T15:04:12.352" v="8" actId="20577"/>
          <ac:spMkLst>
            <pc:docMk/>
            <pc:sldMk cId="543351503" sldId="296"/>
            <ac:spMk id="2" creationId="{0FDF81DE-F381-DD3B-1800-90C8E09D5CE2}"/>
          </ac:spMkLst>
        </pc:spChg>
        <pc:spChg chg="add mod">
          <ac:chgData name="Guest User" userId="" providerId="Windows Live" clId="Web-{14CE2C6E-2EDC-D575-D995-B8CE70C4A395}" dt="2026-04-21T15:12:18.452" v="234" actId="20577"/>
          <ac:spMkLst>
            <pc:docMk/>
            <pc:sldMk cId="543351503" sldId="296"/>
            <ac:spMk id="5" creationId="{511F6136-5D8F-FE45-9589-7FE619801112}"/>
          </ac:spMkLst>
        </pc:spChg>
      </pc:sldChg>
      <pc:sldChg chg="modSp add replId modNotes">
        <pc:chgData name="Guest User" userId="" providerId="Windows Live" clId="Web-{14CE2C6E-2EDC-D575-D995-B8CE70C4A395}" dt="2026-04-21T15:13:49.493" v="256"/>
        <pc:sldMkLst>
          <pc:docMk/>
          <pc:sldMk cId="4018165944" sldId="297"/>
        </pc:sldMkLst>
        <pc:spChg chg="mod">
          <ac:chgData name="Guest User" userId="" providerId="Windows Live" clId="Web-{14CE2C6E-2EDC-D575-D995-B8CE70C4A395}" dt="2026-04-21T15:08:28.110" v="86" actId="20577"/>
          <ac:spMkLst>
            <pc:docMk/>
            <pc:sldMk cId="4018165944" sldId="297"/>
            <ac:spMk id="2" creationId="{BF2B8E30-C83B-D5E6-BA21-A137D041FC76}"/>
          </ac:spMkLst>
        </pc:spChg>
        <pc:spChg chg="mod">
          <ac:chgData name="Guest User" userId="" providerId="Windows Live" clId="Web-{14CE2C6E-2EDC-D575-D995-B8CE70C4A395}" dt="2026-04-21T15:12:27.641" v="238" actId="20577"/>
          <ac:spMkLst>
            <pc:docMk/>
            <pc:sldMk cId="4018165944" sldId="297"/>
            <ac:spMk id="5" creationId="{08B59694-C38E-F963-26B3-E74551CFA06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9A2401B-18EB-4287-A2B7-7BB1D0449540}" type="datetime1">
              <a:rPr lang="sv-SE" smtClean="0"/>
              <a:t>2026-05-06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EC605DA-80A8-4B7B-B889-6C5700BB4CE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sv-SE" noProof="0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085D583-34CD-44D1-A1A3-3123C9B2F31A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sv-SE" noProof="0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sv-SE" noProof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3544625-0ADF-4414-89A2-9E135F0C849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en-SE"/>
              <a:t>Hello, </a:t>
            </a:r>
            <a:r>
              <a:rPr lang="en-US"/>
              <a:t>we will present our project</a:t>
            </a:r>
            <a:r>
              <a:rPr lang="en-SE"/>
              <a:t>, which we call </a:t>
            </a:r>
            <a:r>
              <a:rPr lang="en-SE" err="1"/>
              <a:t>SenseHuman</a:t>
            </a:r>
            <a:r>
              <a:rPr lang="en-SE"/>
              <a:t>.</a:t>
            </a:r>
            <a:endParaRPr lang="sv-SE">
              <a:ea typeface="Calibri"/>
              <a:cs typeface="Calibri"/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3544625-0ADF-4414-89A2-9E135F0C849F}" type="slidenum">
              <a:rPr lang="sv-SE" noProof="0" smtClean="0"/>
              <a:t>2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1084259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stage is semi-structured interviews, where we speak with patients and healthcare professionals to understand their needs, expectations, and concerns.</a:t>
            </a:r>
            <a:endParaRPr lang="en-SE" dirty="0"/>
          </a:p>
          <a:p>
            <a:endParaRPr lang="en-SE" dirty="0"/>
          </a:p>
          <a:p>
            <a:r>
              <a:rPr lang="en-US" dirty="0"/>
              <a:t>The second stage is participatory design workshops, where users would help shape how the system should work in practice.</a:t>
            </a:r>
            <a:endParaRPr lang="en-SE" dirty="0"/>
          </a:p>
          <a:p>
            <a:endParaRPr lang="en-SE" dirty="0"/>
          </a:p>
          <a:p>
            <a:r>
              <a:rPr lang="en-US" dirty="0"/>
              <a:t>The third stage is a three-week home study, where participants would use a prototype in their everyday lives to see how it fits into daily routines.</a:t>
            </a:r>
            <a:endParaRPr lang="en-SE" dirty="0"/>
          </a:p>
          <a:p>
            <a:endParaRPr lang="en-SE" dirty="0"/>
          </a:p>
          <a:p>
            <a:r>
              <a:rPr lang="en-US" dirty="0"/>
              <a:t>The final stage is a post-use survey, where we would collect structured feedback about usefulness, ease of use, trust, and overall experience.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3544625-0ADF-4414-89A2-9E135F0C849F}" type="slidenum">
              <a:rPr lang="sv-SE" noProof="0" smtClean="0"/>
              <a:t>3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1038536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However, given the scope of this course, and since we do not have the opportunity to fully design, prototype, and test </a:t>
            </a:r>
            <a:r>
              <a:rPr lang="en-US" dirty="0" err="1"/>
              <a:t>SenseHuman</a:t>
            </a:r>
            <a:r>
              <a:rPr lang="en-US" dirty="0"/>
              <a:t>, we will mainly focus on the first stage: semi-structured interviews.</a:t>
            </a:r>
            <a:endParaRPr lang="en-SE" dirty="0"/>
          </a:p>
          <a:p>
            <a:endParaRPr lang="en-SE" dirty="0"/>
          </a:p>
          <a:p>
            <a:r>
              <a:rPr lang="en-US" dirty="0"/>
              <a:t>This stage helps us identify user needs and potential barriers early in the design process, which gives us a realistic foundation for discussing how </a:t>
            </a:r>
            <a:r>
              <a:rPr lang="en-US" dirty="0" err="1"/>
              <a:t>SenseHuman</a:t>
            </a:r>
            <a:r>
              <a:rPr lang="en-US" dirty="0"/>
              <a:t> could be designed to become meaningful, trustworthy, and useful in healthcare.</a:t>
            </a:r>
            <a:endParaRPr lang="en-SE" dirty="0"/>
          </a:p>
          <a:p>
            <a:endParaRPr lang="en-SE" dirty="0"/>
          </a:p>
          <a:p>
            <a:r>
              <a:rPr lang="en-US" dirty="0"/>
              <a:t>Our interview targets are patients whose health requires regular monitoring, such as glucose, heart rate, activity, or symptom tracking, and healthcare professionals who may use this data in clinical decision-making.</a:t>
            </a:r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3544625-0ADF-4414-89A2-9E135F0C849F}" type="slidenum">
              <a:rPr lang="sv-SE" noProof="0" smtClean="0"/>
              <a:t>4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436923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sv-SE" noProof="0"/>
              <a:t>Klicka om du vill redigera mall för underrubrikformat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CD83ECEB-5441-4727-88B7-182FC5A31FE2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/>
        <p:txBody>
          <a:bodyPr rtlCol="0" anchor="ctr"/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BDE11D-4346-43B8-951D-2BDF33493F92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959FBE4-3442-404B-B419-A6EA24456675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 hasCustomPrompt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 hasCustomPrompt="1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A4060D-B5B8-44B9-8F26-0FB82E3B4C8E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 hasCustomPrompt="1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 hasCustomPrompt="1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2F245A-560C-4E7C-A562-0A2D32B92CD5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60C7A8-76DA-4E7D-B5DB-E14C28DA885C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6D0FD2-9F96-46D2-907F-9DF3A7DEC7A4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7DFD9F-CC83-429C-AFCE-E9EF6DB36A20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14" name="Platshållare för bild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sv-SE" noProof="0"/>
              <a:t>Klicka på ikonen för att lägga till bild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456BC3-3945-4E7F-A497-5D8D72D7D57E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sv-SE" noProof="0"/>
              <a:t>Klicka på ikonen för att lägga till bild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7C4F2A-F9C6-4EB3-9F10-BBA128E56BC4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ch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E5FE89-5E4C-40E2-B8D4-5BC1A760F578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ruta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sv-SE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ruta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sv-SE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6" name="Rubrik 1"/>
          <p:cNvSpPr>
            <a:spLocks noGrp="1"/>
          </p:cNvSpPr>
          <p:nvPr>
            <p:ph type="title" hasCustomPrompt="1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 hasCustomPrompt="1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E3B24B-56F7-4075-B2D0-F9E280249A3A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2968B-0FA8-4EB4-990A-598AAB3FB930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namn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ruta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sv-SE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ruta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sv-SE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6" name="Rubrik 1"/>
          <p:cNvSpPr>
            <a:spLocks noGrp="1"/>
          </p:cNvSpPr>
          <p:nvPr>
            <p:ph type="title" hasCustomPrompt="1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sv-SE" noProof="0"/>
              <a:t>Redigera format för bakgrundstext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465684B-BEC8-42E1-BB00-FC0D41C81B9C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t eller fals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sv-SE" noProof="0"/>
              <a:t>Klicka här för att ändra format</a:t>
            </a:r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sv-SE" noProof="0"/>
              <a:t>Redigera format för bakgrundstext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 hasCustomPrompt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v-SE" noProof="0"/>
              <a:t>Redigera format för bakgrundstext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9257B9E-A23A-4A4B-AB23-76CF04600095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Rubrik 1"/>
          <p:cNvSpPr>
            <a:spLocks noGrp="1"/>
          </p:cNvSpPr>
          <p:nvPr>
            <p:ph type="title" hasCustomPrompt="1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2 för vertikal text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21E145-E24F-4578-868F-C0236C731DE4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Lodrät rubrik 1"/>
          <p:cNvSpPr>
            <a:spLocks noGrp="1"/>
          </p:cNvSpPr>
          <p:nvPr>
            <p:ph type="title" orient="vert" hasCustomPrompt="1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2 för vertikal text"/>
          <p:cNvSpPr>
            <a:spLocks noGrp="1"/>
          </p:cNvSpPr>
          <p:nvPr>
            <p:ph type="body" orient="vert" idx="1" hasCustomPrompt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597925-F399-44D1-8056-966C4B603A29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sv-SE" noProof="0" smtClean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sv-SE" noProof="0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sv-SE" noProof="0"/>
              <a:t>Redigera format för bakgrundstext</a:t>
            </a:r>
          </a:p>
          <a:p>
            <a:pPr lvl="1" rtl="0"/>
            <a:r>
              <a:rPr lang="sv-SE" noProof="0"/>
              <a:t>Nivå två</a:t>
            </a:r>
          </a:p>
          <a:p>
            <a:pPr lvl="2" rtl="0"/>
            <a:r>
              <a:rPr lang="sv-SE" noProof="0"/>
              <a:t>Nivå tre</a:t>
            </a:r>
          </a:p>
          <a:p>
            <a:pPr lvl="3" rtl="0"/>
            <a:r>
              <a:rPr lang="sv-SE" noProof="0"/>
              <a:t>Nivå fyra</a:t>
            </a:r>
          </a:p>
          <a:p>
            <a:pPr lvl="4" rtl="0"/>
            <a:r>
              <a:rPr lang="sv-SE" noProof="0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2B85956D-AA23-47E2-B3CA-EE671651C46C}" type="datetime1">
              <a:rPr lang="sv-SE" noProof="0" smtClean="0"/>
              <a:t>2026-05-06</a:t>
            </a:fld>
            <a:endParaRPr lang="sv-SE" noProof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endParaRPr lang="sv-SE" noProof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69E57DC2-970A-4B3E-BB1C-7A09969E49DF}" type="slidenum">
              <a:rPr lang="sv-SE" noProof="0" smtClean="0"/>
              <a:pPr rtl="0"/>
              <a:t>‹#›</a:t>
            </a:fld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 descr="natthimmel med berg långt bort vid horisonten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582"/>
            <a:ext cx="12191980" cy="6857990"/>
          </a:xfrm>
          <a:prstGeom prst="rect">
            <a:avLst/>
          </a:prstGeom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C09F49A5-6AF6-28B6-9799-70BCC549F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5072" y="4392135"/>
            <a:ext cx="8721725" cy="1405467"/>
          </a:xfrm>
        </p:spPr>
        <p:txBody>
          <a:bodyPr>
            <a:normAutofit/>
          </a:bodyPr>
          <a:lstStyle/>
          <a:p>
            <a:pPr algn="l"/>
            <a:endParaRPr lang="sv-SE" sz="2000" dirty="0">
              <a:latin typeface="Poppins"/>
              <a:ea typeface="Calibri"/>
              <a:cs typeface="Poppi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5BBA07-9445-F38D-6254-6C1A02A725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16150" y="1242434"/>
            <a:ext cx="6559700" cy="437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DEEDB4-8F1F-D596-96C0-DA8D8F84E0BD}"/>
              </a:ext>
            </a:extLst>
          </p:cNvPr>
          <p:cNvSpPr txBox="1"/>
          <p:nvPr/>
        </p:nvSpPr>
        <p:spPr>
          <a:xfrm>
            <a:off x="2127965" y="1185055"/>
            <a:ext cx="79360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 err="1">
                <a:latin typeface="Poppins" panose="00000500000000000000" pitchFamily="2" charset="0"/>
                <a:cs typeface="Poppins" panose="00000500000000000000" pitchFamily="2" charset="0"/>
              </a:rPr>
              <a:t>SenseHuman</a:t>
            </a:r>
            <a:r>
              <a:rPr lang="en-US" sz="2000" i="1" dirty="0">
                <a:latin typeface="Poppins" panose="00000500000000000000" pitchFamily="2" charset="0"/>
                <a:cs typeface="Poppins" panose="00000500000000000000" pitchFamily="2" charset="0"/>
              </a:rPr>
              <a:t> is an AI-based clinical diary that combines patient journal entries with wearable sensor data to support better clinical decision-making.</a:t>
            </a:r>
            <a:endParaRPr lang="sv-SE" sz="2000" i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F4EDC-8E1B-50FA-481B-80240D33A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103" y="2477874"/>
            <a:ext cx="5493794" cy="36625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594EB9-5457-076E-673B-2F9E672E0E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59" r="18605" b="8139"/>
          <a:stretch>
            <a:fillRect/>
          </a:stretch>
        </p:blipFill>
        <p:spPr>
          <a:xfrm>
            <a:off x="10817225" y="5520266"/>
            <a:ext cx="1374775" cy="133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112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E254B-4538-E061-1D99-44124CC07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4D09-3633-BFF6-8E4E-B9CBFF761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 dirty="0">
                <a:latin typeface="Poppins" panose="00000500000000000000" pitchFamily="2" charset="0"/>
                <a:cs typeface="Poppins" panose="00000500000000000000" pitchFamily="2" charset="0"/>
              </a:rPr>
              <a:t>METHOD</a:t>
            </a:r>
            <a:br>
              <a:rPr lang="en-SE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SE" sz="2400" dirty="0">
                <a:latin typeface="Poppins" panose="00000500000000000000" pitchFamily="2" charset="0"/>
                <a:cs typeface="Poppins" panose="00000500000000000000" pitchFamily="2" charset="0"/>
              </a:rPr>
              <a:t>Four stages</a:t>
            </a:r>
            <a:endParaRPr lang="sv-SE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03B93-0608-6D11-7066-47B1D7FAA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b="1" dirty="0">
                <a:latin typeface="Poppins" panose="00000500000000000000" pitchFamily="2" charset="0"/>
                <a:cs typeface="Poppins" panose="00000500000000000000" pitchFamily="2" charset="0"/>
              </a:rPr>
              <a:t>Stage 1: 	</a:t>
            </a:r>
            <a:r>
              <a:rPr lang="en-SE" b="1" i="1" dirty="0">
                <a:latin typeface="Poppins" panose="00000500000000000000" pitchFamily="2" charset="0"/>
                <a:cs typeface="Poppins" panose="00000500000000000000" pitchFamily="2" charset="0"/>
              </a:rPr>
              <a:t>Semi-structured interviews</a:t>
            </a:r>
          </a:p>
          <a:p>
            <a:pPr lvl="1"/>
            <a:r>
              <a:rPr lang="en-SE" dirty="0">
                <a:latin typeface="Poppins" panose="00000500000000000000" pitchFamily="2" charset="0"/>
                <a:cs typeface="Poppins" panose="00000500000000000000" pitchFamily="2" charset="0"/>
              </a:rPr>
              <a:t>Understand user needs, expectations, and concerns.</a:t>
            </a:r>
          </a:p>
          <a:p>
            <a:r>
              <a:rPr lang="en-SE" b="1" dirty="0">
                <a:latin typeface="Poppins" panose="00000500000000000000" pitchFamily="2" charset="0"/>
                <a:cs typeface="Poppins" panose="00000500000000000000" pitchFamily="2" charset="0"/>
              </a:rPr>
              <a:t>Stage 2: 	</a:t>
            </a:r>
            <a:r>
              <a:rPr lang="en-SE" b="1" i="1" dirty="0">
                <a:latin typeface="Poppins" panose="00000500000000000000" pitchFamily="2" charset="0"/>
                <a:cs typeface="Poppins" panose="00000500000000000000" pitchFamily="2" charset="0"/>
              </a:rPr>
              <a:t>Participatory design</a:t>
            </a:r>
          </a:p>
          <a:p>
            <a:pPr lvl="1"/>
            <a:r>
              <a:rPr lang="en-SE" dirty="0">
                <a:latin typeface="Poppins" panose="00000500000000000000" pitchFamily="2" charset="0"/>
                <a:cs typeface="Poppins" panose="00000500000000000000" pitchFamily="2" charset="0"/>
              </a:rPr>
              <a:t>Let patients and healthcare professionals help shape the system design.</a:t>
            </a:r>
          </a:p>
          <a:p>
            <a:r>
              <a:rPr lang="en-SE" b="1" dirty="0">
                <a:latin typeface="Poppins" panose="00000500000000000000" pitchFamily="2" charset="0"/>
                <a:cs typeface="Poppins" panose="00000500000000000000" pitchFamily="2" charset="0"/>
              </a:rPr>
              <a:t>Stage 3: 	</a:t>
            </a:r>
            <a:r>
              <a:rPr lang="en-SE" b="1" i="1" dirty="0">
                <a:latin typeface="Poppins" panose="00000500000000000000" pitchFamily="2" charset="0"/>
                <a:cs typeface="Poppins" panose="00000500000000000000" pitchFamily="2" charset="0"/>
              </a:rPr>
              <a:t>Three-week home study</a:t>
            </a:r>
          </a:p>
          <a:p>
            <a:pPr lvl="1"/>
            <a:r>
              <a:rPr lang="en-SE" dirty="0">
                <a:latin typeface="Poppins" panose="00000500000000000000" pitchFamily="2" charset="0"/>
                <a:cs typeface="Poppins" panose="00000500000000000000" pitchFamily="2" charset="0"/>
              </a:rPr>
              <a:t>Test a prototype in everyday life to see how it fits into daily routines.</a:t>
            </a:r>
          </a:p>
          <a:p>
            <a:r>
              <a:rPr lang="en-SE" b="1" dirty="0">
                <a:latin typeface="Poppins" panose="00000500000000000000" pitchFamily="2" charset="0"/>
                <a:cs typeface="Poppins" panose="00000500000000000000" pitchFamily="2" charset="0"/>
              </a:rPr>
              <a:t>Stage 4: 	</a:t>
            </a:r>
            <a:r>
              <a:rPr lang="en-SE" b="1" i="1" dirty="0">
                <a:latin typeface="Poppins" panose="00000500000000000000" pitchFamily="2" charset="0"/>
                <a:cs typeface="Poppins" panose="00000500000000000000" pitchFamily="2" charset="0"/>
              </a:rPr>
              <a:t>Post-use study</a:t>
            </a:r>
          </a:p>
          <a:p>
            <a:pPr lvl="1"/>
            <a:r>
              <a:rPr lang="en-SE" dirty="0">
                <a:latin typeface="Poppins" panose="00000500000000000000" pitchFamily="2" charset="0"/>
                <a:cs typeface="Poppins" panose="00000500000000000000" pitchFamily="2" charset="0"/>
              </a:rPr>
              <a:t>Evaluate usefulness, ease of use, an</a:t>
            </a:r>
            <a:r>
              <a:rPr lang="sv-SE" dirty="0">
                <a:latin typeface="Poppins" panose="00000500000000000000" pitchFamily="2" charset="0"/>
                <a:cs typeface="Poppins" panose="00000500000000000000" pitchFamily="2" charset="0"/>
              </a:rPr>
              <a:t>d</a:t>
            </a:r>
            <a:r>
              <a:rPr lang="en-SE" dirty="0">
                <a:latin typeface="Poppins" panose="00000500000000000000" pitchFamily="2" charset="0"/>
                <a:cs typeface="Poppins" panose="00000500000000000000" pitchFamily="2" charset="0"/>
              </a:rPr>
              <a:t> overall user experience.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32E5DA-043D-F42F-5FA6-A7C708B046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9" r="18605" b="8139"/>
          <a:stretch>
            <a:fillRect/>
          </a:stretch>
        </p:blipFill>
        <p:spPr>
          <a:xfrm>
            <a:off x="10817225" y="5520266"/>
            <a:ext cx="1374775" cy="133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344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85A12-466B-4D58-1D2D-BFDE6359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 dirty="0">
                <a:latin typeface="Poppins" panose="00000500000000000000" pitchFamily="2" charset="0"/>
                <a:cs typeface="Poppins" panose="00000500000000000000" pitchFamily="2" charset="0"/>
              </a:rPr>
              <a:t>Main focus</a:t>
            </a:r>
            <a:br>
              <a:rPr lang="en-SE" b="1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SE" sz="2400" dirty="0">
                <a:latin typeface="Poppins" panose="00000500000000000000" pitchFamily="2" charset="0"/>
                <a:cs typeface="Poppins" panose="00000500000000000000" pitchFamily="2" charset="0"/>
              </a:rPr>
              <a:t>Semi-structured interviews</a:t>
            </a:r>
            <a:endParaRPr lang="sv-SE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987C4-A770-E7B8-1201-77DE4EB5E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E" b="1" dirty="0">
                <a:latin typeface="Poppins" panose="00000500000000000000" pitchFamily="2" charset="0"/>
                <a:cs typeface="Poppins" panose="00000500000000000000" pitchFamily="2" charset="0"/>
              </a:rPr>
              <a:t>Due to course scope...</a:t>
            </a:r>
            <a:endParaRPr lang="en-SE" b="1" i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1"/>
            <a:r>
              <a:rPr lang="en-SE" dirty="0">
                <a:latin typeface="Poppins" panose="00000500000000000000" pitchFamily="2" charset="0"/>
                <a:cs typeface="Poppins" panose="00000500000000000000" pitchFamily="2" charset="0"/>
              </a:rPr>
              <a:t>No opportunity to fully design, prototype, and test </a:t>
            </a:r>
            <a:r>
              <a:rPr lang="en-SE" dirty="0" err="1">
                <a:latin typeface="Poppins" panose="00000500000000000000" pitchFamily="2" charset="0"/>
                <a:cs typeface="Poppins" panose="00000500000000000000" pitchFamily="2" charset="0"/>
              </a:rPr>
              <a:t>SenseHuman</a:t>
            </a:r>
            <a:endParaRPr lang="en-SE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SE" b="1" dirty="0">
                <a:latin typeface="Poppins" panose="00000500000000000000" pitchFamily="2" charset="0"/>
                <a:cs typeface="Poppins" panose="00000500000000000000" pitchFamily="2" charset="0"/>
              </a:rPr>
              <a:t>Aim</a:t>
            </a:r>
          </a:p>
          <a:p>
            <a:pPr lvl="1"/>
            <a:r>
              <a:rPr lang="en-SE" dirty="0">
                <a:latin typeface="Poppins" panose="00000500000000000000" pitchFamily="2" charset="0"/>
                <a:cs typeface="Poppins" panose="00000500000000000000" pitchFamily="2" charset="0"/>
              </a:rPr>
              <a:t>identify user needs and barriers early in the design process</a:t>
            </a:r>
          </a:p>
          <a:p>
            <a:r>
              <a:rPr lang="en-SE" b="1" dirty="0">
                <a:latin typeface="Poppins" panose="00000500000000000000" pitchFamily="2" charset="0"/>
                <a:cs typeface="Poppins" panose="00000500000000000000" pitchFamily="2" charset="0"/>
              </a:rPr>
              <a:t>Interview targets:</a:t>
            </a:r>
          </a:p>
          <a:p>
            <a:pPr lvl="1"/>
            <a:r>
              <a:rPr lang="en-SE" dirty="0">
                <a:latin typeface="Poppins" panose="00000500000000000000" pitchFamily="2" charset="0"/>
                <a:cs typeface="Poppins" panose="00000500000000000000" pitchFamily="2" charset="0"/>
              </a:rPr>
              <a:t>Patients with recurring symptoms or regular monitoring (e.g., glucose, heart rate, ...)</a:t>
            </a:r>
          </a:p>
          <a:p>
            <a:pPr lvl="1"/>
            <a:r>
              <a:rPr lang="en-SE" dirty="0">
                <a:latin typeface="Poppins" panose="00000500000000000000" pitchFamily="2" charset="0"/>
                <a:cs typeface="Poppins" panose="00000500000000000000" pitchFamily="2" charset="0"/>
              </a:rPr>
              <a:t>Healthcare professionals who use patient-generated data</a:t>
            </a:r>
          </a:p>
          <a:p>
            <a:endParaRPr lang="sv-SE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081357-B7FB-8077-3212-671BAF93E3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59" r="18605" b="8139"/>
          <a:stretch>
            <a:fillRect/>
          </a:stretch>
        </p:blipFill>
        <p:spPr>
          <a:xfrm>
            <a:off x="10817225" y="5520266"/>
            <a:ext cx="1374775" cy="133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02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immelsk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521706_TF22566005_Win32" id="{7841755E-8DC2-4F69-B6F6-99E90AAD511B}" vid="{4F370972-A735-4817-BB80-38A014CB60B0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08B90B-70ED-4539-9C14-FB2728D9064F}">
  <ds:schemaRefs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9E8D3305-1D9D-4BC8-A40F-6F8AE50BD76B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CM2010 Seminar</Template>
  <TotalTime>0</TotalTime>
  <Words>390</Words>
  <Application>Microsoft Office PowerPoint</Application>
  <PresentationFormat>Widescreen</PresentationFormat>
  <Paragraphs>35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Poppins</vt:lpstr>
      <vt:lpstr>Himmelsk</vt:lpstr>
      <vt:lpstr>PowerPoint Presentation</vt:lpstr>
      <vt:lpstr>PowerPoint Presentation</vt:lpstr>
      <vt:lpstr>METHOD Four stages</vt:lpstr>
      <vt:lpstr>Main focus Semi-structured interviews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Sahand Khodabandehloo</dc:creator>
  <cp:lastModifiedBy>Sahand Khodabandehloo</cp:lastModifiedBy>
  <cp:revision>1</cp:revision>
  <dcterms:created xsi:type="dcterms:W3CDTF">2026-04-21T12:34:12Z</dcterms:created>
  <dcterms:modified xsi:type="dcterms:W3CDTF">2026-05-05T23:13:51Z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