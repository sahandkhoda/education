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44" r:id="rId4"/>
  </p:sldMasterIdLst>
  <p:notesMasterIdLst>
    <p:notesMasterId r:id="rId17"/>
  </p:notesMasterIdLst>
  <p:handoutMasterIdLst>
    <p:handoutMasterId r:id="rId18"/>
  </p:handoutMasterIdLst>
  <p:sldIdLst>
    <p:sldId id="256" r:id="rId5"/>
    <p:sldId id="300" r:id="rId6"/>
    <p:sldId id="301" r:id="rId7"/>
    <p:sldId id="302" r:id="rId8"/>
    <p:sldId id="303" r:id="rId9"/>
    <p:sldId id="305" r:id="rId10"/>
    <p:sldId id="306" r:id="rId11"/>
    <p:sldId id="298" r:id="rId12"/>
    <p:sldId id="299" r:id="rId13"/>
    <p:sldId id="296" r:id="rId14"/>
    <p:sldId id="297" r:id="rId15"/>
    <p:sldId id="274" r:id="rId16"/>
  </p:sldIdLst>
  <p:sldSz cx="12192000" cy="6858000"/>
  <p:notesSz cx="6858000" cy="9144000"/>
  <p:defaultTextStyle>
    <a:defPPr rtl="0">
      <a:defRPr lang="sv-se"/>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4CE2C6E-2EDC-D575-D995-B8CE70C4A395}" v="375" dt="2026-04-21T15:12:33.110"/>
    <p1510:client id="{1ED45653-D0D6-AF6B-146E-FE37FA65EB78}" v="68" dt="2026-04-22T07:42:32.938"/>
    <p1510:client id="{52C64F51-BC03-D82E-429D-40099512136B}" v="15" dt="2026-04-21T21:23:19.673"/>
    <p1510:client id="{938E2A70-C4CC-0EE9-E419-C0265D231DCF}" v="510" dt="2026-04-22T09:41:16.260"/>
    <p1510:client id="{9521CE15-380B-423E-B40E-426D9FEEF1E4}" v="1720" dt="2026-04-22T08:19:57.473"/>
    <p1510:client id="{CC821BDA-82B3-B2F4-E53C-32C7B186DFF6}" v="13" dt="2026-04-22T09:45:23.23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3840"/>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hand Khodabandehloo" userId="cb03d64890cf78b3" providerId="LiveId" clId="{D2C1E062-5F83-478A-B1EC-1DDF0D74FB57}"/>
    <pc:docChg chg="undo redo custSel addSld delSld modSld sldOrd">
      <pc:chgData name="Sahand Khodabandehloo" userId="cb03d64890cf78b3" providerId="LiveId" clId="{D2C1E062-5F83-478A-B1EC-1DDF0D74FB57}" dt="2026-04-22T08:19:57.473" v="1719" actId="20577"/>
      <pc:docMkLst>
        <pc:docMk/>
      </pc:docMkLst>
      <pc:sldChg chg="delSp modSp del mod">
        <pc:chgData name="Sahand Khodabandehloo" userId="cb03d64890cf78b3" providerId="LiveId" clId="{D2C1E062-5F83-478A-B1EC-1DDF0D74FB57}" dt="2026-04-22T07:20:12.750" v="159" actId="47"/>
        <pc:sldMkLst>
          <pc:docMk/>
          <pc:sldMk cId="3999012420" sldId="304"/>
        </pc:sldMkLst>
        <pc:spChg chg="mod">
          <ac:chgData name="Sahand Khodabandehloo" userId="cb03d64890cf78b3" providerId="LiveId" clId="{D2C1E062-5F83-478A-B1EC-1DDF0D74FB57}" dt="2026-04-22T07:18:27.692" v="26" actId="14100"/>
          <ac:spMkLst>
            <pc:docMk/>
            <pc:sldMk cId="3999012420" sldId="304"/>
            <ac:spMk id="3" creationId="{04D69D94-0CCB-50D7-B182-664C001F5AF8}"/>
          </ac:spMkLst>
        </pc:spChg>
        <pc:picChg chg="del">
          <ac:chgData name="Sahand Khodabandehloo" userId="cb03d64890cf78b3" providerId="LiveId" clId="{D2C1E062-5F83-478A-B1EC-1DDF0D74FB57}" dt="2026-04-22T07:17:37.973" v="0" actId="478"/>
          <ac:picMkLst>
            <pc:docMk/>
            <pc:sldMk cId="3999012420" sldId="304"/>
            <ac:picMk id="13" creationId="{058CC4A8-359F-274B-29B0-DAC117AC1063}"/>
          </ac:picMkLst>
        </pc:picChg>
      </pc:sldChg>
      <pc:sldChg chg="modSp add mod ord modNotesTx">
        <pc:chgData name="Sahand Khodabandehloo" userId="cb03d64890cf78b3" providerId="LiveId" clId="{D2C1E062-5F83-478A-B1EC-1DDF0D74FB57}" dt="2026-04-22T08:19:47.405" v="1714"/>
        <pc:sldMkLst>
          <pc:docMk/>
          <pc:sldMk cId="38352765" sldId="305"/>
        </pc:sldMkLst>
        <pc:spChg chg="mod">
          <ac:chgData name="Sahand Khodabandehloo" userId="cb03d64890cf78b3" providerId="LiveId" clId="{D2C1E062-5F83-478A-B1EC-1DDF0D74FB57}" dt="2026-04-22T08:19:47.405" v="1714"/>
          <ac:spMkLst>
            <pc:docMk/>
            <pc:sldMk cId="38352765" sldId="305"/>
            <ac:spMk id="2" creationId="{A8267EAD-910A-B955-E4D0-02CCD5F41E0F}"/>
          </ac:spMkLst>
        </pc:spChg>
        <pc:spChg chg="mod">
          <ac:chgData name="Sahand Khodabandehloo" userId="cb03d64890cf78b3" providerId="LiveId" clId="{D2C1E062-5F83-478A-B1EC-1DDF0D74FB57}" dt="2026-04-22T07:53:04.963" v="1510" actId="20577"/>
          <ac:spMkLst>
            <pc:docMk/>
            <pc:sldMk cId="38352765" sldId="305"/>
            <ac:spMk id="3" creationId="{40C424EB-3B94-7157-5A8B-5A358BA65CEC}"/>
          </ac:spMkLst>
        </pc:spChg>
      </pc:sldChg>
      <pc:sldChg chg="modSp add mod modNotesTx">
        <pc:chgData name="Sahand Khodabandehloo" userId="cb03d64890cf78b3" providerId="LiveId" clId="{D2C1E062-5F83-478A-B1EC-1DDF0D74FB57}" dt="2026-04-22T08:19:57.473" v="1719" actId="20577"/>
        <pc:sldMkLst>
          <pc:docMk/>
          <pc:sldMk cId="3024610793" sldId="306"/>
        </pc:sldMkLst>
        <pc:spChg chg="mod">
          <ac:chgData name="Sahand Khodabandehloo" userId="cb03d64890cf78b3" providerId="LiveId" clId="{D2C1E062-5F83-478A-B1EC-1DDF0D74FB57}" dt="2026-04-22T08:19:57.473" v="1719" actId="20577"/>
          <ac:spMkLst>
            <pc:docMk/>
            <pc:sldMk cId="3024610793" sldId="306"/>
            <ac:spMk id="2" creationId="{B8533517-F8AE-E21F-3084-FEF7F0038DCF}"/>
          </ac:spMkLst>
        </pc:spChg>
        <pc:spChg chg="mod">
          <ac:chgData name="Sahand Khodabandehloo" userId="cb03d64890cf78b3" providerId="LiveId" clId="{D2C1E062-5F83-478A-B1EC-1DDF0D74FB57}" dt="2026-04-22T07:58:37.333" v="1710" actId="20577"/>
          <ac:spMkLst>
            <pc:docMk/>
            <pc:sldMk cId="3024610793" sldId="306"/>
            <ac:spMk id="3" creationId="{86F87EE7-8488-EB3C-7D85-99786877DD40}"/>
          </ac:spMkLst>
        </pc:spChg>
      </pc:sldChg>
    </pc:docChg>
  </pc:docChgLst>
  <pc:docChgLst>
    <pc:chgData name="Guest User" providerId="Windows Live" clId="Web-{CC821BDA-82B3-B2F4-E53C-32C7B186DFF6}"/>
    <pc:docChg chg="modSld">
      <pc:chgData name="Guest User" userId="" providerId="Windows Live" clId="Web-{CC821BDA-82B3-B2F4-E53C-32C7B186DFF6}" dt="2026-04-22T09:58:44.040" v="9"/>
      <pc:docMkLst>
        <pc:docMk/>
      </pc:docMkLst>
      <pc:sldChg chg="modSp modNotes">
        <pc:chgData name="Guest User" userId="" providerId="Windows Live" clId="Web-{CC821BDA-82B3-B2F4-E53C-32C7B186DFF6}" dt="2026-04-22T09:58:44.040" v="9"/>
        <pc:sldMkLst>
          <pc:docMk/>
          <pc:sldMk cId="543351503" sldId="296"/>
        </pc:sldMkLst>
        <pc:spChg chg="mod">
          <ac:chgData name="Guest User" userId="" providerId="Windows Live" clId="Web-{CC821BDA-82B3-B2F4-E53C-32C7B186DFF6}" dt="2026-04-22T09:45:12.574" v="5" actId="20577"/>
          <ac:spMkLst>
            <pc:docMk/>
            <pc:sldMk cId="543351503" sldId="296"/>
            <ac:spMk id="5" creationId="{511F6136-5D8F-FE45-9589-7FE619801112}"/>
          </ac:spMkLst>
        </pc:spChg>
      </pc:sldChg>
    </pc:docChg>
  </pc:docChgLst>
  <pc:docChgLst>
    <pc:chgData name="Guest User" providerId="Windows Live" clId="Web-{52C64F51-BC03-D82E-429D-40099512136B}"/>
    <pc:docChg chg="addSld delSld modSld">
      <pc:chgData name="Guest User" userId="" providerId="Windows Live" clId="Web-{52C64F51-BC03-D82E-429D-40099512136B}" dt="2026-04-21T21:23:19.673" v="13" actId="20577"/>
      <pc:docMkLst>
        <pc:docMk/>
      </pc:docMkLst>
      <pc:sldChg chg="delSp modSp new">
        <pc:chgData name="Guest User" userId="" providerId="Windows Live" clId="Web-{52C64F51-BC03-D82E-429D-40099512136B}" dt="2026-04-21T21:22:31.360" v="6"/>
        <pc:sldMkLst>
          <pc:docMk/>
          <pc:sldMk cId="546696084" sldId="298"/>
        </pc:sldMkLst>
        <pc:spChg chg="mod">
          <ac:chgData name="Guest User" userId="" providerId="Windows Live" clId="Web-{52C64F51-BC03-D82E-429D-40099512136B}" dt="2026-04-21T21:22:02.766" v="3" actId="20577"/>
          <ac:spMkLst>
            <pc:docMk/>
            <pc:sldMk cId="546696084" sldId="298"/>
            <ac:spMk id="2" creationId="{93335780-7953-C38D-500B-1454DE9116C7}"/>
          </ac:spMkLst>
        </pc:spChg>
        <pc:spChg chg="mod">
          <ac:chgData name="Guest User" userId="" providerId="Windows Live" clId="Web-{52C64F51-BC03-D82E-429D-40099512136B}" dt="2026-04-21T21:22:27.422" v="5" actId="20577"/>
          <ac:spMkLst>
            <pc:docMk/>
            <pc:sldMk cId="546696084" sldId="298"/>
            <ac:spMk id="3" creationId="{F9BE4420-A8D5-0237-C283-D4F364D0E171}"/>
          </ac:spMkLst>
        </pc:spChg>
        <pc:spChg chg="del">
          <ac:chgData name="Guest User" userId="" providerId="Windows Live" clId="Web-{52C64F51-BC03-D82E-429D-40099512136B}" dt="2026-04-21T21:22:31.360" v="6"/>
          <ac:spMkLst>
            <pc:docMk/>
            <pc:sldMk cId="546696084" sldId="298"/>
            <ac:spMk id="4" creationId="{FE469FC2-EF5B-ED0A-A74E-001DE242A01D}"/>
          </ac:spMkLst>
        </pc:spChg>
      </pc:sldChg>
      <pc:sldChg chg="new del">
        <pc:chgData name="Guest User" userId="" providerId="Windows Live" clId="Web-{52C64F51-BC03-D82E-429D-40099512136B}" dt="2026-04-21T20:07:36.359" v="1"/>
        <pc:sldMkLst>
          <pc:docMk/>
          <pc:sldMk cId="3856610382" sldId="298"/>
        </pc:sldMkLst>
      </pc:sldChg>
      <pc:sldChg chg="modSp new">
        <pc:chgData name="Guest User" userId="" providerId="Windows Live" clId="Web-{52C64F51-BC03-D82E-429D-40099512136B}" dt="2026-04-21T21:23:19.673" v="13" actId="20577"/>
        <pc:sldMkLst>
          <pc:docMk/>
          <pc:sldMk cId="457259743" sldId="299"/>
        </pc:sldMkLst>
        <pc:spChg chg="mod">
          <ac:chgData name="Guest User" userId="" providerId="Windows Live" clId="Web-{52C64F51-BC03-D82E-429D-40099512136B}" dt="2026-04-21T21:23:07.251" v="12" actId="20577"/>
          <ac:spMkLst>
            <pc:docMk/>
            <pc:sldMk cId="457259743" sldId="299"/>
            <ac:spMk id="2" creationId="{A83936F9-2B51-D2CD-8AE3-37D5164C260D}"/>
          </ac:spMkLst>
        </pc:spChg>
        <pc:spChg chg="mod">
          <ac:chgData name="Guest User" userId="" providerId="Windows Live" clId="Web-{52C64F51-BC03-D82E-429D-40099512136B}" dt="2026-04-21T21:23:19.673" v="13" actId="20577"/>
          <ac:spMkLst>
            <pc:docMk/>
            <pc:sldMk cId="457259743" sldId="299"/>
            <ac:spMk id="3" creationId="{F1D549AC-F4CA-7AD5-DE8A-A22488DC7375}"/>
          </ac:spMkLst>
        </pc:spChg>
      </pc:sldChg>
    </pc:docChg>
  </pc:docChgLst>
  <pc:docChgLst>
    <pc:chgData name="Sahand Khodabandehloo" userId="cb03d64890cf78b3" providerId="LiveId" clId="{AEADFE8F-089F-4D1C-B910-EFAA6FC09485}"/>
    <pc:docChg chg="undo custSel addSld modSld sldOrd">
      <pc:chgData name="Sahand Khodabandehloo" userId="cb03d64890cf78b3" providerId="LiveId" clId="{AEADFE8F-089F-4D1C-B910-EFAA6FC09485}" dt="2026-04-22T07:10:19.777" v="241" actId="20577"/>
      <pc:docMkLst>
        <pc:docMk/>
      </pc:docMkLst>
      <pc:sldChg chg="modSp add mod ord">
        <pc:chgData name="Sahand Khodabandehloo" userId="cb03d64890cf78b3" providerId="LiveId" clId="{AEADFE8F-089F-4D1C-B910-EFAA6FC09485}" dt="2026-04-22T07:10:19.777" v="241" actId="20577"/>
        <pc:sldMkLst>
          <pc:docMk/>
          <pc:sldMk cId="3999012420" sldId="304"/>
        </pc:sldMkLst>
        <pc:spChg chg="mod">
          <ac:chgData name="Sahand Khodabandehloo" userId="cb03d64890cf78b3" providerId="LiveId" clId="{AEADFE8F-089F-4D1C-B910-EFAA6FC09485}" dt="2026-04-22T07:06:21.619" v="31" actId="20577"/>
          <ac:spMkLst>
            <pc:docMk/>
            <pc:sldMk cId="3999012420" sldId="304"/>
            <ac:spMk id="2" creationId="{29EA9FDE-0DA9-86B6-8A45-6BE5287B8785}"/>
          </ac:spMkLst>
        </pc:spChg>
        <pc:spChg chg="mod">
          <ac:chgData name="Sahand Khodabandehloo" userId="cb03d64890cf78b3" providerId="LiveId" clId="{AEADFE8F-089F-4D1C-B910-EFAA6FC09485}" dt="2026-04-22T07:10:19.777" v="241" actId="20577"/>
          <ac:spMkLst>
            <pc:docMk/>
            <pc:sldMk cId="3999012420" sldId="304"/>
            <ac:spMk id="3" creationId="{04D69D94-0CCB-50D7-B182-664C001F5AF8}"/>
          </ac:spMkLst>
        </pc:spChg>
        <pc:picChg chg="mod">
          <ac:chgData name="Sahand Khodabandehloo" userId="cb03d64890cf78b3" providerId="LiveId" clId="{AEADFE8F-089F-4D1C-B910-EFAA6FC09485}" dt="2026-04-22T07:06:24.922" v="33" actId="1076"/>
          <ac:picMkLst>
            <pc:docMk/>
            <pc:sldMk cId="3999012420" sldId="304"/>
            <ac:picMk id="13" creationId="{058CC4A8-359F-274B-29B0-DAC117AC1063}"/>
          </ac:picMkLst>
        </pc:picChg>
      </pc:sldChg>
    </pc:docChg>
  </pc:docChgLst>
  <pc:docChgLst>
    <pc:chgData name="Guest User" providerId="Windows Live" clId="Web-{14CE2C6E-2EDC-D575-D995-B8CE70C4A395}"/>
    <pc:docChg chg="addSld modSld sldOrd">
      <pc:chgData name="Guest User" userId="" providerId="Windows Live" clId="Web-{14CE2C6E-2EDC-D575-D995-B8CE70C4A395}" dt="2026-04-21T15:13:49.493" v="256"/>
      <pc:docMkLst>
        <pc:docMk/>
      </pc:docMkLst>
      <pc:sldChg chg="addSp delSp modSp ord modNotes">
        <pc:chgData name="Guest User" userId="" providerId="Windows Live" clId="Web-{14CE2C6E-2EDC-D575-D995-B8CE70C4A395}" dt="2026-04-21T15:13:06.020" v="244"/>
        <pc:sldMkLst>
          <pc:docMk/>
          <pc:sldMk cId="543351503" sldId="296"/>
        </pc:sldMkLst>
        <pc:spChg chg="mod">
          <ac:chgData name="Guest User" userId="" providerId="Windows Live" clId="Web-{14CE2C6E-2EDC-D575-D995-B8CE70C4A395}" dt="2026-04-21T15:04:12.352" v="8" actId="20577"/>
          <ac:spMkLst>
            <pc:docMk/>
            <pc:sldMk cId="543351503" sldId="296"/>
            <ac:spMk id="2" creationId="{0FDF81DE-F381-DD3B-1800-90C8E09D5CE2}"/>
          </ac:spMkLst>
        </pc:spChg>
        <pc:spChg chg="del mod">
          <ac:chgData name="Guest User" userId="" providerId="Windows Live" clId="Web-{14CE2C6E-2EDC-D575-D995-B8CE70C4A395}" dt="2026-04-21T15:06:08.106" v="40"/>
          <ac:spMkLst>
            <pc:docMk/>
            <pc:sldMk cId="543351503" sldId="296"/>
            <ac:spMk id="3" creationId="{BD1DCD52-6762-3644-5317-ED851D5C555D}"/>
          </ac:spMkLst>
        </pc:spChg>
        <pc:spChg chg="add mod">
          <ac:chgData name="Guest User" userId="" providerId="Windows Live" clId="Web-{14CE2C6E-2EDC-D575-D995-B8CE70C4A395}" dt="2026-04-21T15:12:18.452" v="234" actId="20577"/>
          <ac:spMkLst>
            <pc:docMk/>
            <pc:sldMk cId="543351503" sldId="296"/>
            <ac:spMk id="5" creationId="{511F6136-5D8F-FE45-9589-7FE619801112}"/>
          </ac:spMkLst>
        </pc:spChg>
      </pc:sldChg>
      <pc:sldChg chg="modSp add replId modNotes">
        <pc:chgData name="Guest User" userId="" providerId="Windows Live" clId="Web-{14CE2C6E-2EDC-D575-D995-B8CE70C4A395}" dt="2026-04-21T15:13:49.493" v="256"/>
        <pc:sldMkLst>
          <pc:docMk/>
          <pc:sldMk cId="4018165944" sldId="297"/>
        </pc:sldMkLst>
        <pc:spChg chg="mod">
          <ac:chgData name="Guest User" userId="" providerId="Windows Live" clId="Web-{14CE2C6E-2EDC-D575-D995-B8CE70C4A395}" dt="2026-04-21T15:08:28.110" v="86" actId="20577"/>
          <ac:spMkLst>
            <pc:docMk/>
            <pc:sldMk cId="4018165944" sldId="297"/>
            <ac:spMk id="2" creationId="{BF2B8E30-C83B-D5E6-BA21-A137D041FC76}"/>
          </ac:spMkLst>
        </pc:spChg>
        <pc:spChg chg="mod">
          <ac:chgData name="Guest User" userId="" providerId="Windows Live" clId="Web-{14CE2C6E-2EDC-D575-D995-B8CE70C4A395}" dt="2026-04-21T15:12:27.641" v="238" actId="20577"/>
          <ac:spMkLst>
            <pc:docMk/>
            <pc:sldMk cId="4018165944" sldId="297"/>
            <ac:spMk id="5" creationId="{08B59694-C38E-F963-26B3-E74551CFA06C}"/>
          </ac:spMkLst>
        </pc:spChg>
      </pc:sldChg>
    </pc:docChg>
  </pc:docChgLst>
  <pc:docChgLst>
    <pc:chgData name="Gästanvändare" providerId="Windows Live" clId="Web-{938E2A70-C4CC-0EE9-E419-C0265D231DCF}"/>
    <pc:docChg chg="addSld modSld">
      <pc:chgData name="Gästanvändare" userId="" providerId="Windows Live" clId="Web-{938E2A70-C4CC-0EE9-E419-C0265D231DCF}" dt="2026-04-22T09:41:16.260" v="513" actId="1076"/>
      <pc:docMkLst>
        <pc:docMk/>
      </pc:docMkLst>
      <pc:sldChg chg="delSp modSp">
        <pc:chgData name="Gästanvändare" userId="" providerId="Windows Live" clId="Web-{938E2A70-C4CC-0EE9-E419-C0265D231DCF}" dt="2026-04-22T01:11:33.344" v="262" actId="1076"/>
        <pc:sldMkLst>
          <pc:docMk/>
          <pc:sldMk cId="3417721485" sldId="256"/>
        </pc:sldMkLst>
        <pc:spChg chg="del">
          <ac:chgData name="Gästanvändare" userId="" providerId="Windows Live" clId="Web-{938E2A70-C4CC-0EE9-E419-C0265D231DCF}" dt="2026-04-22T01:09:37.435" v="246"/>
          <ac:spMkLst>
            <pc:docMk/>
            <pc:sldMk cId="3417721485" sldId="256"/>
            <ac:spMk id="6" creationId="{4F4D5AC5-FE30-2F58-FE68-A8198A6BAF19}"/>
          </ac:spMkLst>
        </pc:spChg>
        <pc:spChg chg="mod">
          <ac:chgData name="Gästanvändare" userId="" providerId="Windows Live" clId="Web-{938E2A70-C4CC-0EE9-E419-C0265D231DCF}" dt="2026-04-22T01:11:33.344" v="262" actId="1076"/>
          <ac:spMkLst>
            <pc:docMk/>
            <pc:sldMk cId="3417721485" sldId="256"/>
            <ac:spMk id="9" creationId="{C09F49A5-6AF6-28B6-9799-70BCC549F483}"/>
          </ac:spMkLst>
        </pc:spChg>
        <pc:picChg chg="mod">
          <ac:chgData name="Gästanvändare" userId="" providerId="Windows Live" clId="Web-{938E2A70-C4CC-0EE9-E419-C0265D231DCF}" dt="2026-04-22T01:11:00.311" v="257" actId="1076"/>
          <ac:picMkLst>
            <pc:docMk/>
            <pc:sldMk cId="3417721485" sldId="256"/>
            <ac:picMk id="5" creationId="{7C454B0C-0819-4D56-9275-BCE254DA659D}"/>
          </ac:picMkLst>
        </pc:picChg>
      </pc:sldChg>
      <pc:sldChg chg="modSp">
        <pc:chgData name="Gästanvändare" userId="" providerId="Windows Live" clId="Web-{938E2A70-C4CC-0EE9-E419-C0265D231DCF}" dt="2026-04-21T23:07:43.372" v="19" actId="20577"/>
        <pc:sldMkLst>
          <pc:docMk/>
          <pc:sldMk cId="2939930866" sldId="274"/>
        </pc:sldMkLst>
        <pc:spChg chg="mod">
          <ac:chgData name="Gästanvändare" userId="" providerId="Windows Live" clId="Web-{938E2A70-C4CC-0EE9-E419-C0265D231DCF}" dt="2026-04-21T23:07:43.372" v="19" actId="20577"/>
          <ac:spMkLst>
            <pc:docMk/>
            <pc:sldMk cId="2939930866" sldId="274"/>
            <ac:spMk id="3" creationId="{4B64FA72-B055-4AE3-A6FD-8071BD687CBE}"/>
          </ac:spMkLst>
        </pc:spChg>
      </pc:sldChg>
      <pc:sldChg chg="addSp delSp modSp new">
        <pc:chgData name="Gästanvändare" userId="" providerId="Windows Live" clId="Web-{938E2A70-C4CC-0EE9-E419-C0265D231DCF}" dt="2026-04-22T08:50:00.772" v="504" actId="1076"/>
        <pc:sldMkLst>
          <pc:docMk/>
          <pc:sldMk cId="3414276873" sldId="300"/>
        </pc:sldMkLst>
        <pc:spChg chg="mod">
          <ac:chgData name="Gästanvändare" userId="" providerId="Windows Live" clId="Web-{938E2A70-C4CC-0EE9-E419-C0265D231DCF}" dt="2026-04-22T08:50:00.772" v="504" actId="1076"/>
          <ac:spMkLst>
            <pc:docMk/>
            <pc:sldMk cId="3414276873" sldId="300"/>
            <ac:spMk id="2" creationId="{8F20A089-4857-B26F-415C-C10A011787C6}"/>
          </ac:spMkLst>
        </pc:spChg>
        <pc:spChg chg="mod">
          <ac:chgData name="Gästanvändare" userId="" providerId="Windows Live" clId="Web-{938E2A70-C4CC-0EE9-E419-C0265D231DCF}" dt="2026-04-22T08:49:27.365" v="501" actId="1076"/>
          <ac:spMkLst>
            <pc:docMk/>
            <pc:sldMk cId="3414276873" sldId="300"/>
            <ac:spMk id="3" creationId="{015D1C21-6BB9-4EB2-4928-2BC59555BB7F}"/>
          </ac:spMkLst>
        </pc:spChg>
        <pc:picChg chg="add del mod">
          <ac:chgData name="Gästanvändare" userId="" providerId="Windows Live" clId="Web-{938E2A70-C4CC-0EE9-E419-C0265D231DCF}" dt="2026-04-22T00:52:13.169" v="186"/>
          <ac:picMkLst>
            <pc:docMk/>
            <pc:sldMk cId="3414276873" sldId="300"/>
            <ac:picMk id="4" creationId="{004F8710-30C9-836A-2ECC-71F6F89E1F62}"/>
          </ac:picMkLst>
        </pc:picChg>
        <pc:picChg chg="add mod">
          <ac:chgData name="Gästanvändare" userId="" providerId="Windows Live" clId="Web-{938E2A70-C4CC-0EE9-E419-C0265D231DCF}" dt="2026-04-22T08:49:31.303" v="502" actId="1076"/>
          <ac:picMkLst>
            <pc:docMk/>
            <pc:sldMk cId="3414276873" sldId="300"/>
            <ac:picMk id="5" creationId="{EEC7E944-DC27-64A5-A9C0-47044EB4343E}"/>
          </ac:picMkLst>
        </pc:picChg>
      </pc:sldChg>
      <pc:sldChg chg="addSp modSp new">
        <pc:chgData name="Gästanvändare" userId="" providerId="Windows Live" clId="Web-{938E2A70-C4CC-0EE9-E419-C0265D231DCF}" dt="2026-04-22T09:41:16.260" v="513" actId="1076"/>
        <pc:sldMkLst>
          <pc:docMk/>
          <pc:sldMk cId="704969229" sldId="301"/>
        </pc:sldMkLst>
        <pc:spChg chg="mod">
          <ac:chgData name="Gästanvändare" userId="" providerId="Windows Live" clId="Web-{938E2A70-C4CC-0EE9-E419-C0265D231DCF}" dt="2026-04-22T01:07:32.605" v="236" actId="1076"/>
          <ac:spMkLst>
            <pc:docMk/>
            <pc:sldMk cId="704969229" sldId="301"/>
            <ac:spMk id="2" creationId="{73026B60-BC48-E9BB-0E8C-0ECE2D4573F8}"/>
          </ac:spMkLst>
        </pc:spChg>
        <pc:spChg chg="mod">
          <ac:chgData name="Gästanvändare" userId="" providerId="Windows Live" clId="Web-{938E2A70-C4CC-0EE9-E419-C0265D231DCF}" dt="2026-04-22T09:41:16.260" v="513" actId="1076"/>
          <ac:spMkLst>
            <pc:docMk/>
            <pc:sldMk cId="704969229" sldId="301"/>
            <ac:spMk id="3" creationId="{120BA3D4-5829-A7BB-A015-725731033632}"/>
          </ac:spMkLst>
        </pc:spChg>
        <pc:picChg chg="add mod">
          <ac:chgData name="Gästanvändare" userId="" providerId="Windows Live" clId="Web-{938E2A70-C4CC-0EE9-E419-C0265D231DCF}" dt="2026-04-22T08:31:48.269" v="336" actId="1076"/>
          <ac:picMkLst>
            <pc:docMk/>
            <pc:sldMk cId="704969229" sldId="301"/>
            <ac:picMk id="4" creationId="{E51AB89A-E384-9AA1-8AF1-C3197671BECB}"/>
          </ac:picMkLst>
        </pc:picChg>
        <pc:picChg chg="add mod">
          <ac:chgData name="Gästanvändare" userId="" providerId="Windows Live" clId="Web-{938E2A70-C4CC-0EE9-E419-C0265D231DCF}" dt="2026-04-22T08:31:53.378" v="337" actId="1076"/>
          <ac:picMkLst>
            <pc:docMk/>
            <pc:sldMk cId="704969229" sldId="301"/>
            <ac:picMk id="5" creationId="{13D5DCD3-CC0E-238F-57A2-A3A14FF28493}"/>
          </ac:picMkLst>
        </pc:picChg>
      </pc:sldChg>
      <pc:sldChg chg="addSp delSp modSp new">
        <pc:chgData name="Gästanvändare" userId="" providerId="Windows Live" clId="Web-{938E2A70-C4CC-0EE9-E419-C0265D231DCF}" dt="2026-04-22T09:39:13.208" v="510" actId="1076"/>
        <pc:sldMkLst>
          <pc:docMk/>
          <pc:sldMk cId="467642835" sldId="302"/>
        </pc:sldMkLst>
        <pc:spChg chg="mod">
          <ac:chgData name="Gästanvändare" userId="" providerId="Windows Live" clId="Web-{938E2A70-C4CC-0EE9-E419-C0265D231DCF}" dt="2026-04-21T23:55:34.458" v="48" actId="20577"/>
          <ac:spMkLst>
            <pc:docMk/>
            <pc:sldMk cId="467642835" sldId="302"/>
            <ac:spMk id="2" creationId="{6B9C0C36-F18E-312E-C96F-5363ECDA6D5B}"/>
          </ac:spMkLst>
        </pc:spChg>
        <pc:spChg chg="mod">
          <ac:chgData name="Gästanvändare" userId="" providerId="Windows Live" clId="Web-{938E2A70-C4CC-0EE9-E419-C0265D231DCF}" dt="2026-04-22T09:39:13.208" v="510" actId="1076"/>
          <ac:spMkLst>
            <pc:docMk/>
            <pc:sldMk cId="467642835" sldId="302"/>
            <ac:spMk id="3" creationId="{0FED977C-31DD-8744-1367-9B8ED934DF58}"/>
          </ac:spMkLst>
        </pc:spChg>
        <pc:picChg chg="add del mod">
          <ac:chgData name="Gästanvändare" userId="" providerId="Windows Live" clId="Web-{938E2A70-C4CC-0EE9-E419-C0265D231DCF}" dt="2026-04-22T00:57:16.542" v="197"/>
          <ac:picMkLst>
            <pc:docMk/>
            <pc:sldMk cId="467642835" sldId="302"/>
            <ac:picMk id="4" creationId="{0565267E-780F-A44F-FBE4-304B8A53F24C}"/>
          </ac:picMkLst>
        </pc:picChg>
        <pc:picChg chg="add del mod">
          <ac:chgData name="Gästanvändare" userId="" providerId="Windows Live" clId="Web-{938E2A70-C4CC-0EE9-E419-C0265D231DCF}" dt="2026-04-22T00:22:38.405" v="80"/>
          <ac:picMkLst>
            <pc:docMk/>
            <pc:sldMk cId="467642835" sldId="302"/>
            <ac:picMk id="5" creationId="{3CA19310-1EC5-2508-8F81-FFAC3CBBA7A3}"/>
          </ac:picMkLst>
        </pc:picChg>
        <pc:picChg chg="add del mod">
          <ac:chgData name="Gästanvändare" userId="" providerId="Windows Live" clId="Web-{938E2A70-C4CC-0EE9-E419-C0265D231DCF}" dt="2026-04-22T00:22:33.998" v="76"/>
          <ac:picMkLst>
            <pc:docMk/>
            <pc:sldMk cId="467642835" sldId="302"/>
            <ac:picMk id="6" creationId="{2B6AC14F-99BB-603E-9A08-D923BC7889FE}"/>
          </ac:picMkLst>
        </pc:picChg>
        <pc:picChg chg="add mod">
          <ac:chgData name="Gästanvändare" userId="" providerId="Windows Live" clId="Web-{938E2A70-C4CC-0EE9-E419-C0265D231DCF}" dt="2026-04-22T08:52:43.949" v="506" actId="14100"/>
          <ac:picMkLst>
            <pc:docMk/>
            <pc:sldMk cId="467642835" sldId="302"/>
            <ac:picMk id="7" creationId="{EEF89D87-1B5D-AD01-01C2-ACF958F69E1A}"/>
          </ac:picMkLst>
        </pc:picChg>
      </pc:sldChg>
      <pc:sldChg chg="addSp delSp modSp new">
        <pc:chgData name="Gästanvändare" userId="" providerId="Windows Live" clId="Web-{938E2A70-C4CC-0EE9-E419-C0265D231DCF}" dt="2026-04-22T08:44:08.736" v="469" actId="1076"/>
        <pc:sldMkLst>
          <pc:docMk/>
          <pc:sldMk cId="139857686" sldId="303"/>
        </pc:sldMkLst>
        <pc:spChg chg="mod">
          <ac:chgData name="Gästanvändare" userId="" providerId="Windows Live" clId="Web-{938E2A70-C4CC-0EE9-E419-C0265D231DCF}" dt="2026-04-22T00:01:24.401" v="58" actId="20577"/>
          <ac:spMkLst>
            <pc:docMk/>
            <pc:sldMk cId="139857686" sldId="303"/>
            <ac:spMk id="2" creationId="{0479D4BC-7FB5-6321-B8CE-F2F75D9C5C96}"/>
          </ac:spMkLst>
        </pc:spChg>
        <pc:spChg chg="mod">
          <ac:chgData name="Gästanvändare" userId="" providerId="Windows Live" clId="Web-{938E2A70-C4CC-0EE9-E419-C0265D231DCF}" dt="2026-04-22T08:43:57.095" v="466" actId="20577"/>
          <ac:spMkLst>
            <pc:docMk/>
            <pc:sldMk cId="139857686" sldId="303"/>
            <ac:spMk id="3" creationId="{8C57D9E4-D292-E7C2-00F8-E52094FBF2FD}"/>
          </ac:spMkLst>
        </pc:spChg>
        <pc:spChg chg="add del mod">
          <ac:chgData name="Gästanvändare" userId="" providerId="Windows Live" clId="Web-{938E2A70-C4CC-0EE9-E419-C0265D231DCF}" dt="2026-04-22T08:43:34.704" v="462"/>
          <ac:spMkLst>
            <pc:docMk/>
            <pc:sldMk cId="139857686" sldId="303"/>
            <ac:spMk id="4" creationId="{F0F98E43-A137-7CB8-A996-F3D0A2261302}"/>
          </ac:spMkLst>
        </pc:spChg>
        <pc:picChg chg="add del mod">
          <ac:chgData name="Gästanvändare" userId="" providerId="Windows Live" clId="Web-{938E2A70-C4CC-0EE9-E419-C0265D231DCF}" dt="2026-04-22T00:09:59.590" v="61"/>
          <ac:picMkLst>
            <pc:docMk/>
            <pc:sldMk cId="139857686" sldId="303"/>
            <ac:picMk id="4" creationId="{F513B930-62A5-3A07-A91C-5730BEA29894}"/>
          </ac:picMkLst>
        </pc:picChg>
        <pc:picChg chg="add del mod">
          <ac:chgData name="Gästanvändare" userId="" providerId="Windows Live" clId="Web-{938E2A70-C4CC-0EE9-E419-C0265D231DCF}" dt="2026-04-22T00:22:41.561" v="81"/>
          <ac:picMkLst>
            <pc:docMk/>
            <pc:sldMk cId="139857686" sldId="303"/>
            <ac:picMk id="5" creationId="{F1B2CAB1-987F-75B9-94F5-A123CD96BEA9}"/>
          </ac:picMkLst>
        </pc:picChg>
        <pc:picChg chg="add del mod">
          <ac:chgData name="Gästanvändare" userId="" providerId="Windows Live" clId="Web-{938E2A70-C4CC-0EE9-E419-C0265D231DCF}" dt="2026-04-22T00:24:32.167" v="87"/>
          <ac:picMkLst>
            <pc:docMk/>
            <pc:sldMk cId="139857686" sldId="303"/>
            <ac:picMk id="6" creationId="{9510DF40-05A2-3DB1-9644-EF825DCDB22F}"/>
          </ac:picMkLst>
        </pc:picChg>
        <pc:picChg chg="add mod">
          <ac:chgData name="Gästanvändare" userId="" providerId="Windows Live" clId="Web-{938E2A70-C4CC-0EE9-E419-C0265D231DCF}" dt="2026-04-22T08:44:08.736" v="469" actId="1076"/>
          <ac:picMkLst>
            <pc:docMk/>
            <pc:sldMk cId="139857686" sldId="303"/>
            <ac:picMk id="7" creationId="{3B52F8F6-3DAD-849F-E65A-7E057B5F369F}"/>
          </ac:picMkLst>
        </pc:picChg>
      </pc:sldChg>
    </pc:docChg>
  </pc:docChgLst>
  <pc:docChgLst>
    <pc:chgData name="Guest User" providerId="Windows Live" clId="Web-{1ED45653-D0D6-AF6B-146E-FE37FA65EB78}"/>
    <pc:docChg chg="addSld delSld modSld">
      <pc:chgData name="Guest User" userId="" providerId="Windows Live" clId="Web-{1ED45653-D0D6-AF6B-146E-FE37FA65EB78}" dt="2026-04-22T07:42:32.938" v="65" actId="20577"/>
      <pc:docMkLst>
        <pc:docMk/>
      </pc:docMkLst>
      <pc:sldChg chg="add del">
        <pc:chgData name="Guest User" userId="" providerId="Windows Live" clId="Web-{1ED45653-D0D6-AF6B-146E-FE37FA65EB78}" dt="2026-04-22T07:42:15.812" v="64"/>
        <pc:sldMkLst>
          <pc:docMk/>
          <pc:sldMk cId="2960998872" sldId="285"/>
        </pc:sldMkLst>
      </pc:sldChg>
      <pc:sldChg chg="add del">
        <pc:chgData name="Guest User" userId="" providerId="Windows Live" clId="Web-{1ED45653-D0D6-AF6B-146E-FE37FA65EB78}" dt="2026-04-22T07:42:14.499" v="63"/>
        <pc:sldMkLst>
          <pc:docMk/>
          <pc:sldMk cId="3976923513" sldId="287"/>
        </pc:sldMkLst>
      </pc:sldChg>
      <pc:sldChg chg="add del">
        <pc:chgData name="Guest User" userId="" providerId="Windows Live" clId="Web-{1ED45653-D0D6-AF6B-146E-FE37FA65EB78}" dt="2026-04-22T07:42:12.703" v="62"/>
        <pc:sldMkLst>
          <pc:docMk/>
          <pc:sldMk cId="3978223693" sldId="288"/>
        </pc:sldMkLst>
      </pc:sldChg>
      <pc:sldChg chg="add del">
        <pc:chgData name="Guest User" userId="" providerId="Windows Live" clId="Web-{1ED45653-D0D6-AF6B-146E-FE37FA65EB78}" dt="2026-04-22T07:42:03.624" v="61"/>
        <pc:sldMkLst>
          <pc:docMk/>
          <pc:sldMk cId="3742581953" sldId="289"/>
        </pc:sldMkLst>
      </pc:sldChg>
      <pc:sldChg chg="add del">
        <pc:chgData name="Guest User" userId="" providerId="Windows Live" clId="Web-{1ED45653-D0D6-AF6B-146E-FE37FA65EB78}" dt="2026-04-22T07:42:02.296" v="60"/>
        <pc:sldMkLst>
          <pc:docMk/>
          <pc:sldMk cId="1020379943" sldId="290"/>
        </pc:sldMkLst>
      </pc:sldChg>
      <pc:sldChg chg="add del">
        <pc:chgData name="Guest User" userId="" providerId="Windows Live" clId="Web-{1ED45653-D0D6-AF6B-146E-FE37FA65EB78}" dt="2026-04-22T07:42:00.202" v="59"/>
        <pc:sldMkLst>
          <pc:docMk/>
          <pc:sldMk cId="2907597915" sldId="291"/>
        </pc:sldMkLst>
      </pc:sldChg>
      <pc:sldChg chg="add del">
        <pc:chgData name="Guest User" userId="" providerId="Windows Live" clId="Web-{1ED45653-D0D6-AF6B-146E-FE37FA65EB78}" dt="2026-04-22T07:41:56.702" v="57"/>
        <pc:sldMkLst>
          <pc:docMk/>
          <pc:sldMk cId="1991423628" sldId="293"/>
        </pc:sldMkLst>
      </pc:sldChg>
      <pc:sldChg chg="add del">
        <pc:chgData name="Guest User" userId="" providerId="Windows Live" clId="Web-{1ED45653-D0D6-AF6B-146E-FE37FA65EB78}" dt="2026-04-22T07:41:58.093" v="58"/>
        <pc:sldMkLst>
          <pc:docMk/>
          <pc:sldMk cId="762945368" sldId="294"/>
        </pc:sldMkLst>
      </pc:sldChg>
      <pc:sldChg chg="modSp">
        <pc:chgData name="Guest User" userId="" providerId="Windows Live" clId="Web-{1ED45653-D0D6-AF6B-146E-FE37FA65EB78}" dt="2026-04-22T07:42:32.938" v="65" actId="20577"/>
        <pc:sldMkLst>
          <pc:docMk/>
          <pc:sldMk cId="4018165944" sldId="297"/>
        </pc:sldMkLst>
        <pc:spChg chg="mod">
          <ac:chgData name="Guest User" userId="" providerId="Windows Live" clId="Web-{1ED45653-D0D6-AF6B-146E-FE37FA65EB78}" dt="2026-04-22T07:42:32.938" v="65" actId="20577"/>
          <ac:spMkLst>
            <pc:docMk/>
            <pc:sldMk cId="4018165944" sldId="297"/>
            <ac:spMk id="2" creationId="{BF2B8E30-C83B-D5E6-BA21-A137D041FC76}"/>
          </ac:spMkLst>
        </pc:spChg>
      </pc:sldChg>
      <pc:sldChg chg="modSp">
        <pc:chgData name="Guest User" userId="" providerId="Windows Live" clId="Web-{1ED45653-D0D6-AF6B-146E-FE37FA65EB78}" dt="2026-04-22T07:41:47.451" v="56" actId="20577"/>
        <pc:sldMkLst>
          <pc:docMk/>
          <pc:sldMk cId="546696084" sldId="298"/>
        </pc:sldMkLst>
        <pc:spChg chg="mod">
          <ac:chgData name="Guest User" userId="" providerId="Windows Live" clId="Web-{1ED45653-D0D6-AF6B-146E-FE37FA65EB78}" dt="2026-04-22T07:41:47.451" v="56" actId="20577"/>
          <ac:spMkLst>
            <pc:docMk/>
            <pc:sldMk cId="546696084" sldId="298"/>
            <ac:spMk id="2" creationId="{93335780-7953-C38D-500B-1454DE9116C7}"/>
          </ac:spMkLst>
        </pc:spChg>
        <pc:spChg chg="mod">
          <ac:chgData name="Guest User" userId="" providerId="Windows Live" clId="Web-{1ED45653-D0D6-AF6B-146E-FE37FA65EB78}" dt="2026-04-22T07:26:12.701" v="17" actId="14100"/>
          <ac:spMkLst>
            <pc:docMk/>
            <pc:sldMk cId="546696084" sldId="298"/>
            <ac:spMk id="3" creationId="{F9BE4420-A8D5-0237-C283-D4F364D0E171}"/>
          </ac:spMkLst>
        </pc:spChg>
      </pc:sldChg>
      <pc:sldChg chg="delSp modSp">
        <pc:chgData name="Guest User" userId="" providerId="Windows Live" clId="Web-{1ED45653-D0D6-AF6B-146E-FE37FA65EB78}" dt="2026-04-22T07:26:35.076" v="21" actId="20577"/>
        <pc:sldMkLst>
          <pc:docMk/>
          <pc:sldMk cId="457259743" sldId="299"/>
        </pc:sldMkLst>
        <pc:spChg chg="mod">
          <ac:chgData name="Guest User" userId="" providerId="Windows Live" clId="Web-{1ED45653-D0D6-AF6B-146E-FE37FA65EB78}" dt="2026-04-22T07:26:35.076" v="21" actId="20577"/>
          <ac:spMkLst>
            <pc:docMk/>
            <pc:sldMk cId="457259743" sldId="299"/>
            <ac:spMk id="2" creationId="{A83936F9-2B51-D2CD-8AE3-37D5164C260D}"/>
          </ac:spMkLst>
        </pc:spChg>
        <pc:spChg chg="del mod">
          <ac:chgData name="Guest User" userId="" providerId="Windows Live" clId="Web-{1ED45653-D0D6-AF6B-146E-FE37FA65EB78}" dt="2026-04-22T07:26:23.576" v="19"/>
          <ac:spMkLst>
            <pc:docMk/>
            <pc:sldMk cId="457259743" sldId="299"/>
            <ac:spMk id="4" creationId="{FB1260CD-4DF9-1B05-939F-B0FFF29B2194}"/>
          </ac:spMkLst>
        </pc:spChg>
      </pc:sldChg>
      <pc:sldChg chg="add del">
        <pc:chgData name="Guest User" userId="" providerId="Windows Live" clId="Web-{1ED45653-D0D6-AF6B-146E-FE37FA65EB78}" dt="2026-04-22T07:41:33.701" v="46"/>
        <pc:sldMkLst>
          <pc:docMk/>
          <pc:sldMk cId="38352765" sldId="305"/>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sidhuvud 1">
            <a:extLst>
              <a:ext uri="{FF2B5EF4-FFF2-40B4-BE49-F238E27FC236}">
                <a16:creationId xmlns:a16="http://schemas.microsoft.com/office/drawing/2014/main" id="{737F2D40-DF92-4ADE-A761-CBF896599CA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sv-SE"/>
          </a:p>
        </p:txBody>
      </p:sp>
      <p:sp>
        <p:nvSpPr>
          <p:cNvPr id="3" name="Platshållare för datum 2">
            <a:extLst>
              <a:ext uri="{FF2B5EF4-FFF2-40B4-BE49-F238E27FC236}">
                <a16:creationId xmlns:a16="http://schemas.microsoft.com/office/drawing/2014/main" id="{874F42E9-55BA-437C-85B3-324B4E2BF26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39A2401B-18EB-4287-A2B7-7BB1D0449540}" type="datetime1">
              <a:rPr lang="sv-SE" smtClean="0"/>
              <a:t>2026-04-22</a:t>
            </a:fld>
            <a:endParaRPr lang="sv-SE"/>
          </a:p>
        </p:txBody>
      </p:sp>
      <p:sp>
        <p:nvSpPr>
          <p:cNvPr id="4" name="Platshållare för sidfot 3">
            <a:extLst>
              <a:ext uri="{FF2B5EF4-FFF2-40B4-BE49-F238E27FC236}">
                <a16:creationId xmlns:a16="http://schemas.microsoft.com/office/drawing/2014/main" id="{407DF0FD-84A5-462F-A0AC-B2CEF6020C4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sv-SE"/>
          </a:p>
        </p:txBody>
      </p:sp>
      <p:sp>
        <p:nvSpPr>
          <p:cNvPr id="5" name="Platshållare för bildnummer 4">
            <a:extLst>
              <a:ext uri="{FF2B5EF4-FFF2-40B4-BE49-F238E27FC236}">
                <a16:creationId xmlns:a16="http://schemas.microsoft.com/office/drawing/2014/main" id="{5D85C710-014C-4C89-9B64-843B9863CEB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FEC605DA-80A8-4B7B-B889-6C5700BB4CEA}" type="slidenum">
              <a:rPr lang="sv-SE" smtClean="0"/>
              <a:t>‹#›</a:t>
            </a:fld>
            <a:endParaRPr lang="sv-SE"/>
          </a:p>
        </p:txBody>
      </p:sp>
    </p:spTree>
    <p:extLst>
      <p:ext uri="{BB962C8B-B14F-4D97-AF65-F5344CB8AC3E}">
        <p14:creationId xmlns:p14="http://schemas.microsoft.com/office/powerpoint/2010/main" val="2166539220"/>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sidhuvud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sv-SE" noProof="0"/>
          </a:p>
        </p:txBody>
      </p:sp>
      <p:sp>
        <p:nvSpPr>
          <p:cNvPr id="3" name="Platshållare fö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rtl="0"/>
            <a:fld id="{4085D583-34CD-44D1-A1A3-3123C9B2F31A}" type="datetime1">
              <a:rPr lang="sv-SE" noProof="0" smtClean="0"/>
              <a:t>2026-04-22</a:t>
            </a:fld>
            <a:endParaRPr lang="sv-SE" noProof="0"/>
          </a:p>
        </p:txBody>
      </p:sp>
      <p:sp>
        <p:nvSpPr>
          <p:cNvPr id="4" name="Platshållare för bildobjekt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sv-SE" noProof="0"/>
          </a:p>
        </p:txBody>
      </p:sp>
      <p:sp>
        <p:nvSpPr>
          <p:cNvPr id="5" name="Platshållare för anteckninga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sv-SE" noProof="0"/>
              <a:t>Redigera format för bakgrundstext</a:t>
            </a:r>
          </a:p>
          <a:p>
            <a:pPr lvl="1" rtl="0"/>
            <a:r>
              <a:rPr lang="sv-SE" noProof="0"/>
              <a:t>Nivå två</a:t>
            </a:r>
          </a:p>
          <a:p>
            <a:pPr lvl="2" rtl="0"/>
            <a:r>
              <a:rPr lang="sv-SE" noProof="0"/>
              <a:t>Nivå tre</a:t>
            </a:r>
          </a:p>
          <a:p>
            <a:pPr lvl="3" rtl="0"/>
            <a:r>
              <a:rPr lang="sv-SE" noProof="0"/>
              <a:t>Nivå fyra</a:t>
            </a:r>
          </a:p>
          <a:p>
            <a:pPr lvl="4" rtl="0"/>
            <a:r>
              <a:rPr lang="sv-SE" noProof="0"/>
              <a:t>Nivå fem</a:t>
            </a:r>
          </a:p>
        </p:txBody>
      </p:sp>
      <p:sp>
        <p:nvSpPr>
          <p:cNvPr id="6" name="Platshållare för sidfo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sv-SE" noProof="0"/>
          </a:p>
        </p:txBody>
      </p:sp>
      <p:sp>
        <p:nvSpPr>
          <p:cNvPr id="7" name="Platshållare för bild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F3544625-0ADF-4414-89A2-9E135F0C849F}" type="slidenum">
              <a:rPr lang="sv-SE" noProof="0" smtClean="0"/>
              <a:t>‹#›</a:t>
            </a:fld>
            <a:endParaRPr lang="sv-SE" noProof="0"/>
          </a:p>
        </p:txBody>
      </p:sp>
    </p:spTree>
    <p:extLst>
      <p:ext uri="{BB962C8B-B14F-4D97-AF65-F5344CB8AC3E}">
        <p14:creationId xmlns:p14="http://schemas.microsoft.com/office/powerpoint/2010/main" val="1122228095"/>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txBody>
          <a:bodyPr/>
          <a:lstStyle/>
          <a:p>
            <a:endParaRPr lang="sv-SE"/>
          </a:p>
        </p:txBody>
      </p:sp>
      <p:sp>
        <p:nvSpPr>
          <p:cNvPr id="3" name="Platshållare för anteckningar 2"/>
          <p:cNvSpPr>
            <a:spLocks noGrp="1"/>
          </p:cNvSpPr>
          <p:nvPr>
            <p:ph type="body" idx="1"/>
          </p:nvPr>
        </p:nvSpPr>
        <p:spPr/>
        <p:txBody>
          <a:bodyPr rtlCol="0"/>
          <a:lstStyle/>
          <a:p>
            <a:r>
              <a:rPr lang="en-SE"/>
              <a:t>Hello, </a:t>
            </a:r>
            <a:r>
              <a:rPr lang="en-US"/>
              <a:t>we will present our project</a:t>
            </a:r>
            <a:r>
              <a:rPr lang="en-SE"/>
              <a:t>, which we call </a:t>
            </a:r>
            <a:r>
              <a:rPr lang="en-SE" err="1"/>
              <a:t>SenseHuman</a:t>
            </a:r>
            <a:r>
              <a:rPr lang="en-SE"/>
              <a:t>.</a:t>
            </a:r>
            <a:endParaRPr lang="sv-SE">
              <a:ea typeface="Calibri"/>
              <a:cs typeface="Calibri"/>
            </a:endParaRPr>
          </a:p>
        </p:txBody>
      </p:sp>
      <p:sp>
        <p:nvSpPr>
          <p:cNvPr id="4" name="Platshållare för bildnummer 3"/>
          <p:cNvSpPr>
            <a:spLocks noGrp="1"/>
          </p:cNvSpPr>
          <p:nvPr>
            <p:ph type="sldNum" sz="quarter" idx="5"/>
          </p:nvPr>
        </p:nvSpPr>
        <p:spPr/>
        <p:txBody>
          <a:bodyPr rtlCol="0"/>
          <a:lstStyle/>
          <a:p>
            <a:pPr rtl="0"/>
            <a:fld id="{F3544625-0ADF-4414-89A2-9E135F0C849F}" type="slidenum">
              <a:rPr lang="sv-SE" smtClean="0"/>
              <a:t>1</a:t>
            </a:fld>
            <a:endParaRPr lang="sv-SE"/>
          </a:p>
        </p:txBody>
      </p:sp>
    </p:spTree>
    <p:extLst>
      <p:ext uri="{BB962C8B-B14F-4D97-AF65-F5344CB8AC3E}">
        <p14:creationId xmlns:p14="http://schemas.microsoft.com/office/powerpoint/2010/main" val="37498086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FE0426-8550-1FD6-3722-75DEADB6C2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4DE983-5AA3-9842-609D-C405BCC266D4}"/>
              </a:ext>
            </a:extLst>
          </p:cNvPr>
          <p:cNvSpPr>
            <a:spLocks noGrp="1" noRot="1" noChangeAspect="1"/>
          </p:cNvSpPr>
          <p:nvPr>
            <p:ph type="sldImg"/>
          </p:nvPr>
        </p:nvSpPr>
        <p:spPr/>
        <p:txBody>
          <a:bodyPr/>
          <a:lstStyle/>
          <a:p>
            <a:endParaRPr lang="sv-SE"/>
          </a:p>
        </p:txBody>
      </p:sp>
      <p:sp>
        <p:nvSpPr>
          <p:cNvPr id="3" name="Notes Placeholder 2">
            <a:extLst>
              <a:ext uri="{FF2B5EF4-FFF2-40B4-BE49-F238E27FC236}">
                <a16:creationId xmlns:a16="http://schemas.microsoft.com/office/drawing/2014/main" id="{15D692C0-736D-CEC1-D096-334B38A238C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p>
        </p:txBody>
      </p:sp>
      <p:sp>
        <p:nvSpPr>
          <p:cNvPr id="4" name="Slide Number Placeholder 3">
            <a:extLst>
              <a:ext uri="{FF2B5EF4-FFF2-40B4-BE49-F238E27FC236}">
                <a16:creationId xmlns:a16="http://schemas.microsoft.com/office/drawing/2014/main" id="{8C71A61C-F110-59E7-42E2-2923B579E69E}"/>
              </a:ext>
            </a:extLst>
          </p:cNvPr>
          <p:cNvSpPr>
            <a:spLocks noGrp="1"/>
          </p:cNvSpPr>
          <p:nvPr>
            <p:ph type="sldNum" sz="quarter" idx="5"/>
          </p:nvPr>
        </p:nvSpPr>
        <p:spPr/>
        <p:txBody>
          <a:bodyPr/>
          <a:lstStyle/>
          <a:p>
            <a:pPr rtl="0"/>
            <a:fld id="{F3544625-0ADF-4414-89A2-9E135F0C849F}" type="slidenum">
              <a:rPr lang="sv-SE" noProof="0" smtClean="0"/>
              <a:t>6</a:t>
            </a:fld>
            <a:endParaRPr lang="sv-SE" noProof="0"/>
          </a:p>
        </p:txBody>
      </p:sp>
    </p:spTree>
    <p:extLst>
      <p:ext uri="{BB962C8B-B14F-4D97-AF65-F5344CB8AC3E}">
        <p14:creationId xmlns:p14="http://schemas.microsoft.com/office/powerpoint/2010/main" val="20351429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1D192F-31E8-83D3-8478-88B4A6F25A7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065647-97E3-0EB0-5C14-B994A76FDA66}"/>
              </a:ext>
            </a:extLst>
          </p:cNvPr>
          <p:cNvSpPr>
            <a:spLocks noGrp="1" noRot="1" noChangeAspect="1"/>
          </p:cNvSpPr>
          <p:nvPr>
            <p:ph type="sldImg"/>
          </p:nvPr>
        </p:nvSpPr>
        <p:spPr/>
        <p:txBody>
          <a:bodyPr/>
          <a:lstStyle/>
          <a:p>
            <a:endParaRPr lang="sv-SE"/>
          </a:p>
        </p:txBody>
      </p:sp>
      <p:sp>
        <p:nvSpPr>
          <p:cNvPr id="3" name="Notes Placeholder 2">
            <a:extLst>
              <a:ext uri="{FF2B5EF4-FFF2-40B4-BE49-F238E27FC236}">
                <a16:creationId xmlns:a16="http://schemas.microsoft.com/office/drawing/2014/main" id="{F5DF9C93-E560-F884-5425-90814EAA540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p>
        </p:txBody>
      </p:sp>
      <p:sp>
        <p:nvSpPr>
          <p:cNvPr id="4" name="Slide Number Placeholder 3">
            <a:extLst>
              <a:ext uri="{FF2B5EF4-FFF2-40B4-BE49-F238E27FC236}">
                <a16:creationId xmlns:a16="http://schemas.microsoft.com/office/drawing/2014/main" id="{756E8A12-B52D-D8D2-C876-A05DB495BFDD}"/>
              </a:ext>
            </a:extLst>
          </p:cNvPr>
          <p:cNvSpPr>
            <a:spLocks noGrp="1"/>
          </p:cNvSpPr>
          <p:nvPr>
            <p:ph type="sldNum" sz="quarter" idx="5"/>
          </p:nvPr>
        </p:nvSpPr>
        <p:spPr/>
        <p:txBody>
          <a:bodyPr/>
          <a:lstStyle/>
          <a:p>
            <a:pPr rtl="0"/>
            <a:fld id="{F3544625-0ADF-4414-89A2-9E135F0C849F}" type="slidenum">
              <a:rPr lang="sv-SE" noProof="0" smtClean="0"/>
              <a:t>7</a:t>
            </a:fld>
            <a:endParaRPr lang="sv-SE" noProof="0"/>
          </a:p>
        </p:txBody>
      </p:sp>
    </p:spTree>
    <p:extLst>
      <p:ext uri="{BB962C8B-B14F-4D97-AF65-F5344CB8AC3E}">
        <p14:creationId xmlns:p14="http://schemas.microsoft.com/office/powerpoint/2010/main" val="20708795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E9BECD-F963-9DF7-25D6-558056078A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BEC57A-1633-99DF-A200-B9A03C4943FA}"/>
              </a:ext>
            </a:extLst>
          </p:cNvPr>
          <p:cNvSpPr>
            <a:spLocks noGrp="1" noRot="1" noChangeAspect="1"/>
          </p:cNvSpPr>
          <p:nvPr>
            <p:ph type="sldImg"/>
          </p:nvPr>
        </p:nvSpPr>
        <p:spPr/>
        <p:txBody>
          <a:bodyPr/>
          <a:lstStyle/>
          <a:p>
            <a:endParaRPr lang="sv-SE"/>
          </a:p>
        </p:txBody>
      </p:sp>
      <p:sp>
        <p:nvSpPr>
          <p:cNvPr id="3" name="Notes Placeholder 2">
            <a:extLst>
              <a:ext uri="{FF2B5EF4-FFF2-40B4-BE49-F238E27FC236}">
                <a16:creationId xmlns:a16="http://schemas.microsoft.com/office/drawing/2014/main" id="{D741A85F-0E64-528A-54CC-9D095C07B2F1}"/>
              </a:ext>
            </a:extLst>
          </p:cNvPr>
          <p:cNvSpPr>
            <a:spLocks noGrp="1"/>
          </p:cNvSpPr>
          <p:nvPr>
            <p:ph type="body" idx="1"/>
          </p:nvPr>
        </p:nvSpPr>
        <p:spPr/>
        <p:txBody>
          <a:bodyPr/>
          <a:lstStyle/>
          <a:p>
            <a:pPr>
              <a:defRPr/>
            </a:pPr>
            <a:r>
              <a:rPr lang="en-US"/>
              <a:t>This study uses a mixed-methods approach</a:t>
            </a:r>
          </a:p>
          <a:p>
            <a:pPr>
              <a:defRPr/>
            </a:pPr>
            <a:endParaRPr lang="en-US"/>
          </a:p>
          <a:p>
            <a:pPr>
              <a:defRPr/>
            </a:pPr>
            <a:r>
              <a:rPr lang="en-US"/>
              <a:t>It is structured in four stages: interviews, participatory design workshops, a home study, and a survey.</a:t>
            </a:r>
          </a:p>
          <a:p>
            <a:pPr>
              <a:defRPr/>
            </a:pPr>
            <a:br>
              <a:rPr lang="en-US">
                <a:cs typeface="+mn-lt"/>
              </a:rPr>
            </a:br>
            <a:r>
              <a:rPr lang="en-US"/>
              <a:t>The goal is not only to test the system, but to understand how it works in real-life use.</a:t>
            </a:r>
          </a:p>
          <a:p>
            <a:pPr>
              <a:defRPr/>
            </a:pPr>
            <a:endParaRPr lang="en-US"/>
          </a:p>
          <a:p>
            <a:pPr>
              <a:defRPr/>
            </a:pPr>
            <a:r>
              <a:rPr lang="en-US"/>
              <a:t>First, we conduct interviews with patients and healthcare professionals to understand current practices, needs, and concerns.</a:t>
            </a:r>
          </a:p>
          <a:p>
            <a:pPr>
              <a:defRPr/>
            </a:pPr>
            <a:endParaRPr lang="en-US"/>
          </a:p>
          <a:p>
            <a:pPr>
              <a:defRPr/>
            </a:pPr>
            <a:r>
              <a:rPr lang="en-US"/>
              <a:t>Then, we run participatory design workshops where both groups work together to shape the system, especially how symptom reporting and sensor data should be combined.</a:t>
            </a:r>
          </a:p>
          <a:p>
            <a:pPr marL="0" marR="0" lvl="0" indent="0" algn="l" defTabSz="914400">
              <a:lnSpc>
                <a:spcPct val="100000"/>
              </a:lnSpc>
              <a:spcBef>
                <a:spcPts val="0"/>
              </a:spcBef>
              <a:spcAft>
                <a:spcPts val="0"/>
              </a:spcAft>
              <a:buClrTx/>
              <a:buSzTx/>
              <a:buFontTx/>
              <a:buNone/>
              <a:tabLst/>
              <a:defRPr/>
            </a:pPr>
            <a:endParaRPr lang="en-US">
              <a:ea typeface="Calibri"/>
              <a:cs typeface="Calibri"/>
            </a:endParaRPr>
          </a:p>
        </p:txBody>
      </p:sp>
      <p:sp>
        <p:nvSpPr>
          <p:cNvPr id="4" name="Slide Number Placeholder 3">
            <a:extLst>
              <a:ext uri="{FF2B5EF4-FFF2-40B4-BE49-F238E27FC236}">
                <a16:creationId xmlns:a16="http://schemas.microsoft.com/office/drawing/2014/main" id="{CEB82644-B463-ACE5-C26D-820346317F13}"/>
              </a:ext>
            </a:extLst>
          </p:cNvPr>
          <p:cNvSpPr>
            <a:spLocks noGrp="1"/>
          </p:cNvSpPr>
          <p:nvPr>
            <p:ph type="sldNum" sz="quarter" idx="5"/>
          </p:nvPr>
        </p:nvSpPr>
        <p:spPr/>
        <p:txBody>
          <a:bodyPr/>
          <a:lstStyle/>
          <a:p>
            <a:pPr rtl="0"/>
            <a:fld id="{F3544625-0ADF-4414-89A2-9E135F0C849F}" type="slidenum">
              <a:rPr lang="sv-SE" noProof="0" smtClean="0"/>
              <a:t>10</a:t>
            </a:fld>
            <a:endParaRPr lang="sv-SE" noProof="0"/>
          </a:p>
        </p:txBody>
      </p:sp>
    </p:spTree>
    <p:extLst>
      <p:ext uri="{BB962C8B-B14F-4D97-AF65-F5344CB8AC3E}">
        <p14:creationId xmlns:p14="http://schemas.microsoft.com/office/powerpoint/2010/main" val="26407613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573DA9-DC37-E882-1A32-BED85EB40C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6E404C-65FD-0AD3-958C-DE682CB6440A}"/>
              </a:ext>
            </a:extLst>
          </p:cNvPr>
          <p:cNvSpPr>
            <a:spLocks noGrp="1" noRot="1" noChangeAspect="1"/>
          </p:cNvSpPr>
          <p:nvPr>
            <p:ph type="sldImg"/>
          </p:nvPr>
        </p:nvSpPr>
        <p:spPr/>
        <p:txBody>
          <a:bodyPr/>
          <a:lstStyle/>
          <a:p>
            <a:endParaRPr lang="sv-SE"/>
          </a:p>
        </p:txBody>
      </p:sp>
      <p:sp>
        <p:nvSpPr>
          <p:cNvPr id="3" name="Notes Placeholder 2">
            <a:extLst>
              <a:ext uri="{FF2B5EF4-FFF2-40B4-BE49-F238E27FC236}">
                <a16:creationId xmlns:a16="http://schemas.microsoft.com/office/drawing/2014/main" id="{A655ECF0-F2C9-CE67-E857-70BC6C1CC2A3}"/>
              </a:ext>
            </a:extLst>
          </p:cNvPr>
          <p:cNvSpPr>
            <a:spLocks noGrp="1"/>
          </p:cNvSpPr>
          <p:nvPr>
            <p:ph type="body" idx="1"/>
          </p:nvPr>
        </p:nvSpPr>
        <p:spPr/>
        <p:txBody>
          <a:bodyPr/>
          <a:lstStyle/>
          <a:p>
            <a:pPr>
              <a:defRPr/>
            </a:pPr>
            <a:r>
              <a:rPr lang="en-US"/>
              <a:t>In the third stage, participants use the system in a three-week home study. They wear a sensor and record journal entries in their daily lives. This helps us understand how the system fits into routines over time, and whether it feels useful or demanding.</a:t>
            </a:r>
          </a:p>
          <a:p>
            <a:pPr>
              <a:defRPr/>
            </a:pPr>
            <a:endParaRPr lang="en-US"/>
          </a:p>
          <a:p>
            <a:pPr>
              <a:defRPr/>
            </a:pPr>
            <a:r>
              <a:rPr lang="en-US"/>
              <a:t>Finally, we use a survey to evaluate the overall experience, including usefulness, ease of use, trust, and satisfaction.</a:t>
            </a:r>
          </a:p>
          <a:p>
            <a:pPr>
              <a:defRPr/>
            </a:pPr>
            <a:endParaRPr lang="en-US"/>
          </a:p>
          <a:p>
            <a:pPr>
              <a:defRPr/>
            </a:pPr>
            <a:r>
              <a:rPr lang="en-US"/>
              <a:t>By combining these methods, we get both detailed user experiences and measurable patterns of acceptance. This allows us to understand not just how the system is designed, but how it is actually used in practice.</a:t>
            </a:r>
            <a:endParaRPr lang="en-US">
              <a:ea typeface="Calibri"/>
              <a:cs typeface="Calibri"/>
            </a:endParaRPr>
          </a:p>
          <a:p>
            <a:pPr marL="0" marR="0" lvl="0" indent="0" algn="l" defTabSz="914400">
              <a:lnSpc>
                <a:spcPct val="100000"/>
              </a:lnSpc>
              <a:spcBef>
                <a:spcPts val="0"/>
              </a:spcBef>
              <a:spcAft>
                <a:spcPts val="0"/>
              </a:spcAft>
              <a:buClrTx/>
              <a:buSzTx/>
              <a:buFontTx/>
              <a:buNone/>
              <a:tabLst/>
              <a:defRPr/>
            </a:pPr>
            <a:endParaRPr lang="en-US">
              <a:ea typeface="Calibri"/>
              <a:cs typeface="Calibri"/>
            </a:endParaRPr>
          </a:p>
        </p:txBody>
      </p:sp>
      <p:sp>
        <p:nvSpPr>
          <p:cNvPr id="4" name="Slide Number Placeholder 3">
            <a:extLst>
              <a:ext uri="{FF2B5EF4-FFF2-40B4-BE49-F238E27FC236}">
                <a16:creationId xmlns:a16="http://schemas.microsoft.com/office/drawing/2014/main" id="{3A8080E8-D551-B1D3-AE66-DB2D98E7C151}"/>
              </a:ext>
            </a:extLst>
          </p:cNvPr>
          <p:cNvSpPr>
            <a:spLocks noGrp="1"/>
          </p:cNvSpPr>
          <p:nvPr>
            <p:ph type="sldNum" sz="quarter" idx="5"/>
          </p:nvPr>
        </p:nvSpPr>
        <p:spPr/>
        <p:txBody>
          <a:bodyPr/>
          <a:lstStyle/>
          <a:p>
            <a:pPr rtl="0"/>
            <a:fld id="{F3544625-0ADF-4414-89A2-9E135F0C849F}" type="slidenum">
              <a:rPr lang="sv-SE" noProof="0" smtClean="0"/>
              <a:t>11</a:t>
            </a:fld>
            <a:endParaRPr lang="sv-SE" noProof="0"/>
          </a:p>
        </p:txBody>
      </p:sp>
    </p:spTree>
    <p:extLst>
      <p:ext uri="{BB962C8B-B14F-4D97-AF65-F5344CB8AC3E}">
        <p14:creationId xmlns:p14="http://schemas.microsoft.com/office/powerpoint/2010/main" val="13031701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txBody>
          <a:bodyPr/>
          <a:lstStyle/>
          <a:p>
            <a:endParaRPr lang="sv-SE"/>
          </a:p>
        </p:txBody>
      </p:sp>
      <p:sp>
        <p:nvSpPr>
          <p:cNvPr id="3" name="Platshållare för anteckningar 2"/>
          <p:cNvSpPr>
            <a:spLocks noGrp="1"/>
          </p:cNvSpPr>
          <p:nvPr>
            <p:ph type="body" idx="1"/>
          </p:nvPr>
        </p:nvSpPr>
        <p:spPr/>
        <p:txBody>
          <a:bodyPr rtlCol="0"/>
          <a:lstStyle/>
          <a:p>
            <a:pPr rtl="0"/>
            <a:endParaRPr lang="sv-SE"/>
          </a:p>
        </p:txBody>
      </p:sp>
      <p:sp>
        <p:nvSpPr>
          <p:cNvPr id="4" name="Platshållare för bildnummer 3"/>
          <p:cNvSpPr>
            <a:spLocks noGrp="1"/>
          </p:cNvSpPr>
          <p:nvPr>
            <p:ph type="sldNum" sz="quarter" idx="5"/>
          </p:nvPr>
        </p:nvSpPr>
        <p:spPr/>
        <p:txBody>
          <a:bodyPr rtlCol="0"/>
          <a:lstStyle/>
          <a:p>
            <a:pPr rtl="0"/>
            <a:fld id="{F3544625-0ADF-4414-89A2-9E135F0C849F}" type="slidenum">
              <a:rPr lang="sv-SE" smtClean="0"/>
              <a:t>12</a:t>
            </a:fld>
            <a:endParaRPr lang="sv-SE"/>
          </a:p>
        </p:txBody>
      </p:sp>
    </p:spTree>
    <p:extLst>
      <p:ext uri="{BB962C8B-B14F-4D97-AF65-F5344CB8AC3E}">
        <p14:creationId xmlns:p14="http://schemas.microsoft.com/office/powerpoint/2010/main" val="20483474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Rubrikbild">
    <p:bg>
      <p:bgRef idx="1003">
        <a:schemeClr val="bg2"/>
      </p:bgRef>
    </p:bg>
    <p:spTree>
      <p:nvGrpSpPr>
        <p:cNvPr id="1" name=""/>
        <p:cNvGrpSpPr/>
        <p:nvPr/>
      </p:nvGrpSpPr>
      <p:grpSpPr>
        <a:xfrm>
          <a:off x="0" y="0"/>
          <a:ext cx="0" cy="0"/>
          <a:chOff x="0" y="0"/>
          <a:chExt cx="0" cy="0"/>
        </a:xfrm>
      </p:grpSpPr>
      <p:pic>
        <p:nvPicPr>
          <p:cNvPr id="7" name="Bild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Rubrik 1"/>
          <p:cNvSpPr>
            <a:spLocks noGrp="1"/>
          </p:cNvSpPr>
          <p:nvPr>
            <p:ph type="ctrTitle" hasCustomPrompt="1"/>
          </p:nvPr>
        </p:nvSpPr>
        <p:spPr>
          <a:xfrm>
            <a:off x="3962399" y="1964267"/>
            <a:ext cx="7197726" cy="2421464"/>
          </a:xfrm>
        </p:spPr>
        <p:txBody>
          <a:bodyPr rtlCol="0" anchor="b">
            <a:normAutofit/>
          </a:bodyPr>
          <a:lstStyle>
            <a:lvl1pPr algn="r">
              <a:defRPr sz="4800">
                <a:effectLst/>
              </a:defRPr>
            </a:lvl1pPr>
          </a:lstStyle>
          <a:p>
            <a:pPr rtl="0"/>
            <a:r>
              <a:rPr lang="sv-SE" noProof="0"/>
              <a:t>Klicka här för att ändra format</a:t>
            </a:r>
          </a:p>
        </p:txBody>
      </p:sp>
      <p:sp>
        <p:nvSpPr>
          <p:cNvPr id="3" name="Underrubrik 2"/>
          <p:cNvSpPr>
            <a:spLocks noGrp="1"/>
          </p:cNvSpPr>
          <p:nvPr>
            <p:ph type="subTitle" idx="1" hasCustomPrompt="1"/>
          </p:nvPr>
        </p:nvSpPr>
        <p:spPr>
          <a:xfrm>
            <a:off x="3962399" y="4385732"/>
            <a:ext cx="7197726" cy="1405467"/>
          </a:xfrm>
        </p:spPr>
        <p:txBody>
          <a:bodyPr rtlCol="0"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rtl="0"/>
            <a:r>
              <a:rPr lang="sv-SE" noProof="0"/>
              <a:t>Klicka om du vill redigera mall för underrubrikformat</a:t>
            </a:r>
          </a:p>
        </p:txBody>
      </p:sp>
      <p:sp>
        <p:nvSpPr>
          <p:cNvPr id="4" name="Platshållare för datum 3"/>
          <p:cNvSpPr>
            <a:spLocks noGrp="1"/>
          </p:cNvSpPr>
          <p:nvPr>
            <p:ph type="dt" sz="half" idx="10"/>
          </p:nvPr>
        </p:nvSpPr>
        <p:spPr>
          <a:xfrm>
            <a:off x="8932558" y="5870575"/>
            <a:ext cx="1600200" cy="377825"/>
          </a:xfrm>
        </p:spPr>
        <p:txBody>
          <a:bodyPr rtlCol="0"/>
          <a:lstStyle/>
          <a:p>
            <a:pPr rtl="0"/>
            <a:fld id="{CD83ECEB-5441-4727-88B7-182FC5A31FE2}" type="datetime1">
              <a:rPr lang="sv-SE" noProof="0" smtClean="0"/>
              <a:t>2026-04-22</a:t>
            </a:fld>
            <a:endParaRPr lang="sv-SE" noProof="0"/>
          </a:p>
        </p:txBody>
      </p:sp>
      <p:sp>
        <p:nvSpPr>
          <p:cNvPr id="5" name="Platshållare för sidfot 4"/>
          <p:cNvSpPr>
            <a:spLocks noGrp="1"/>
          </p:cNvSpPr>
          <p:nvPr>
            <p:ph type="ftr" sz="quarter" idx="11"/>
          </p:nvPr>
        </p:nvSpPr>
        <p:spPr>
          <a:xfrm>
            <a:off x="3962399" y="5870575"/>
            <a:ext cx="4893958" cy="377825"/>
          </a:xfrm>
        </p:spPr>
        <p:txBody>
          <a:bodyPr rtlCol="0"/>
          <a:lstStyle/>
          <a:p>
            <a:pPr rtl="0"/>
            <a:endParaRPr lang="sv-SE" noProof="0"/>
          </a:p>
        </p:txBody>
      </p:sp>
      <p:sp>
        <p:nvSpPr>
          <p:cNvPr id="6" name="Platshållare för bildnummer 5"/>
          <p:cNvSpPr>
            <a:spLocks noGrp="1"/>
          </p:cNvSpPr>
          <p:nvPr>
            <p:ph type="sldNum" sz="quarter" idx="12"/>
          </p:nvPr>
        </p:nvSpPr>
        <p:spPr>
          <a:xfrm>
            <a:off x="10608958" y="5870575"/>
            <a:ext cx="551167" cy="377825"/>
          </a:xfrm>
        </p:spPr>
        <p:txBody>
          <a:bodyPr rtlCol="0"/>
          <a:lstStyle/>
          <a:p>
            <a:pPr rtl="0"/>
            <a:fld id="{69E57DC2-970A-4B3E-BB1C-7A09969E49DF}" type="slidenum">
              <a:rPr lang="sv-SE" noProof="0" smtClean="0"/>
              <a:pPr rtl="0"/>
              <a:t>‹#›</a:t>
            </a:fld>
            <a:endParaRPr lang="sv-SE" noProof="0"/>
          </a:p>
        </p:txBody>
      </p:sp>
    </p:spTree>
    <p:extLst>
      <p:ext uri="{BB962C8B-B14F-4D97-AF65-F5344CB8AC3E}">
        <p14:creationId xmlns:p14="http://schemas.microsoft.com/office/powerpoint/2010/main" val="2202325018"/>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Rubrik och innehåll">
    <p:spTree>
      <p:nvGrpSpPr>
        <p:cNvPr id="1" name=""/>
        <p:cNvGrpSpPr/>
        <p:nvPr/>
      </p:nvGrpSpPr>
      <p:grpSpPr>
        <a:xfrm>
          <a:off x="0" y="0"/>
          <a:ext cx="0" cy="0"/>
          <a:chOff x="0" y="0"/>
          <a:chExt cx="0" cy="0"/>
        </a:xfrm>
      </p:grpSpPr>
      <p:pic>
        <p:nvPicPr>
          <p:cNvPr id="7" name="Bild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Rubrik 1"/>
          <p:cNvSpPr>
            <a:spLocks noGrp="1"/>
          </p:cNvSpPr>
          <p:nvPr>
            <p:ph type="title" hasCustomPrompt="1"/>
          </p:nvPr>
        </p:nvSpPr>
        <p:spPr/>
        <p:txBody>
          <a:bodyPr rtlCol="0"/>
          <a:lstStyle/>
          <a:p>
            <a:pPr rtl="0"/>
            <a:r>
              <a:rPr lang="sv-SE" noProof="0"/>
              <a:t>Klicka här för att ändra format</a:t>
            </a:r>
          </a:p>
        </p:txBody>
      </p:sp>
      <p:sp>
        <p:nvSpPr>
          <p:cNvPr id="3" name="Platshållare för innehåll 2"/>
          <p:cNvSpPr>
            <a:spLocks noGrp="1"/>
          </p:cNvSpPr>
          <p:nvPr>
            <p:ph idx="1" hasCustomPrompt="1"/>
          </p:nvPr>
        </p:nvSpPr>
        <p:spPr/>
        <p:txBody>
          <a:bodyPr rtlCol="0" anchor="ctr"/>
          <a:lstStyle/>
          <a:p>
            <a:pPr lvl="0" rtl="0"/>
            <a:r>
              <a:rPr lang="sv-SE" noProof="0"/>
              <a:t>Redigera format för bakgrundstext</a:t>
            </a:r>
          </a:p>
          <a:p>
            <a:pPr lvl="1" rtl="0"/>
            <a:r>
              <a:rPr lang="sv-SE" noProof="0"/>
              <a:t>Nivå två</a:t>
            </a:r>
          </a:p>
          <a:p>
            <a:pPr lvl="2" rtl="0"/>
            <a:r>
              <a:rPr lang="sv-SE" noProof="0"/>
              <a:t>Nivå tre</a:t>
            </a:r>
          </a:p>
          <a:p>
            <a:pPr lvl="3" rtl="0"/>
            <a:r>
              <a:rPr lang="sv-SE" noProof="0"/>
              <a:t>Nivå fyra</a:t>
            </a:r>
          </a:p>
          <a:p>
            <a:pPr lvl="4" rtl="0"/>
            <a:r>
              <a:rPr lang="sv-SE" noProof="0"/>
              <a:t>Nivå fem</a:t>
            </a:r>
          </a:p>
        </p:txBody>
      </p:sp>
      <p:sp>
        <p:nvSpPr>
          <p:cNvPr id="4" name="Platshållare för datum 3"/>
          <p:cNvSpPr>
            <a:spLocks noGrp="1"/>
          </p:cNvSpPr>
          <p:nvPr>
            <p:ph type="dt" sz="half" idx="10"/>
          </p:nvPr>
        </p:nvSpPr>
        <p:spPr/>
        <p:txBody>
          <a:bodyPr rtlCol="0"/>
          <a:lstStyle/>
          <a:p>
            <a:pPr rtl="0"/>
            <a:fld id="{AEBDE11D-4346-43B8-951D-2BDF33493F92}" type="datetime1">
              <a:rPr lang="sv-SE" noProof="0" smtClean="0"/>
              <a:t>2026-04-22</a:t>
            </a:fld>
            <a:endParaRPr lang="sv-SE" noProof="0"/>
          </a:p>
        </p:txBody>
      </p:sp>
      <p:sp>
        <p:nvSpPr>
          <p:cNvPr id="5" name="Platshållare för sidfot 4"/>
          <p:cNvSpPr>
            <a:spLocks noGrp="1"/>
          </p:cNvSpPr>
          <p:nvPr>
            <p:ph type="ftr" sz="quarter" idx="11"/>
          </p:nvPr>
        </p:nvSpPr>
        <p:spPr/>
        <p:txBody>
          <a:bodyPr rtlCol="0"/>
          <a:lstStyle/>
          <a:p>
            <a:pPr rtl="0"/>
            <a:endParaRPr lang="sv-SE" noProof="0"/>
          </a:p>
        </p:txBody>
      </p:sp>
      <p:sp>
        <p:nvSpPr>
          <p:cNvPr id="6" name="Platshållare för bildnummer 5"/>
          <p:cNvSpPr>
            <a:spLocks noGrp="1"/>
          </p:cNvSpPr>
          <p:nvPr>
            <p:ph type="sldNum" sz="quarter" idx="12"/>
          </p:nvPr>
        </p:nvSpPr>
        <p:spPr/>
        <p:txBody>
          <a:bodyPr rtlCol="0"/>
          <a:lstStyle/>
          <a:p>
            <a:pPr rtl="0"/>
            <a:fld id="{69E57DC2-970A-4B3E-BB1C-7A09969E49DF}" type="slidenum">
              <a:rPr lang="sv-SE" noProof="0" smtClean="0"/>
              <a:t>‹#›</a:t>
            </a:fld>
            <a:endParaRPr lang="sv-SE" noProof="0"/>
          </a:p>
        </p:txBody>
      </p:sp>
    </p:spTree>
    <p:extLst>
      <p:ext uri="{BB962C8B-B14F-4D97-AF65-F5344CB8AC3E}">
        <p14:creationId xmlns:p14="http://schemas.microsoft.com/office/powerpoint/2010/main" val="24665461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vsnittsrubrik">
    <p:spTree>
      <p:nvGrpSpPr>
        <p:cNvPr id="1" name=""/>
        <p:cNvGrpSpPr/>
        <p:nvPr/>
      </p:nvGrpSpPr>
      <p:grpSpPr>
        <a:xfrm>
          <a:off x="0" y="0"/>
          <a:ext cx="0" cy="0"/>
          <a:chOff x="0" y="0"/>
          <a:chExt cx="0" cy="0"/>
        </a:xfrm>
      </p:grpSpPr>
      <p:pic>
        <p:nvPicPr>
          <p:cNvPr id="7" name="Bild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Rubrik 1"/>
          <p:cNvSpPr>
            <a:spLocks noGrp="1"/>
          </p:cNvSpPr>
          <p:nvPr>
            <p:ph type="title" hasCustomPrompt="1"/>
          </p:nvPr>
        </p:nvSpPr>
        <p:spPr>
          <a:xfrm>
            <a:off x="685800" y="3308581"/>
            <a:ext cx="10131427" cy="1468800"/>
          </a:xfrm>
        </p:spPr>
        <p:txBody>
          <a:bodyPr rtlCol="0" anchor="b"/>
          <a:lstStyle>
            <a:lvl1pPr algn="l">
              <a:defRPr sz="4000" b="0" cap="all"/>
            </a:lvl1pPr>
          </a:lstStyle>
          <a:p>
            <a:pPr rtl="0"/>
            <a:r>
              <a:rPr lang="sv-SE" noProof="0"/>
              <a:t>Klicka här för att ändra format</a:t>
            </a:r>
          </a:p>
        </p:txBody>
      </p:sp>
      <p:sp>
        <p:nvSpPr>
          <p:cNvPr id="3" name="Platshållare för text 2"/>
          <p:cNvSpPr>
            <a:spLocks noGrp="1"/>
          </p:cNvSpPr>
          <p:nvPr>
            <p:ph type="body" idx="1" hasCustomPrompt="1"/>
          </p:nvPr>
        </p:nvSpPr>
        <p:spPr>
          <a:xfrm>
            <a:off x="685799" y="4777381"/>
            <a:ext cx="10131428" cy="860400"/>
          </a:xfrm>
        </p:spPr>
        <p:txBody>
          <a:bodyPr rtlCol="0"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rtl="0"/>
            <a:r>
              <a:rPr lang="sv-SE" noProof="0"/>
              <a:t>Redigera format för bakgrundstext</a:t>
            </a:r>
          </a:p>
        </p:txBody>
      </p:sp>
      <p:sp>
        <p:nvSpPr>
          <p:cNvPr id="4" name="Platshållare för datum 3"/>
          <p:cNvSpPr>
            <a:spLocks noGrp="1"/>
          </p:cNvSpPr>
          <p:nvPr>
            <p:ph type="dt" sz="half" idx="10"/>
          </p:nvPr>
        </p:nvSpPr>
        <p:spPr/>
        <p:txBody>
          <a:bodyPr rtlCol="0"/>
          <a:lstStyle/>
          <a:p>
            <a:pPr rtl="0"/>
            <a:fld id="{4959FBE4-3442-404B-B419-A6EA24456675}" type="datetime1">
              <a:rPr lang="sv-SE" noProof="0" smtClean="0"/>
              <a:t>2026-04-22</a:t>
            </a:fld>
            <a:endParaRPr lang="sv-SE" noProof="0"/>
          </a:p>
        </p:txBody>
      </p:sp>
      <p:sp>
        <p:nvSpPr>
          <p:cNvPr id="5" name="Platshållare för sidfot 4"/>
          <p:cNvSpPr>
            <a:spLocks noGrp="1"/>
          </p:cNvSpPr>
          <p:nvPr>
            <p:ph type="ftr" sz="quarter" idx="11"/>
          </p:nvPr>
        </p:nvSpPr>
        <p:spPr/>
        <p:txBody>
          <a:bodyPr rtlCol="0"/>
          <a:lstStyle/>
          <a:p>
            <a:pPr rtl="0"/>
            <a:endParaRPr lang="sv-SE" noProof="0"/>
          </a:p>
        </p:txBody>
      </p:sp>
      <p:sp>
        <p:nvSpPr>
          <p:cNvPr id="6" name="Platshållare för bildnummer 5"/>
          <p:cNvSpPr>
            <a:spLocks noGrp="1"/>
          </p:cNvSpPr>
          <p:nvPr>
            <p:ph type="sldNum" sz="quarter" idx="12"/>
          </p:nvPr>
        </p:nvSpPr>
        <p:spPr/>
        <p:txBody>
          <a:bodyPr rtlCol="0"/>
          <a:lstStyle/>
          <a:p>
            <a:pPr rtl="0"/>
            <a:fld id="{69E57DC2-970A-4B3E-BB1C-7A09969E49DF}" type="slidenum">
              <a:rPr lang="sv-SE" noProof="0" smtClean="0"/>
              <a:pPr rtl="0"/>
              <a:t>‹#›</a:t>
            </a:fld>
            <a:endParaRPr lang="sv-SE" noProof="0"/>
          </a:p>
        </p:txBody>
      </p:sp>
    </p:spTree>
    <p:extLst>
      <p:ext uri="{BB962C8B-B14F-4D97-AF65-F5344CB8AC3E}">
        <p14:creationId xmlns:p14="http://schemas.microsoft.com/office/powerpoint/2010/main" val="10745802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vå innehåll">
    <p:spTree>
      <p:nvGrpSpPr>
        <p:cNvPr id="1" name=""/>
        <p:cNvGrpSpPr/>
        <p:nvPr/>
      </p:nvGrpSpPr>
      <p:grpSpPr>
        <a:xfrm>
          <a:off x="0" y="0"/>
          <a:ext cx="0" cy="0"/>
          <a:chOff x="0" y="0"/>
          <a:chExt cx="0" cy="0"/>
        </a:xfrm>
      </p:grpSpPr>
      <p:pic>
        <p:nvPicPr>
          <p:cNvPr id="8" name="Bild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Rubrik 1"/>
          <p:cNvSpPr>
            <a:spLocks noGrp="1"/>
          </p:cNvSpPr>
          <p:nvPr>
            <p:ph type="title" hasCustomPrompt="1"/>
          </p:nvPr>
        </p:nvSpPr>
        <p:spPr/>
        <p:txBody>
          <a:bodyPr rtlCol="0"/>
          <a:lstStyle/>
          <a:p>
            <a:pPr rtl="0"/>
            <a:r>
              <a:rPr lang="sv-SE" noProof="0"/>
              <a:t>Klicka här för att ändra format</a:t>
            </a:r>
          </a:p>
        </p:txBody>
      </p:sp>
      <p:sp>
        <p:nvSpPr>
          <p:cNvPr id="3" name="Platshållare för innehåll 2"/>
          <p:cNvSpPr>
            <a:spLocks noGrp="1"/>
          </p:cNvSpPr>
          <p:nvPr>
            <p:ph sz="half" idx="1" hasCustomPrompt="1"/>
          </p:nvPr>
        </p:nvSpPr>
        <p:spPr>
          <a:xfrm>
            <a:off x="685802" y="2142067"/>
            <a:ext cx="4995334" cy="3649134"/>
          </a:xfrm>
        </p:spPr>
        <p:txBody>
          <a:bodyPr rtlCol="0">
            <a:normAutofit/>
          </a:bodyPr>
          <a:lstStyle/>
          <a:p>
            <a:pPr lvl="0" rtl="0"/>
            <a:r>
              <a:rPr lang="sv-SE" noProof="0"/>
              <a:t>Redigera format för bakgrundstext</a:t>
            </a:r>
          </a:p>
          <a:p>
            <a:pPr lvl="1" rtl="0"/>
            <a:r>
              <a:rPr lang="sv-SE" noProof="0"/>
              <a:t>Nivå två</a:t>
            </a:r>
          </a:p>
          <a:p>
            <a:pPr lvl="2" rtl="0"/>
            <a:r>
              <a:rPr lang="sv-SE" noProof="0"/>
              <a:t>Nivå tre</a:t>
            </a:r>
          </a:p>
          <a:p>
            <a:pPr lvl="3" rtl="0"/>
            <a:r>
              <a:rPr lang="sv-SE" noProof="0"/>
              <a:t>Nivå fyra</a:t>
            </a:r>
          </a:p>
          <a:p>
            <a:pPr lvl="4" rtl="0"/>
            <a:r>
              <a:rPr lang="sv-SE" noProof="0"/>
              <a:t>Nivå fem</a:t>
            </a:r>
          </a:p>
        </p:txBody>
      </p:sp>
      <p:sp>
        <p:nvSpPr>
          <p:cNvPr id="4" name="Platshållare för innehåll 3"/>
          <p:cNvSpPr>
            <a:spLocks noGrp="1"/>
          </p:cNvSpPr>
          <p:nvPr>
            <p:ph sz="half" idx="2" hasCustomPrompt="1"/>
          </p:nvPr>
        </p:nvSpPr>
        <p:spPr>
          <a:xfrm>
            <a:off x="5821895" y="2142067"/>
            <a:ext cx="4995332" cy="3649133"/>
          </a:xfrm>
        </p:spPr>
        <p:txBody>
          <a:bodyPr rtlCol="0">
            <a:normAutofit/>
          </a:bodyPr>
          <a:lstStyle/>
          <a:p>
            <a:pPr lvl="0" rtl="0"/>
            <a:r>
              <a:rPr lang="sv-SE" noProof="0"/>
              <a:t>Redigera format för bakgrundstext</a:t>
            </a:r>
          </a:p>
          <a:p>
            <a:pPr lvl="1" rtl="0"/>
            <a:r>
              <a:rPr lang="sv-SE" noProof="0"/>
              <a:t>Nivå två</a:t>
            </a:r>
          </a:p>
          <a:p>
            <a:pPr lvl="2" rtl="0"/>
            <a:r>
              <a:rPr lang="sv-SE" noProof="0"/>
              <a:t>Nivå tre</a:t>
            </a:r>
          </a:p>
          <a:p>
            <a:pPr lvl="3" rtl="0"/>
            <a:r>
              <a:rPr lang="sv-SE" noProof="0"/>
              <a:t>Nivå fyra</a:t>
            </a:r>
          </a:p>
          <a:p>
            <a:pPr lvl="4" rtl="0"/>
            <a:r>
              <a:rPr lang="sv-SE" noProof="0"/>
              <a:t>Nivå fem</a:t>
            </a:r>
          </a:p>
        </p:txBody>
      </p:sp>
      <p:sp>
        <p:nvSpPr>
          <p:cNvPr id="5" name="Platshållare för datum 4"/>
          <p:cNvSpPr>
            <a:spLocks noGrp="1"/>
          </p:cNvSpPr>
          <p:nvPr>
            <p:ph type="dt" sz="half" idx="10"/>
          </p:nvPr>
        </p:nvSpPr>
        <p:spPr/>
        <p:txBody>
          <a:bodyPr rtlCol="0"/>
          <a:lstStyle/>
          <a:p>
            <a:pPr rtl="0"/>
            <a:fld id="{52A4060D-B5B8-44B9-8F26-0FB82E3B4C8E}" type="datetime1">
              <a:rPr lang="sv-SE" noProof="0" smtClean="0"/>
              <a:t>2026-04-22</a:t>
            </a:fld>
            <a:endParaRPr lang="sv-SE" noProof="0"/>
          </a:p>
        </p:txBody>
      </p:sp>
      <p:sp>
        <p:nvSpPr>
          <p:cNvPr id="6" name="Platshållare för sidfot 5"/>
          <p:cNvSpPr>
            <a:spLocks noGrp="1"/>
          </p:cNvSpPr>
          <p:nvPr>
            <p:ph type="ftr" sz="quarter" idx="11"/>
          </p:nvPr>
        </p:nvSpPr>
        <p:spPr/>
        <p:txBody>
          <a:bodyPr rtlCol="0"/>
          <a:lstStyle/>
          <a:p>
            <a:pPr rtl="0"/>
            <a:endParaRPr lang="sv-SE" noProof="0"/>
          </a:p>
        </p:txBody>
      </p:sp>
      <p:sp>
        <p:nvSpPr>
          <p:cNvPr id="7" name="Platshållare för bildnummer 6"/>
          <p:cNvSpPr>
            <a:spLocks noGrp="1"/>
          </p:cNvSpPr>
          <p:nvPr>
            <p:ph type="sldNum" sz="quarter" idx="12"/>
          </p:nvPr>
        </p:nvSpPr>
        <p:spPr/>
        <p:txBody>
          <a:bodyPr rtlCol="0"/>
          <a:lstStyle/>
          <a:p>
            <a:pPr rtl="0"/>
            <a:fld id="{69E57DC2-970A-4B3E-BB1C-7A09969E49DF}" type="slidenum">
              <a:rPr lang="sv-SE" noProof="0" smtClean="0"/>
              <a:t>‹#›</a:t>
            </a:fld>
            <a:endParaRPr lang="sv-SE" noProof="0"/>
          </a:p>
        </p:txBody>
      </p:sp>
    </p:spTree>
    <p:extLst>
      <p:ext uri="{BB962C8B-B14F-4D97-AF65-F5344CB8AC3E}">
        <p14:creationId xmlns:p14="http://schemas.microsoft.com/office/powerpoint/2010/main" val="16231046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Jämförelse">
    <p:spTree>
      <p:nvGrpSpPr>
        <p:cNvPr id="1" name=""/>
        <p:cNvGrpSpPr/>
        <p:nvPr/>
      </p:nvGrpSpPr>
      <p:grpSpPr>
        <a:xfrm>
          <a:off x="0" y="0"/>
          <a:ext cx="0" cy="0"/>
          <a:chOff x="0" y="0"/>
          <a:chExt cx="0" cy="0"/>
        </a:xfrm>
      </p:grpSpPr>
      <p:sp>
        <p:nvSpPr>
          <p:cNvPr id="2" name="Rubrik 1"/>
          <p:cNvSpPr>
            <a:spLocks noGrp="1"/>
          </p:cNvSpPr>
          <p:nvPr>
            <p:ph type="title" hasCustomPrompt="1"/>
          </p:nvPr>
        </p:nvSpPr>
        <p:spPr/>
        <p:txBody>
          <a:bodyPr rtlCol="0"/>
          <a:lstStyle>
            <a:lvl1pPr>
              <a:defRPr/>
            </a:lvl1pPr>
          </a:lstStyle>
          <a:p>
            <a:pPr rtl="0"/>
            <a:r>
              <a:rPr lang="sv-SE" noProof="0"/>
              <a:t>Klicka här för att ändra format</a:t>
            </a:r>
          </a:p>
        </p:txBody>
      </p:sp>
      <p:sp>
        <p:nvSpPr>
          <p:cNvPr id="3" name="Platshållare för text 2"/>
          <p:cNvSpPr>
            <a:spLocks noGrp="1"/>
          </p:cNvSpPr>
          <p:nvPr>
            <p:ph type="body" idx="1" hasCustomPrompt="1"/>
          </p:nvPr>
        </p:nvSpPr>
        <p:spPr>
          <a:xfrm>
            <a:off x="973670" y="2218267"/>
            <a:ext cx="4709054" cy="576262"/>
          </a:xfrm>
        </p:spPr>
        <p:txBody>
          <a:bodyPr rtlCol="0"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sv-SE" noProof="0"/>
              <a:t>Redigera format för bakgrundstext</a:t>
            </a:r>
          </a:p>
        </p:txBody>
      </p:sp>
      <p:sp>
        <p:nvSpPr>
          <p:cNvPr id="4" name="Platshållare för innehåll 3"/>
          <p:cNvSpPr>
            <a:spLocks noGrp="1"/>
          </p:cNvSpPr>
          <p:nvPr>
            <p:ph sz="half" idx="2" hasCustomPrompt="1"/>
          </p:nvPr>
        </p:nvSpPr>
        <p:spPr>
          <a:xfrm>
            <a:off x="685801" y="2870201"/>
            <a:ext cx="4996923" cy="2920998"/>
          </a:xfrm>
        </p:spPr>
        <p:txBody>
          <a:bodyPr rtlCol="0" anchor="t">
            <a:normAutofit/>
          </a:bodyPr>
          <a:lstStyle/>
          <a:p>
            <a:pPr lvl="0" rtl="0"/>
            <a:r>
              <a:rPr lang="sv-SE" noProof="0"/>
              <a:t>Redigera format för bakgrundstext</a:t>
            </a:r>
          </a:p>
          <a:p>
            <a:pPr lvl="1" rtl="0"/>
            <a:r>
              <a:rPr lang="sv-SE" noProof="0"/>
              <a:t>Nivå två</a:t>
            </a:r>
          </a:p>
          <a:p>
            <a:pPr lvl="2" rtl="0"/>
            <a:r>
              <a:rPr lang="sv-SE" noProof="0"/>
              <a:t>Nivå tre</a:t>
            </a:r>
          </a:p>
          <a:p>
            <a:pPr lvl="3" rtl="0"/>
            <a:r>
              <a:rPr lang="sv-SE" noProof="0"/>
              <a:t>Nivå fyra</a:t>
            </a:r>
          </a:p>
          <a:p>
            <a:pPr lvl="4" rtl="0"/>
            <a:r>
              <a:rPr lang="sv-SE" noProof="0"/>
              <a:t>Nivå fem</a:t>
            </a:r>
          </a:p>
        </p:txBody>
      </p:sp>
      <p:sp>
        <p:nvSpPr>
          <p:cNvPr id="5" name="Platshållare för text 4"/>
          <p:cNvSpPr>
            <a:spLocks noGrp="1"/>
          </p:cNvSpPr>
          <p:nvPr>
            <p:ph type="body" sz="quarter" idx="3" hasCustomPrompt="1"/>
          </p:nvPr>
        </p:nvSpPr>
        <p:spPr>
          <a:xfrm>
            <a:off x="6096003" y="2226734"/>
            <a:ext cx="4722813" cy="576262"/>
          </a:xfrm>
        </p:spPr>
        <p:txBody>
          <a:bodyPr rtlCol="0"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sv-SE" noProof="0"/>
              <a:t>Redigera format för bakgrundstext</a:t>
            </a:r>
          </a:p>
        </p:txBody>
      </p:sp>
      <p:sp>
        <p:nvSpPr>
          <p:cNvPr id="6" name="Platshållare för innehåll 5"/>
          <p:cNvSpPr>
            <a:spLocks noGrp="1"/>
          </p:cNvSpPr>
          <p:nvPr>
            <p:ph sz="quarter" idx="4" hasCustomPrompt="1"/>
          </p:nvPr>
        </p:nvSpPr>
        <p:spPr>
          <a:xfrm>
            <a:off x="5823483" y="2870201"/>
            <a:ext cx="4995334" cy="2920998"/>
          </a:xfrm>
        </p:spPr>
        <p:txBody>
          <a:bodyPr rtlCol="0" anchor="t">
            <a:normAutofit/>
          </a:bodyPr>
          <a:lstStyle/>
          <a:p>
            <a:pPr lvl="0" rtl="0"/>
            <a:r>
              <a:rPr lang="sv-SE" noProof="0"/>
              <a:t>Redigera format för bakgrundstext</a:t>
            </a:r>
          </a:p>
          <a:p>
            <a:pPr lvl="1" rtl="0"/>
            <a:r>
              <a:rPr lang="sv-SE" noProof="0"/>
              <a:t>Nivå två</a:t>
            </a:r>
          </a:p>
          <a:p>
            <a:pPr lvl="2" rtl="0"/>
            <a:r>
              <a:rPr lang="sv-SE" noProof="0"/>
              <a:t>Nivå tre</a:t>
            </a:r>
          </a:p>
          <a:p>
            <a:pPr lvl="3" rtl="0"/>
            <a:r>
              <a:rPr lang="sv-SE" noProof="0"/>
              <a:t>Nivå fyra</a:t>
            </a:r>
          </a:p>
          <a:p>
            <a:pPr lvl="4" rtl="0"/>
            <a:r>
              <a:rPr lang="sv-SE" noProof="0"/>
              <a:t>Nivå fem</a:t>
            </a:r>
          </a:p>
        </p:txBody>
      </p:sp>
      <p:sp>
        <p:nvSpPr>
          <p:cNvPr id="7" name="Platshållare för datum 6"/>
          <p:cNvSpPr>
            <a:spLocks noGrp="1"/>
          </p:cNvSpPr>
          <p:nvPr>
            <p:ph type="dt" sz="half" idx="10"/>
          </p:nvPr>
        </p:nvSpPr>
        <p:spPr/>
        <p:txBody>
          <a:bodyPr rtlCol="0"/>
          <a:lstStyle/>
          <a:p>
            <a:pPr rtl="0"/>
            <a:fld id="{D22F245A-560C-4E7C-A562-0A2D32B92CD5}" type="datetime1">
              <a:rPr lang="sv-SE" noProof="0" smtClean="0"/>
              <a:t>2026-04-22</a:t>
            </a:fld>
            <a:endParaRPr lang="sv-SE" noProof="0"/>
          </a:p>
        </p:txBody>
      </p:sp>
      <p:sp>
        <p:nvSpPr>
          <p:cNvPr id="8" name="Platshållare för sidfot 7"/>
          <p:cNvSpPr>
            <a:spLocks noGrp="1"/>
          </p:cNvSpPr>
          <p:nvPr>
            <p:ph type="ftr" sz="quarter" idx="11"/>
          </p:nvPr>
        </p:nvSpPr>
        <p:spPr/>
        <p:txBody>
          <a:bodyPr rtlCol="0"/>
          <a:lstStyle/>
          <a:p>
            <a:pPr rtl="0"/>
            <a:endParaRPr lang="sv-SE" noProof="0"/>
          </a:p>
        </p:txBody>
      </p:sp>
      <p:sp>
        <p:nvSpPr>
          <p:cNvPr id="9" name="Platshållare för bildnummer 8"/>
          <p:cNvSpPr>
            <a:spLocks noGrp="1"/>
          </p:cNvSpPr>
          <p:nvPr>
            <p:ph type="sldNum" sz="quarter" idx="12"/>
          </p:nvPr>
        </p:nvSpPr>
        <p:spPr/>
        <p:txBody>
          <a:bodyPr rtlCol="0"/>
          <a:lstStyle/>
          <a:p>
            <a:pPr rtl="0"/>
            <a:fld id="{69E57DC2-970A-4B3E-BB1C-7A09969E49DF}" type="slidenum">
              <a:rPr lang="sv-SE" noProof="0" smtClean="0"/>
              <a:t>‹#›</a:t>
            </a:fld>
            <a:endParaRPr lang="sv-SE" noProof="0"/>
          </a:p>
        </p:txBody>
      </p:sp>
    </p:spTree>
    <p:extLst>
      <p:ext uri="{BB962C8B-B14F-4D97-AF65-F5344CB8AC3E}">
        <p14:creationId xmlns:p14="http://schemas.microsoft.com/office/powerpoint/2010/main" val="19872993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Endast rubrik">
    <p:spTree>
      <p:nvGrpSpPr>
        <p:cNvPr id="1" name=""/>
        <p:cNvGrpSpPr/>
        <p:nvPr/>
      </p:nvGrpSpPr>
      <p:grpSpPr>
        <a:xfrm>
          <a:off x="0" y="0"/>
          <a:ext cx="0" cy="0"/>
          <a:chOff x="0" y="0"/>
          <a:chExt cx="0" cy="0"/>
        </a:xfrm>
      </p:grpSpPr>
      <p:pic>
        <p:nvPicPr>
          <p:cNvPr id="6" name="Bild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Rubrik 1"/>
          <p:cNvSpPr>
            <a:spLocks noGrp="1"/>
          </p:cNvSpPr>
          <p:nvPr>
            <p:ph type="title" hasCustomPrompt="1"/>
          </p:nvPr>
        </p:nvSpPr>
        <p:spPr/>
        <p:txBody>
          <a:bodyPr rtlCol="0"/>
          <a:lstStyle/>
          <a:p>
            <a:pPr rtl="0"/>
            <a:r>
              <a:rPr lang="sv-SE" noProof="0"/>
              <a:t>Klicka här för att ändra format</a:t>
            </a:r>
          </a:p>
        </p:txBody>
      </p:sp>
      <p:sp>
        <p:nvSpPr>
          <p:cNvPr id="3" name="Platshållare för datum 2"/>
          <p:cNvSpPr>
            <a:spLocks noGrp="1"/>
          </p:cNvSpPr>
          <p:nvPr>
            <p:ph type="dt" sz="half" idx="10"/>
          </p:nvPr>
        </p:nvSpPr>
        <p:spPr/>
        <p:txBody>
          <a:bodyPr rtlCol="0"/>
          <a:lstStyle/>
          <a:p>
            <a:pPr rtl="0"/>
            <a:fld id="{C160C7A8-76DA-4E7D-B5DB-E14C28DA885C}" type="datetime1">
              <a:rPr lang="sv-SE" noProof="0" smtClean="0"/>
              <a:t>2026-04-22</a:t>
            </a:fld>
            <a:endParaRPr lang="sv-SE" noProof="0"/>
          </a:p>
        </p:txBody>
      </p:sp>
      <p:sp>
        <p:nvSpPr>
          <p:cNvPr id="4" name="Platshållare för sidfot 3"/>
          <p:cNvSpPr>
            <a:spLocks noGrp="1"/>
          </p:cNvSpPr>
          <p:nvPr>
            <p:ph type="ftr" sz="quarter" idx="11"/>
          </p:nvPr>
        </p:nvSpPr>
        <p:spPr/>
        <p:txBody>
          <a:bodyPr rtlCol="0"/>
          <a:lstStyle/>
          <a:p>
            <a:pPr rtl="0"/>
            <a:endParaRPr lang="sv-SE" noProof="0"/>
          </a:p>
        </p:txBody>
      </p:sp>
      <p:sp>
        <p:nvSpPr>
          <p:cNvPr id="5" name="Platshållare för bildnummer 4"/>
          <p:cNvSpPr>
            <a:spLocks noGrp="1"/>
          </p:cNvSpPr>
          <p:nvPr>
            <p:ph type="sldNum" sz="quarter" idx="12"/>
          </p:nvPr>
        </p:nvSpPr>
        <p:spPr/>
        <p:txBody>
          <a:bodyPr rtlCol="0"/>
          <a:lstStyle/>
          <a:p>
            <a:pPr rtl="0"/>
            <a:fld id="{69E57DC2-970A-4B3E-BB1C-7A09969E49DF}" type="slidenum">
              <a:rPr lang="sv-SE" noProof="0" smtClean="0"/>
              <a:t>‹#›</a:t>
            </a:fld>
            <a:endParaRPr lang="sv-SE" noProof="0"/>
          </a:p>
        </p:txBody>
      </p:sp>
    </p:spTree>
    <p:extLst>
      <p:ext uri="{BB962C8B-B14F-4D97-AF65-F5344CB8AC3E}">
        <p14:creationId xmlns:p14="http://schemas.microsoft.com/office/powerpoint/2010/main" val="42405505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Tom">
    <p:spTree>
      <p:nvGrpSpPr>
        <p:cNvPr id="1" name=""/>
        <p:cNvGrpSpPr/>
        <p:nvPr/>
      </p:nvGrpSpPr>
      <p:grpSpPr>
        <a:xfrm>
          <a:off x="0" y="0"/>
          <a:ext cx="0" cy="0"/>
          <a:chOff x="0" y="0"/>
          <a:chExt cx="0" cy="0"/>
        </a:xfrm>
      </p:grpSpPr>
      <p:pic>
        <p:nvPicPr>
          <p:cNvPr id="5" name="Bild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Platshållare för datum 1"/>
          <p:cNvSpPr>
            <a:spLocks noGrp="1"/>
          </p:cNvSpPr>
          <p:nvPr>
            <p:ph type="dt" sz="half" idx="10"/>
          </p:nvPr>
        </p:nvSpPr>
        <p:spPr/>
        <p:txBody>
          <a:bodyPr rtlCol="0"/>
          <a:lstStyle/>
          <a:p>
            <a:pPr rtl="0"/>
            <a:fld id="{7F6D0FD2-9F96-46D2-907F-9DF3A7DEC7A4}" type="datetime1">
              <a:rPr lang="sv-SE" noProof="0" smtClean="0"/>
              <a:t>2026-04-22</a:t>
            </a:fld>
            <a:endParaRPr lang="sv-SE" noProof="0"/>
          </a:p>
        </p:txBody>
      </p:sp>
      <p:sp>
        <p:nvSpPr>
          <p:cNvPr id="3" name="Platshållare för sidfot 2"/>
          <p:cNvSpPr>
            <a:spLocks noGrp="1"/>
          </p:cNvSpPr>
          <p:nvPr>
            <p:ph type="ftr" sz="quarter" idx="11"/>
          </p:nvPr>
        </p:nvSpPr>
        <p:spPr/>
        <p:txBody>
          <a:bodyPr rtlCol="0"/>
          <a:lstStyle/>
          <a:p>
            <a:pPr rtl="0"/>
            <a:endParaRPr lang="sv-SE" noProof="0"/>
          </a:p>
        </p:txBody>
      </p:sp>
      <p:sp>
        <p:nvSpPr>
          <p:cNvPr id="4" name="Platshållare för bildnummer 3"/>
          <p:cNvSpPr>
            <a:spLocks noGrp="1"/>
          </p:cNvSpPr>
          <p:nvPr>
            <p:ph type="sldNum" sz="quarter" idx="12"/>
          </p:nvPr>
        </p:nvSpPr>
        <p:spPr/>
        <p:txBody>
          <a:bodyPr rtlCol="0"/>
          <a:lstStyle/>
          <a:p>
            <a:pPr rtl="0"/>
            <a:fld id="{69E57DC2-970A-4B3E-BB1C-7A09969E49DF}" type="slidenum">
              <a:rPr lang="sv-SE" noProof="0" smtClean="0"/>
              <a:t>‹#›</a:t>
            </a:fld>
            <a:endParaRPr lang="sv-SE" noProof="0"/>
          </a:p>
        </p:txBody>
      </p:sp>
    </p:spTree>
    <p:extLst>
      <p:ext uri="{BB962C8B-B14F-4D97-AF65-F5344CB8AC3E}">
        <p14:creationId xmlns:p14="http://schemas.microsoft.com/office/powerpoint/2010/main" val="32930739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nehåll med bildtext">
    <p:spTree>
      <p:nvGrpSpPr>
        <p:cNvPr id="1" name=""/>
        <p:cNvGrpSpPr/>
        <p:nvPr/>
      </p:nvGrpSpPr>
      <p:grpSpPr>
        <a:xfrm>
          <a:off x="0" y="0"/>
          <a:ext cx="0" cy="0"/>
          <a:chOff x="0" y="0"/>
          <a:chExt cx="0" cy="0"/>
        </a:xfrm>
      </p:grpSpPr>
      <p:pic>
        <p:nvPicPr>
          <p:cNvPr id="8" name="Bild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Rubrik 1"/>
          <p:cNvSpPr>
            <a:spLocks noGrp="1"/>
          </p:cNvSpPr>
          <p:nvPr>
            <p:ph type="title" hasCustomPrompt="1"/>
          </p:nvPr>
        </p:nvSpPr>
        <p:spPr>
          <a:xfrm>
            <a:off x="685800" y="2074333"/>
            <a:ext cx="3680885" cy="1371600"/>
          </a:xfrm>
        </p:spPr>
        <p:txBody>
          <a:bodyPr rtlCol="0" anchor="b">
            <a:normAutofit/>
          </a:bodyPr>
          <a:lstStyle>
            <a:lvl1pPr algn="l">
              <a:defRPr sz="2400" b="0"/>
            </a:lvl1pPr>
          </a:lstStyle>
          <a:p>
            <a:pPr rtl="0"/>
            <a:r>
              <a:rPr lang="sv-SE" noProof="0"/>
              <a:t>Klicka här för att ändra format</a:t>
            </a:r>
          </a:p>
        </p:txBody>
      </p:sp>
      <p:sp>
        <p:nvSpPr>
          <p:cNvPr id="3" name="Platshållare för innehåll 2"/>
          <p:cNvSpPr>
            <a:spLocks noGrp="1"/>
          </p:cNvSpPr>
          <p:nvPr>
            <p:ph idx="1" hasCustomPrompt="1"/>
          </p:nvPr>
        </p:nvSpPr>
        <p:spPr>
          <a:xfrm>
            <a:off x="4648201" y="609601"/>
            <a:ext cx="6169026" cy="5181600"/>
          </a:xfrm>
        </p:spPr>
        <p:txBody>
          <a:bodyPr rtlCol="0" anchor="ctr">
            <a:normAutofit/>
          </a:bodyPr>
          <a:lstStyle/>
          <a:p>
            <a:pPr lvl="0" rtl="0"/>
            <a:r>
              <a:rPr lang="sv-SE" noProof="0"/>
              <a:t>Redigera format för bakgrundstext</a:t>
            </a:r>
          </a:p>
          <a:p>
            <a:pPr lvl="1" rtl="0"/>
            <a:r>
              <a:rPr lang="sv-SE" noProof="0"/>
              <a:t>Nivå två</a:t>
            </a:r>
          </a:p>
          <a:p>
            <a:pPr lvl="2" rtl="0"/>
            <a:r>
              <a:rPr lang="sv-SE" noProof="0"/>
              <a:t>Nivå tre</a:t>
            </a:r>
          </a:p>
          <a:p>
            <a:pPr lvl="3" rtl="0"/>
            <a:r>
              <a:rPr lang="sv-SE" noProof="0"/>
              <a:t>Nivå fyra</a:t>
            </a:r>
          </a:p>
          <a:p>
            <a:pPr lvl="4" rtl="0"/>
            <a:r>
              <a:rPr lang="sv-SE" noProof="0"/>
              <a:t>Nivå fem</a:t>
            </a:r>
          </a:p>
        </p:txBody>
      </p:sp>
      <p:sp>
        <p:nvSpPr>
          <p:cNvPr id="4" name="Platshållare för text 3"/>
          <p:cNvSpPr>
            <a:spLocks noGrp="1"/>
          </p:cNvSpPr>
          <p:nvPr>
            <p:ph type="body" sz="half" idx="2" hasCustomPrompt="1"/>
          </p:nvPr>
        </p:nvSpPr>
        <p:spPr>
          <a:xfrm>
            <a:off x="685800" y="3445933"/>
            <a:ext cx="3680885" cy="1828800"/>
          </a:xfrm>
        </p:spPr>
        <p:txBody>
          <a:bodyPr rtlCol="0"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sv-SE" noProof="0"/>
              <a:t>Redigera format för bakgrundstext</a:t>
            </a:r>
          </a:p>
        </p:txBody>
      </p:sp>
      <p:sp>
        <p:nvSpPr>
          <p:cNvPr id="5" name="Platshållare för datum 4"/>
          <p:cNvSpPr>
            <a:spLocks noGrp="1"/>
          </p:cNvSpPr>
          <p:nvPr>
            <p:ph type="dt" sz="half" idx="10"/>
          </p:nvPr>
        </p:nvSpPr>
        <p:spPr/>
        <p:txBody>
          <a:bodyPr rtlCol="0"/>
          <a:lstStyle/>
          <a:p>
            <a:pPr rtl="0"/>
            <a:fld id="{E97DFD9F-CC83-429C-AFCE-E9EF6DB36A20}" type="datetime1">
              <a:rPr lang="sv-SE" noProof="0" smtClean="0"/>
              <a:t>2026-04-22</a:t>
            </a:fld>
            <a:endParaRPr lang="sv-SE" noProof="0"/>
          </a:p>
        </p:txBody>
      </p:sp>
      <p:sp>
        <p:nvSpPr>
          <p:cNvPr id="6" name="Platshållare för sidfot 5"/>
          <p:cNvSpPr>
            <a:spLocks noGrp="1"/>
          </p:cNvSpPr>
          <p:nvPr>
            <p:ph type="ftr" sz="quarter" idx="11"/>
          </p:nvPr>
        </p:nvSpPr>
        <p:spPr/>
        <p:txBody>
          <a:bodyPr rtlCol="0"/>
          <a:lstStyle/>
          <a:p>
            <a:pPr rtl="0"/>
            <a:endParaRPr lang="sv-SE" noProof="0"/>
          </a:p>
        </p:txBody>
      </p:sp>
      <p:sp>
        <p:nvSpPr>
          <p:cNvPr id="7" name="Platshållare för bildnummer 6"/>
          <p:cNvSpPr>
            <a:spLocks noGrp="1"/>
          </p:cNvSpPr>
          <p:nvPr>
            <p:ph type="sldNum" sz="quarter" idx="12"/>
          </p:nvPr>
        </p:nvSpPr>
        <p:spPr/>
        <p:txBody>
          <a:bodyPr rtlCol="0"/>
          <a:lstStyle/>
          <a:p>
            <a:pPr rtl="0"/>
            <a:fld id="{69E57DC2-970A-4B3E-BB1C-7A09969E49DF}" type="slidenum">
              <a:rPr lang="sv-SE" noProof="0" smtClean="0"/>
              <a:pPr rtl="0"/>
              <a:t>‹#›</a:t>
            </a:fld>
            <a:endParaRPr lang="sv-SE" noProof="0"/>
          </a:p>
        </p:txBody>
      </p:sp>
    </p:spTree>
    <p:extLst>
      <p:ext uri="{BB962C8B-B14F-4D97-AF65-F5344CB8AC3E}">
        <p14:creationId xmlns:p14="http://schemas.microsoft.com/office/powerpoint/2010/main" val="11409764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ed bildtext">
    <p:spTree>
      <p:nvGrpSpPr>
        <p:cNvPr id="1" name=""/>
        <p:cNvGrpSpPr/>
        <p:nvPr/>
      </p:nvGrpSpPr>
      <p:grpSpPr>
        <a:xfrm>
          <a:off x="0" y="0"/>
          <a:ext cx="0" cy="0"/>
          <a:chOff x="0" y="0"/>
          <a:chExt cx="0" cy="0"/>
        </a:xfrm>
      </p:grpSpPr>
      <p:pic>
        <p:nvPicPr>
          <p:cNvPr id="8" name="Bild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Rubrik 1"/>
          <p:cNvSpPr>
            <a:spLocks noGrp="1"/>
          </p:cNvSpPr>
          <p:nvPr>
            <p:ph type="title" hasCustomPrompt="1"/>
          </p:nvPr>
        </p:nvSpPr>
        <p:spPr>
          <a:xfrm>
            <a:off x="685800" y="1600200"/>
            <a:ext cx="6164653" cy="1371600"/>
          </a:xfrm>
        </p:spPr>
        <p:txBody>
          <a:bodyPr rtlCol="0" anchor="b">
            <a:normAutofit/>
          </a:bodyPr>
          <a:lstStyle>
            <a:lvl1pPr algn="l">
              <a:defRPr sz="2800" b="0"/>
            </a:lvl1pPr>
          </a:lstStyle>
          <a:p>
            <a:pPr rtl="0"/>
            <a:r>
              <a:rPr lang="sv-SE" noProof="0"/>
              <a:t>Klicka här för att ändra format</a:t>
            </a:r>
          </a:p>
        </p:txBody>
      </p:sp>
      <p:sp>
        <p:nvSpPr>
          <p:cNvPr id="14" name="Platshållare för bild 2"/>
          <p:cNvSpPr>
            <a:spLocks noGrp="1" noChangeAspect="1"/>
          </p:cNvSpPr>
          <p:nvPr>
            <p:ph type="pic" idx="1" hasCustomPrompt="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rtlCol="0"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rtl="0"/>
            <a:r>
              <a:rPr lang="sv-SE" noProof="0"/>
              <a:t>Klicka på ikonen för att lägga till bild</a:t>
            </a:r>
          </a:p>
        </p:txBody>
      </p:sp>
      <p:sp>
        <p:nvSpPr>
          <p:cNvPr id="4" name="Platshållare för text 3"/>
          <p:cNvSpPr>
            <a:spLocks noGrp="1"/>
          </p:cNvSpPr>
          <p:nvPr>
            <p:ph type="body" sz="half" idx="2" hasCustomPrompt="1"/>
          </p:nvPr>
        </p:nvSpPr>
        <p:spPr>
          <a:xfrm>
            <a:off x="685800" y="2971800"/>
            <a:ext cx="6164653" cy="1828800"/>
          </a:xfrm>
        </p:spPr>
        <p:txBody>
          <a:bodyPr rtlCol="0"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sv-SE" noProof="0"/>
              <a:t>Redigera format för bakgrundstext</a:t>
            </a:r>
          </a:p>
        </p:txBody>
      </p:sp>
      <p:sp>
        <p:nvSpPr>
          <p:cNvPr id="5" name="Platshållare för datum 4"/>
          <p:cNvSpPr>
            <a:spLocks noGrp="1"/>
          </p:cNvSpPr>
          <p:nvPr>
            <p:ph type="dt" sz="half" idx="10"/>
          </p:nvPr>
        </p:nvSpPr>
        <p:spPr/>
        <p:txBody>
          <a:bodyPr rtlCol="0"/>
          <a:lstStyle/>
          <a:p>
            <a:pPr rtl="0"/>
            <a:fld id="{91456BC3-3945-4E7F-A497-5D8D72D7D57E}" type="datetime1">
              <a:rPr lang="sv-SE" noProof="0" smtClean="0"/>
              <a:t>2026-04-22</a:t>
            </a:fld>
            <a:endParaRPr lang="sv-SE" noProof="0"/>
          </a:p>
        </p:txBody>
      </p:sp>
      <p:sp>
        <p:nvSpPr>
          <p:cNvPr id="6" name="Platshållare för sidfot 5"/>
          <p:cNvSpPr>
            <a:spLocks noGrp="1"/>
          </p:cNvSpPr>
          <p:nvPr>
            <p:ph type="ftr" sz="quarter" idx="11"/>
          </p:nvPr>
        </p:nvSpPr>
        <p:spPr/>
        <p:txBody>
          <a:bodyPr rtlCol="0"/>
          <a:lstStyle/>
          <a:p>
            <a:pPr rtl="0"/>
            <a:endParaRPr lang="sv-SE" noProof="0"/>
          </a:p>
        </p:txBody>
      </p:sp>
      <p:sp>
        <p:nvSpPr>
          <p:cNvPr id="7" name="Platshållare för bildnummer 6"/>
          <p:cNvSpPr>
            <a:spLocks noGrp="1"/>
          </p:cNvSpPr>
          <p:nvPr>
            <p:ph type="sldNum" sz="quarter" idx="12"/>
          </p:nvPr>
        </p:nvSpPr>
        <p:spPr/>
        <p:txBody>
          <a:bodyPr rtlCol="0"/>
          <a:lstStyle/>
          <a:p>
            <a:pPr rtl="0"/>
            <a:fld id="{69E57DC2-970A-4B3E-BB1C-7A09969E49DF}" type="slidenum">
              <a:rPr lang="sv-SE" noProof="0" smtClean="0"/>
              <a:pPr rtl="0"/>
              <a:t>‹#›</a:t>
            </a:fld>
            <a:endParaRPr lang="sv-SE" noProof="0"/>
          </a:p>
        </p:txBody>
      </p:sp>
    </p:spTree>
    <p:extLst>
      <p:ext uri="{BB962C8B-B14F-4D97-AF65-F5344CB8AC3E}">
        <p14:creationId xmlns:p14="http://schemas.microsoft.com/office/powerpoint/2010/main" val="21790806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abild med bildtext">
    <p:spTree>
      <p:nvGrpSpPr>
        <p:cNvPr id="1" name=""/>
        <p:cNvGrpSpPr/>
        <p:nvPr/>
      </p:nvGrpSpPr>
      <p:grpSpPr>
        <a:xfrm>
          <a:off x="0" y="0"/>
          <a:ext cx="0" cy="0"/>
          <a:chOff x="0" y="0"/>
          <a:chExt cx="0" cy="0"/>
        </a:xfrm>
      </p:grpSpPr>
      <p:pic>
        <p:nvPicPr>
          <p:cNvPr id="8" name="Bild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Rubrik 1"/>
          <p:cNvSpPr>
            <a:spLocks noGrp="1"/>
          </p:cNvSpPr>
          <p:nvPr>
            <p:ph type="title" hasCustomPrompt="1"/>
          </p:nvPr>
        </p:nvSpPr>
        <p:spPr>
          <a:xfrm>
            <a:off x="685800" y="4732865"/>
            <a:ext cx="10131427" cy="566738"/>
          </a:xfrm>
        </p:spPr>
        <p:txBody>
          <a:bodyPr rtlCol="0" anchor="b">
            <a:normAutofit/>
          </a:bodyPr>
          <a:lstStyle>
            <a:lvl1pPr algn="l">
              <a:defRPr sz="2400" b="0"/>
            </a:lvl1pPr>
          </a:lstStyle>
          <a:p>
            <a:pPr rtl="0"/>
            <a:r>
              <a:rPr lang="sv-SE" noProof="0"/>
              <a:t>Klicka här för att ändra format</a:t>
            </a:r>
          </a:p>
        </p:txBody>
      </p:sp>
      <p:sp>
        <p:nvSpPr>
          <p:cNvPr id="3" name="Platshållare för bild 2"/>
          <p:cNvSpPr>
            <a:spLocks noGrp="1" noChangeAspect="1"/>
          </p:cNvSpPr>
          <p:nvPr>
            <p:ph type="pic" idx="1" hasCustomPrompt="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rtlCol="0"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rtl="0"/>
            <a:r>
              <a:rPr lang="sv-SE" noProof="0"/>
              <a:t>Klicka på ikonen för att lägga till bild</a:t>
            </a:r>
          </a:p>
        </p:txBody>
      </p:sp>
      <p:sp>
        <p:nvSpPr>
          <p:cNvPr id="4" name="Platshållare för text 3"/>
          <p:cNvSpPr>
            <a:spLocks noGrp="1"/>
          </p:cNvSpPr>
          <p:nvPr>
            <p:ph type="body" sz="half" idx="2" hasCustomPrompt="1"/>
          </p:nvPr>
        </p:nvSpPr>
        <p:spPr>
          <a:xfrm>
            <a:off x="685800" y="5299603"/>
            <a:ext cx="10131427" cy="493712"/>
          </a:xfrm>
        </p:spPr>
        <p:txBody>
          <a:bodyPr rtlCol="0"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sv-SE" noProof="0"/>
              <a:t>Redigera format för bakgrundstext</a:t>
            </a:r>
          </a:p>
        </p:txBody>
      </p:sp>
      <p:sp>
        <p:nvSpPr>
          <p:cNvPr id="5" name="Platshållare för datum 4"/>
          <p:cNvSpPr>
            <a:spLocks noGrp="1"/>
          </p:cNvSpPr>
          <p:nvPr>
            <p:ph type="dt" sz="half" idx="10"/>
          </p:nvPr>
        </p:nvSpPr>
        <p:spPr/>
        <p:txBody>
          <a:bodyPr rtlCol="0"/>
          <a:lstStyle/>
          <a:p>
            <a:pPr rtl="0"/>
            <a:fld id="{387C4F2A-F9C6-4EB3-9F10-BBA128E56BC4}" type="datetime1">
              <a:rPr lang="sv-SE" noProof="0" smtClean="0"/>
              <a:t>2026-04-22</a:t>
            </a:fld>
            <a:endParaRPr lang="sv-SE" noProof="0"/>
          </a:p>
        </p:txBody>
      </p:sp>
      <p:sp>
        <p:nvSpPr>
          <p:cNvPr id="6" name="Platshållare för sidfot 5"/>
          <p:cNvSpPr>
            <a:spLocks noGrp="1"/>
          </p:cNvSpPr>
          <p:nvPr>
            <p:ph type="ftr" sz="quarter" idx="11"/>
          </p:nvPr>
        </p:nvSpPr>
        <p:spPr/>
        <p:txBody>
          <a:bodyPr rtlCol="0"/>
          <a:lstStyle/>
          <a:p>
            <a:pPr rtl="0"/>
            <a:endParaRPr lang="sv-SE" noProof="0"/>
          </a:p>
        </p:txBody>
      </p:sp>
      <p:sp>
        <p:nvSpPr>
          <p:cNvPr id="7" name="Platshållare för bildnummer 6"/>
          <p:cNvSpPr>
            <a:spLocks noGrp="1"/>
          </p:cNvSpPr>
          <p:nvPr>
            <p:ph type="sldNum" sz="quarter" idx="12"/>
          </p:nvPr>
        </p:nvSpPr>
        <p:spPr/>
        <p:txBody>
          <a:bodyPr rtlCol="0"/>
          <a:lstStyle/>
          <a:p>
            <a:pPr rtl="0"/>
            <a:fld id="{69E57DC2-970A-4B3E-BB1C-7A09969E49DF}" type="slidenum">
              <a:rPr lang="sv-SE" noProof="0" smtClean="0"/>
              <a:pPr rtl="0"/>
              <a:t>‹#›</a:t>
            </a:fld>
            <a:endParaRPr lang="sv-SE" noProof="0"/>
          </a:p>
        </p:txBody>
      </p:sp>
    </p:spTree>
    <p:extLst>
      <p:ext uri="{BB962C8B-B14F-4D97-AF65-F5344CB8AC3E}">
        <p14:creationId xmlns:p14="http://schemas.microsoft.com/office/powerpoint/2010/main" val="33863127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el och bildtext">
    <p:spTree>
      <p:nvGrpSpPr>
        <p:cNvPr id="1" name=""/>
        <p:cNvGrpSpPr/>
        <p:nvPr/>
      </p:nvGrpSpPr>
      <p:grpSpPr>
        <a:xfrm>
          <a:off x="0" y="0"/>
          <a:ext cx="0" cy="0"/>
          <a:chOff x="0" y="0"/>
          <a:chExt cx="0" cy="0"/>
        </a:xfrm>
      </p:grpSpPr>
      <p:pic>
        <p:nvPicPr>
          <p:cNvPr id="7" name="Bild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Rubrik 1"/>
          <p:cNvSpPr>
            <a:spLocks noGrp="1"/>
          </p:cNvSpPr>
          <p:nvPr>
            <p:ph type="title" hasCustomPrompt="1"/>
          </p:nvPr>
        </p:nvSpPr>
        <p:spPr>
          <a:xfrm>
            <a:off x="685801" y="609601"/>
            <a:ext cx="10131427" cy="3124199"/>
          </a:xfrm>
        </p:spPr>
        <p:txBody>
          <a:bodyPr rtlCol="0" anchor="ctr">
            <a:normAutofit/>
          </a:bodyPr>
          <a:lstStyle>
            <a:lvl1pPr algn="l">
              <a:defRPr sz="3200" b="0" cap="none"/>
            </a:lvl1pPr>
          </a:lstStyle>
          <a:p>
            <a:pPr rtl="0"/>
            <a:r>
              <a:rPr lang="sv-SE" noProof="0"/>
              <a:t>Klicka här för att ändra format</a:t>
            </a:r>
          </a:p>
        </p:txBody>
      </p:sp>
      <p:sp>
        <p:nvSpPr>
          <p:cNvPr id="3" name="Platshållare för text 2"/>
          <p:cNvSpPr>
            <a:spLocks noGrp="1"/>
          </p:cNvSpPr>
          <p:nvPr>
            <p:ph type="body" idx="1" hasCustomPrompt="1"/>
          </p:nvPr>
        </p:nvSpPr>
        <p:spPr>
          <a:xfrm>
            <a:off x="685800" y="4343400"/>
            <a:ext cx="10131428" cy="1447800"/>
          </a:xfrm>
        </p:spPr>
        <p:txBody>
          <a:bodyPr rtlCol="0"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rtl="0"/>
            <a:r>
              <a:rPr lang="sv-SE" noProof="0"/>
              <a:t>Redigera format för bakgrundstext</a:t>
            </a:r>
          </a:p>
        </p:txBody>
      </p:sp>
      <p:sp>
        <p:nvSpPr>
          <p:cNvPr id="4" name="Platshållare för datum 3"/>
          <p:cNvSpPr>
            <a:spLocks noGrp="1"/>
          </p:cNvSpPr>
          <p:nvPr>
            <p:ph type="dt" sz="half" idx="10"/>
          </p:nvPr>
        </p:nvSpPr>
        <p:spPr/>
        <p:txBody>
          <a:bodyPr rtlCol="0"/>
          <a:lstStyle/>
          <a:p>
            <a:pPr rtl="0"/>
            <a:fld id="{CFE5FE89-5E4C-40E2-B8D4-5BC1A760F578}" type="datetime1">
              <a:rPr lang="sv-SE" noProof="0" smtClean="0"/>
              <a:t>2026-04-22</a:t>
            </a:fld>
            <a:endParaRPr lang="sv-SE" noProof="0"/>
          </a:p>
        </p:txBody>
      </p:sp>
      <p:sp>
        <p:nvSpPr>
          <p:cNvPr id="5" name="Platshållare för sidfot 4"/>
          <p:cNvSpPr>
            <a:spLocks noGrp="1"/>
          </p:cNvSpPr>
          <p:nvPr>
            <p:ph type="ftr" sz="quarter" idx="11"/>
          </p:nvPr>
        </p:nvSpPr>
        <p:spPr/>
        <p:txBody>
          <a:bodyPr rtlCol="0"/>
          <a:lstStyle/>
          <a:p>
            <a:pPr rtl="0"/>
            <a:endParaRPr lang="sv-SE" noProof="0"/>
          </a:p>
        </p:txBody>
      </p:sp>
      <p:sp>
        <p:nvSpPr>
          <p:cNvPr id="6" name="Platshållare för bildnummer 5"/>
          <p:cNvSpPr>
            <a:spLocks noGrp="1"/>
          </p:cNvSpPr>
          <p:nvPr>
            <p:ph type="sldNum" sz="quarter" idx="12"/>
          </p:nvPr>
        </p:nvSpPr>
        <p:spPr/>
        <p:txBody>
          <a:bodyPr rtlCol="0"/>
          <a:lstStyle/>
          <a:p>
            <a:pPr rtl="0"/>
            <a:fld id="{69E57DC2-970A-4B3E-BB1C-7A09969E49DF}" type="slidenum">
              <a:rPr lang="sv-SE" noProof="0" smtClean="0"/>
              <a:pPr rtl="0"/>
              <a:t>‹#›</a:t>
            </a:fld>
            <a:endParaRPr lang="sv-SE" noProof="0"/>
          </a:p>
        </p:txBody>
      </p:sp>
    </p:spTree>
    <p:extLst>
      <p:ext uri="{BB962C8B-B14F-4D97-AF65-F5344CB8AC3E}">
        <p14:creationId xmlns:p14="http://schemas.microsoft.com/office/powerpoint/2010/main" val="34980088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t med bildtext">
    <p:spTree>
      <p:nvGrpSpPr>
        <p:cNvPr id="1" name=""/>
        <p:cNvGrpSpPr/>
        <p:nvPr/>
      </p:nvGrpSpPr>
      <p:grpSpPr>
        <a:xfrm>
          <a:off x="0" y="0"/>
          <a:ext cx="0" cy="0"/>
          <a:chOff x="0" y="0"/>
          <a:chExt cx="0" cy="0"/>
        </a:xfrm>
      </p:grpSpPr>
      <p:pic>
        <p:nvPicPr>
          <p:cNvPr id="11" name="Bild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ruta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rtl="0"/>
            <a:r>
              <a:rPr lang="sv-SE" sz="8000" noProof="0">
                <a:solidFill>
                  <a:schemeClr val="tx1"/>
                </a:solidFill>
                <a:effectLst/>
              </a:rPr>
              <a:t>”</a:t>
            </a:r>
          </a:p>
        </p:txBody>
      </p:sp>
      <p:sp>
        <p:nvSpPr>
          <p:cNvPr id="14" name="Textruta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rtl="0"/>
            <a:r>
              <a:rPr lang="sv-SE" sz="8000" noProof="0">
                <a:solidFill>
                  <a:schemeClr val="tx1"/>
                </a:solidFill>
                <a:effectLst/>
              </a:rPr>
              <a:t>”</a:t>
            </a:r>
          </a:p>
        </p:txBody>
      </p:sp>
      <p:sp>
        <p:nvSpPr>
          <p:cNvPr id="16" name="Rubrik 1"/>
          <p:cNvSpPr>
            <a:spLocks noGrp="1"/>
          </p:cNvSpPr>
          <p:nvPr>
            <p:ph type="title" hasCustomPrompt="1"/>
          </p:nvPr>
        </p:nvSpPr>
        <p:spPr>
          <a:xfrm>
            <a:off x="992267" y="609601"/>
            <a:ext cx="9550399" cy="2743199"/>
          </a:xfrm>
        </p:spPr>
        <p:txBody>
          <a:bodyPr rtlCol="0" anchor="ctr">
            <a:normAutofit/>
          </a:bodyPr>
          <a:lstStyle>
            <a:lvl1pPr algn="l">
              <a:defRPr sz="3200" b="0" cap="none">
                <a:solidFill>
                  <a:schemeClr val="tx1"/>
                </a:solidFill>
              </a:defRPr>
            </a:lvl1pPr>
          </a:lstStyle>
          <a:p>
            <a:pPr rtl="0"/>
            <a:r>
              <a:rPr lang="sv-SE" noProof="0"/>
              <a:t>Klicka här för att ändra format</a:t>
            </a:r>
          </a:p>
        </p:txBody>
      </p:sp>
      <p:sp>
        <p:nvSpPr>
          <p:cNvPr id="10" name="Platshållare för text 9"/>
          <p:cNvSpPr>
            <a:spLocks noGrp="1"/>
          </p:cNvSpPr>
          <p:nvPr>
            <p:ph type="body" sz="quarter" idx="13" hasCustomPrompt="1"/>
          </p:nvPr>
        </p:nvSpPr>
        <p:spPr>
          <a:xfrm>
            <a:off x="1097875" y="3352800"/>
            <a:ext cx="9339184" cy="381000"/>
          </a:xfrm>
        </p:spPr>
        <p:txBody>
          <a:bodyPr rtlCol="0"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rtl="0"/>
            <a:r>
              <a:rPr lang="sv-SE" noProof="0"/>
              <a:t>Redigera format för bakgrundstext</a:t>
            </a:r>
          </a:p>
        </p:txBody>
      </p:sp>
      <p:sp>
        <p:nvSpPr>
          <p:cNvPr id="3" name="Platshållare för text 2"/>
          <p:cNvSpPr>
            <a:spLocks noGrp="1"/>
          </p:cNvSpPr>
          <p:nvPr>
            <p:ph type="body" idx="1" hasCustomPrompt="1"/>
          </p:nvPr>
        </p:nvSpPr>
        <p:spPr>
          <a:xfrm>
            <a:off x="687465" y="4343400"/>
            <a:ext cx="10152367" cy="1447800"/>
          </a:xfrm>
        </p:spPr>
        <p:txBody>
          <a:bodyPr rtlCol="0"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rtl="0"/>
            <a:r>
              <a:rPr lang="sv-SE" noProof="0"/>
              <a:t>Redigera format för bakgrundstext</a:t>
            </a:r>
          </a:p>
        </p:txBody>
      </p:sp>
      <p:sp>
        <p:nvSpPr>
          <p:cNvPr id="4" name="Platshållare för datum 3"/>
          <p:cNvSpPr>
            <a:spLocks noGrp="1"/>
          </p:cNvSpPr>
          <p:nvPr>
            <p:ph type="dt" sz="half" idx="10"/>
          </p:nvPr>
        </p:nvSpPr>
        <p:spPr/>
        <p:txBody>
          <a:bodyPr rtlCol="0"/>
          <a:lstStyle/>
          <a:p>
            <a:pPr rtl="0"/>
            <a:fld id="{9AE3B24B-56F7-4075-B2D0-F9E280249A3A}" type="datetime1">
              <a:rPr lang="sv-SE" noProof="0" smtClean="0"/>
              <a:t>2026-04-22</a:t>
            </a:fld>
            <a:endParaRPr lang="sv-SE" noProof="0"/>
          </a:p>
        </p:txBody>
      </p:sp>
      <p:sp>
        <p:nvSpPr>
          <p:cNvPr id="5" name="Platshållare för sidfot 4"/>
          <p:cNvSpPr>
            <a:spLocks noGrp="1"/>
          </p:cNvSpPr>
          <p:nvPr>
            <p:ph type="ftr" sz="quarter" idx="11"/>
          </p:nvPr>
        </p:nvSpPr>
        <p:spPr/>
        <p:txBody>
          <a:bodyPr rtlCol="0"/>
          <a:lstStyle/>
          <a:p>
            <a:pPr rtl="0"/>
            <a:endParaRPr lang="sv-SE" noProof="0"/>
          </a:p>
        </p:txBody>
      </p:sp>
      <p:sp>
        <p:nvSpPr>
          <p:cNvPr id="6" name="Platshållare för bildnummer 5"/>
          <p:cNvSpPr>
            <a:spLocks noGrp="1"/>
          </p:cNvSpPr>
          <p:nvPr>
            <p:ph type="sldNum" sz="quarter" idx="12"/>
          </p:nvPr>
        </p:nvSpPr>
        <p:spPr/>
        <p:txBody>
          <a:bodyPr rtlCol="0"/>
          <a:lstStyle/>
          <a:p>
            <a:pPr rtl="0"/>
            <a:fld id="{69E57DC2-970A-4B3E-BB1C-7A09969E49DF}" type="slidenum">
              <a:rPr lang="sv-SE" noProof="0" smtClean="0"/>
              <a:pPr rtl="0"/>
              <a:t>‹#›</a:t>
            </a:fld>
            <a:endParaRPr lang="sv-SE" noProof="0"/>
          </a:p>
        </p:txBody>
      </p:sp>
    </p:spTree>
    <p:extLst>
      <p:ext uri="{BB962C8B-B14F-4D97-AF65-F5344CB8AC3E}">
        <p14:creationId xmlns:p14="http://schemas.microsoft.com/office/powerpoint/2010/main" val="32050537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nkort">
    <p:spTree>
      <p:nvGrpSpPr>
        <p:cNvPr id="1" name=""/>
        <p:cNvGrpSpPr/>
        <p:nvPr/>
      </p:nvGrpSpPr>
      <p:grpSpPr>
        <a:xfrm>
          <a:off x="0" y="0"/>
          <a:ext cx="0" cy="0"/>
          <a:chOff x="0" y="0"/>
          <a:chExt cx="0" cy="0"/>
        </a:xfrm>
      </p:grpSpPr>
      <p:pic>
        <p:nvPicPr>
          <p:cNvPr id="7" name="Bild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Rubrik 1"/>
          <p:cNvSpPr>
            <a:spLocks noGrp="1"/>
          </p:cNvSpPr>
          <p:nvPr>
            <p:ph type="title" hasCustomPrompt="1"/>
          </p:nvPr>
        </p:nvSpPr>
        <p:spPr>
          <a:xfrm>
            <a:off x="685802" y="3308581"/>
            <a:ext cx="10131425" cy="1468800"/>
          </a:xfrm>
        </p:spPr>
        <p:txBody>
          <a:bodyPr rtlCol="0" anchor="b">
            <a:normAutofit/>
          </a:bodyPr>
          <a:lstStyle>
            <a:lvl1pPr algn="l">
              <a:defRPr sz="3200" b="0" cap="none"/>
            </a:lvl1pPr>
          </a:lstStyle>
          <a:p>
            <a:pPr rtl="0"/>
            <a:r>
              <a:rPr lang="sv-SE" noProof="0"/>
              <a:t>Klicka här för att ändra format</a:t>
            </a:r>
          </a:p>
        </p:txBody>
      </p:sp>
      <p:sp>
        <p:nvSpPr>
          <p:cNvPr id="3" name="Platshållare för text 2"/>
          <p:cNvSpPr>
            <a:spLocks noGrp="1"/>
          </p:cNvSpPr>
          <p:nvPr>
            <p:ph type="body" idx="1" hasCustomPrompt="1"/>
          </p:nvPr>
        </p:nvSpPr>
        <p:spPr>
          <a:xfrm>
            <a:off x="685801" y="4777381"/>
            <a:ext cx="10131426" cy="860400"/>
          </a:xfrm>
        </p:spPr>
        <p:txBody>
          <a:bodyPr rtlCol="0"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rtl="0"/>
            <a:r>
              <a:rPr lang="sv-SE" noProof="0"/>
              <a:t>Redigera format för bakgrundstext</a:t>
            </a:r>
          </a:p>
        </p:txBody>
      </p:sp>
      <p:sp>
        <p:nvSpPr>
          <p:cNvPr id="4" name="Platshållare för datum 3"/>
          <p:cNvSpPr>
            <a:spLocks noGrp="1"/>
          </p:cNvSpPr>
          <p:nvPr>
            <p:ph type="dt" sz="half" idx="10"/>
          </p:nvPr>
        </p:nvSpPr>
        <p:spPr/>
        <p:txBody>
          <a:bodyPr rtlCol="0"/>
          <a:lstStyle/>
          <a:p>
            <a:pPr rtl="0"/>
            <a:fld id="{7652968B-0FA8-4EB4-990A-598AAB3FB930}" type="datetime1">
              <a:rPr lang="sv-SE" noProof="0" smtClean="0"/>
              <a:t>2026-04-22</a:t>
            </a:fld>
            <a:endParaRPr lang="sv-SE" noProof="0"/>
          </a:p>
        </p:txBody>
      </p:sp>
      <p:sp>
        <p:nvSpPr>
          <p:cNvPr id="5" name="Platshållare för sidfot 4"/>
          <p:cNvSpPr>
            <a:spLocks noGrp="1"/>
          </p:cNvSpPr>
          <p:nvPr>
            <p:ph type="ftr" sz="quarter" idx="11"/>
          </p:nvPr>
        </p:nvSpPr>
        <p:spPr/>
        <p:txBody>
          <a:bodyPr rtlCol="0"/>
          <a:lstStyle/>
          <a:p>
            <a:pPr rtl="0"/>
            <a:endParaRPr lang="sv-SE" noProof="0"/>
          </a:p>
        </p:txBody>
      </p:sp>
      <p:sp>
        <p:nvSpPr>
          <p:cNvPr id="6" name="Platshållare för bildnummer 5"/>
          <p:cNvSpPr>
            <a:spLocks noGrp="1"/>
          </p:cNvSpPr>
          <p:nvPr>
            <p:ph type="sldNum" sz="quarter" idx="12"/>
          </p:nvPr>
        </p:nvSpPr>
        <p:spPr/>
        <p:txBody>
          <a:bodyPr rtlCol="0"/>
          <a:lstStyle/>
          <a:p>
            <a:pPr rtl="0"/>
            <a:fld id="{69E57DC2-970A-4B3E-BB1C-7A09969E49DF}" type="slidenum">
              <a:rPr lang="sv-SE" noProof="0" smtClean="0"/>
              <a:pPr rtl="0"/>
              <a:t>‹#›</a:t>
            </a:fld>
            <a:endParaRPr lang="sv-SE" noProof="0"/>
          </a:p>
        </p:txBody>
      </p:sp>
    </p:spTree>
    <p:extLst>
      <p:ext uri="{BB962C8B-B14F-4D97-AF65-F5344CB8AC3E}">
        <p14:creationId xmlns:p14="http://schemas.microsoft.com/office/powerpoint/2010/main" val="217856939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itat namnkort">
    <p:spTree>
      <p:nvGrpSpPr>
        <p:cNvPr id="1" name=""/>
        <p:cNvGrpSpPr/>
        <p:nvPr/>
      </p:nvGrpSpPr>
      <p:grpSpPr>
        <a:xfrm>
          <a:off x="0" y="0"/>
          <a:ext cx="0" cy="0"/>
          <a:chOff x="0" y="0"/>
          <a:chExt cx="0" cy="0"/>
        </a:xfrm>
      </p:grpSpPr>
      <p:pic>
        <p:nvPicPr>
          <p:cNvPr id="11" name="Bild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ruta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rtl="0"/>
            <a:r>
              <a:rPr lang="sv-SE" sz="8000" noProof="0">
                <a:solidFill>
                  <a:schemeClr val="tx1"/>
                </a:solidFill>
                <a:effectLst/>
              </a:rPr>
              <a:t>”</a:t>
            </a:r>
          </a:p>
        </p:txBody>
      </p:sp>
      <p:sp>
        <p:nvSpPr>
          <p:cNvPr id="14" name="Textruta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rtl="0"/>
            <a:r>
              <a:rPr lang="sv-SE" sz="8000" noProof="0">
                <a:solidFill>
                  <a:schemeClr val="tx1"/>
                </a:solidFill>
                <a:effectLst/>
              </a:rPr>
              <a:t>”</a:t>
            </a:r>
          </a:p>
        </p:txBody>
      </p:sp>
      <p:sp>
        <p:nvSpPr>
          <p:cNvPr id="16" name="Rubrik 1"/>
          <p:cNvSpPr>
            <a:spLocks noGrp="1"/>
          </p:cNvSpPr>
          <p:nvPr>
            <p:ph type="title" hasCustomPrompt="1"/>
          </p:nvPr>
        </p:nvSpPr>
        <p:spPr>
          <a:xfrm>
            <a:off x="992267" y="609601"/>
            <a:ext cx="9550399" cy="2743199"/>
          </a:xfrm>
        </p:spPr>
        <p:txBody>
          <a:bodyPr rtlCol="0" anchor="ctr">
            <a:normAutofit/>
          </a:bodyPr>
          <a:lstStyle>
            <a:lvl1pPr algn="l">
              <a:defRPr sz="3200" b="0" cap="none">
                <a:solidFill>
                  <a:schemeClr val="tx1"/>
                </a:solidFill>
              </a:defRPr>
            </a:lvl1pPr>
          </a:lstStyle>
          <a:p>
            <a:pPr rtl="0"/>
            <a:r>
              <a:rPr lang="sv-SE" noProof="0"/>
              <a:t>Klicka här för att ändra format</a:t>
            </a:r>
          </a:p>
        </p:txBody>
      </p:sp>
      <p:sp>
        <p:nvSpPr>
          <p:cNvPr id="10" name="Platshållare för text 9"/>
          <p:cNvSpPr>
            <a:spLocks noGrp="1"/>
          </p:cNvSpPr>
          <p:nvPr>
            <p:ph type="body" sz="quarter" idx="13" hasCustomPrompt="1"/>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rtl="0">
              <a:spcBef>
                <a:spcPct val="0"/>
              </a:spcBef>
              <a:buNone/>
            </a:pPr>
            <a:r>
              <a:rPr lang="sv-SE" noProof="0"/>
              <a:t>Redigera format för bakgrundstext</a:t>
            </a:r>
          </a:p>
        </p:txBody>
      </p:sp>
      <p:sp>
        <p:nvSpPr>
          <p:cNvPr id="3" name="Platshållare för text 2"/>
          <p:cNvSpPr>
            <a:spLocks noGrp="1"/>
          </p:cNvSpPr>
          <p:nvPr>
            <p:ph type="body" idx="1" hasCustomPrompt="1"/>
          </p:nvPr>
        </p:nvSpPr>
        <p:spPr>
          <a:xfrm>
            <a:off x="685799" y="4775200"/>
            <a:ext cx="10135436" cy="1016000"/>
          </a:xfrm>
        </p:spPr>
        <p:txBody>
          <a:bodyPr rtlCol="0"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rtl="0"/>
            <a:r>
              <a:rPr lang="sv-SE" noProof="0"/>
              <a:t>Redigera format för bakgrundstext</a:t>
            </a:r>
          </a:p>
        </p:txBody>
      </p:sp>
      <p:sp>
        <p:nvSpPr>
          <p:cNvPr id="4" name="Platshållare för datum 3"/>
          <p:cNvSpPr>
            <a:spLocks noGrp="1"/>
          </p:cNvSpPr>
          <p:nvPr>
            <p:ph type="dt" sz="half" idx="10"/>
          </p:nvPr>
        </p:nvSpPr>
        <p:spPr/>
        <p:txBody>
          <a:bodyPr rtlCol="0"/>
          <a:lstStyle/>
          <a:p>
            <a:pPr rtl="0"/>
            <a:fld id="{3465684B-BEC8-42E1-BB00-FC0D41C81B9C}" type="datetime1">
              <a:rPr lang="sv-SE" noProof="0" smtClean="0"/>
              <a:t>2026-04-22</a:t>
            </a:fld>
            <a:endParaRPr lang="sv-SE" noProof="0"/>
          </a:p>
        </p:txBody>
      </p:sp>
      <p:sp>
        <p:nvSpPr>
          <p:cNvPr id="5" name="Platshållare för sidfot 4"/>
          <p:cNvSpPr>
            <a:spLocks noGrp="1"/>
          </p:cNvSpPr>
          <p:nvPr>
            <p:ph type="ftr" sz="quarter" idx="11"/>
          </p:nvPr>
        </p:nvSpPr>
        <p:spPr/>
        <p:txBody>
          <a:bodyPr rtlCol="0"/>
          <a:lstStyle/>
          <a:p>
            <a:pPr rtl="0"/>
            <a:endParaRPr lang="sv-SE" noProof="0"/>
          </a:p>
        </p:txBody>
      </p:sp>
      <p:sp>
        <p:nvSpPr>
          <p:cNvPr id="6" name="Platshållare för bildnummer 5"/>
          <p:cNvSpPr>
            <a:spLocks noGrp="1"/>
          </p:cNvSpPr>
          <p:nvPr>
            <p:ph type="sldNum" sz="quarter" idx="12"/>
          </p:nvPr>
        </p:nvSpPr>
        <p:spPr/>
        <p:txBody>
          <a:bodyPr rtlCol="0"/>
          <a:lstStyle/>
          <a:p>
            <a:pPr rtl="0"/>
            <a:fld id="{69E57DC2-970A-4B3E-BB1C-7A09969E49DF}" type="slidenum">
              <a:rPr lang="sv-SE" noProof="0" smtClean="0"/>
              <a:pPr rtl="0"/>
              <a:t>‹#›</a:t>
            </a:fld>
            <a:endParaRPr lang="sv-SE" noProof="0"/>
          </a:p>
        </p:txBody>
      </p:sp>
    </p:spTree>
    <p:extLst>
      <p:ext uri="{BB962C8B-B14F-4D97-AF65-F5344CB8AC3E}">
        <p14:creationId xmlns:p14="http://schemas.microsoft.com/office/powerpoint/2010/main" val="304418761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ant eller falskt">
    <p:spTree>
      <p:nvGrpSpPr>
        <p:cNvPr id="1" name=""/>
        <p:cNvGrpSpPr/>
        <p:nvPr/>
      </p:nvGrpSpPr>
      <p:grpSpPr>
        <a:xfrm>
          <a:off x="0" y="0"/>
          <a:ext cx="0" cy="0"/>
          <a:chOff x="0" y="0"/>
          <a:chExt cx="0" cy="0"/>
        </a:xfrm>
      </p:grpSpPr>
      <p:pic>
        <p:nvPicPr>
          <p:cNvPr id="8" name="Bild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Rubrik 1"/>
          <p:cNvSpPr>
            <a:spLocks noGrp="1"/>
          </p:cNvSpPr>
          <p:nvPr>
            <p:ph type="title" hasCustomPrompt="1"/>
          </p:nvPr>
        </p:nvSpPr>
        <p:spPr>
          <a:xfrm>
            <a:off x="685801" y="609601"/>
            <a:ext cx="10131427" cy="2743199"/>
          </a:xfrm>
        </p:spPr>
        <p:txBody>
          <a:bodyPr vert="horz" lIns="91440" tIns="45720" rIns="91440" bIns="45720" rtlCol="0" anchor="ctr">
            <a:normAutofit/>
          </a:bodyPr>
          <a:lstStyle>
            <a:lvl1pPr>
              <a:defRPr lang="en-US" b="0" dirty="0"/>
            </a:lvl1pPr>
          </a:lstStyle>
          <a:p>
            <a:pPr marL="0" lvl="0" rtl="0"/>
            <a:r>
              <a:rPr lang="sv-SE" noProof="0"/>
              <a:t>Klicka här för att ändra format</a:t>
            </a:r>
          </a:p>
        </p:txBody>
      </p:sp>
      <p:sp>
        <p:nvSpPr>
          <p:cNvPr id="10" name="Platshållare för text 9"/>
          <p:cNvSpPr>
            <a:spLocks noGrp="1"/>
          </p:cNvSpPr>
          <p:nvPr>
            <p:ph type="body" sz="quarter" idx="13" hasCustomPrompt="1"/>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rtl="0">
              <a:spcBef>
                <a:spcPct val="0"/>
              </a:spcBef>
              <a:buNone/>
            </a:pPr>
            <a:r>
              <a:rPr lang="sv-SE" noProof="0"/>
              <a:t>Redigera format för bakgrundstext</a:t>
            </a:r>
          </a:p>
        </p:txBody>
      </p:sp>
      <p:sp>
        <p:nvSpPr>
          <p:cNvPr id="3" name="Platshållare för text 2"/>
          <p:cNvSpPr>
            <a:spLocks noGrp="1"/>
          </p:cNvSpPr>
          <p:nvPr>
            <p:ph type="body" idx="1" hasCustomPrompt="1"/>
          </p:nvPr>
        </p:nvSpPr>
        <p:spPr>
          <a:xfrm>
            <a:off x="685800" y="4343400"/>
            <a:ext cx="10131428" cy="1447800"/>
          </a:xfrm>
        </p:spPr>
        <p:txBody>
          <a:bodyPr rtlCol="0"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rtl="0"/>
            <a:r>
              <a:rPr lang="sv-SE" noProof="0"/>
              <a:t>Redigera format för bakgrundstext</a:t>
            </a:r>
          </a:p>
        </p:txBody>
      </p:sp>
      <p:sp>
        <p:nvSpPr>
          <p:cNvPr id="4" name="Platshållare för datum 3"/>
          <p:cNvSpPr>
            <a:spLocks noGrp="1"/>
          </p:cNvSpPr>
          <p:nvPr>
            <p:ph type="dt" sz="half" idx="10"/>
          </p:nvPr>
        </p:nvSpPr>
        <p:spPr/>
        <p:txBody>
          <a:bodyPr rtlCol="0"/>
          <a:lstStyle/>
          <a:p>
            <a:pPr rtl="0"/>
            <a:fld id="{39257B9E-A23A-4A4B-AB23-76CF04600095}" type="datetime1">
              <a:rPr lang="sv-SE" noProof="0" smtClean="0"/>
              <a:t>2026-04-22</a:t>
            </a:fld>
            <a:endParaRPr lang="sv-SE" noProof="0"/>
          </a:p>
        </p:txBody>
      </p:sp>
      <p:sp>
        <p:nvSpPr>
          <p:cNvPr id="5" name="Platshållare för sidfot 4"/>
          <p:cNvSpPr>
            <a:spLocks noGrp="1"/>
          </p:cNvSpPr>
          <p:nvPr>
            <p:ph type="ftr" sz="quarter" idx="11"/>
          </p:nvPr>
        </p:nvSpPr>
        <p:spPr/>
        <p:txBody>
          <a:bodyPr rtlCol="0"/>
          <a:lstStyle/>
          <a:p>
            <a:pPr rtl="0"/>
            <a:endParaRPr lang="sv-SE" noProof="0"/>
          </a:p>
        </p:txBody>
      </p:sp>
      <p:sp>
        <p:nvSpPr>
          <p:cNvPr id="6" name="Platshållare för bildnummer 5"/>
          <p:cNvSpPr>
            <a:spLocks noGrp="1"/>
          </p:cNvSpPr>
          <p:nvPr>
            <p:ph type="sldNum" sz="quarter" idx="12"/>
          </p:nvPr>
        </p:nvSpPr>
        <p:spPr/>
        <p:txBody>
          <a:bodyPr rtlCol="0"/>
          <a:lstStyle/>
          <a:p>
            <a:pPr rtl="0"/>
            <a:fld id="{69E57DC2-970A-4B3E-BB1C-7A09969E49DF}" type="slidenum">
              <a:rPr lang="sv-SE" noProof="0" smtClean="0"/>
              <a:pPr rtl="0"/>
              <a:t>‹#›</a:t>
            </a:fld>
            <a:endParaRPr lang="sv-SE" noProof="0"/>
          </a:p>
        </p:txBody>
      </p:sp>
    </p:spTree>
    <p:extLst>
      <p:ext uri="{BB962C8B-B14F-4D97-AF65-F5344CB8AC3E}">
        <p14:creationId xmlns:p14="http://schemas.microsoft.com/office/powerpoint/2010/main" val="428596084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Rubrik och lodrät text">
    <p:spTree>
      <p:nvGrpSpPr>
        <p:cNvPr id="1" name=""/>
        <p:cNvGrpSpPr/>
        <p:nvPr/>
      </p:nvGrpSpPr>
      <p:grpSpPr>
        <a:xfrm>
          <a:off x="0" y="0"/>
          <a:ext cx="0" cy="0"/>
          <a:chOff x="0" y="0"/>
          <a:chExt cx="0" cy="0"/>
        </a:xfrm>
      </p:grpSpPr>
      <p:pic>
        <p:nvPicPr>
          <p:cNvPr id="7" name="Bild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8" name="Rubrik 1"/>
          <p:cNvSpPr>
            <a:spLocks noGrp="1"/>
          </p:cNvSpPr>
          <p:nvPr>
            <p:ph type="title" hasCustomPrompt="1"/>
          </p:nvPr>
        </p:nvSpPr>
        <p:spPr>
          <a:xfrm>
            <a:off x="685801" y="609600"/>
            <a:ext cx="10131425" cy="1456267"/>
          </a:xfrm>
        </p:spPr>
        <p:txBody>
          <a:bodyPr rtlCol="0"/>
          <a:lstStyle/>
          <a:p>
            <a:pPr rtl="0"/>
            <a:r>
              <a:rPr lang="sv-SE" noProof="0"/>
              <a:t>Klicka här för att ändra format</a:t>
            </a:r>
          </a:p>
        </p:txBody>
      </p:sp>
      <p:sp>
        <p:nvSpPr>
          <p:cNvPr id="3" name="Platshållare 2 för vertikal text"/>
          <p:cNvSpPr>
            <a:spLocks noGrp="1"/>
          </p:cNvSpPr>
          <p:nvPr>
            <p:ph type="body" orient="vert" idx="1" hasCustomPrompt="1"/>
          </p:nvPr>
        </p:nvSpPr>
        <p:spPr/>
        <p:txBody>
          <a:bodyPr vert="eaVert" rtlCol="0" anchor="t"/>
          <a:lstStyle/>
          <a:p>
            <a:pPr lvl="0" rtl="0"/>
            <a:r>
              <a:rPr lang="sv-SE" noProof="0"/>
              <a:t>Redigera format för bakgrundstext</a:t>
            </a:r>
          </a:p>
          <a:p>
            <a:pPr lvl="1" rtl="0"/>
            <a:r>
              <a:rPr lang="sv-SE" noProof="0"/>
              <a:t>Nivå två</a:t>
            </a:r>
          </a:p>
          <a:p>
            <a:pPr lvl="2" rtl="0"/>
            <a:r>
              <a:rPr lang="sv-SE" noProof="0"/>
              <a:t>Nivå tre</a:t>
            </a:r>
          </a:p>
          <a:p>
            <a:pPr lvl="3" rtl="0"/>
            <a:r>
              <a:rPr lang="sv-SE" noProof="0"/>
              <a:t>Nivå fyra</a:t>
            </a:r>
          </a:p>
          <a:p>
            <a:pPr lvl="4" rtl="0"/>
            <a:r>
              <a:rPr lang="sv-SE" noProof="0"/>
              <a:t>Nivå fem</a:t>
            </a:r>
          </a:p>
        </p:txBody>
      </p:sp>
      <p:sp>
        <p:nvSpPr>
          <p:cNvPr id="4" name="Platshållare för datum 3"/>
          <p:cNvSpPr>
            <a:spLocks noGrp="1"/>
          </p:cNvSpPr>
          <p:nvPr>
            <p:ph type="dt" sz="half" idx="10"/>
          </p:nvPr>
        </p:nvSpPr>
        <p:spPr/>
        <p:txBody>
          <a:bodyPr rtlCol="0"/>
          <a:lstStyle/>
          <a:p>
            <a:pPr rtl="0"/>
            <a:fld id="{9A21E145-E24F-4578-868F-C0236C731DE4}" type="datetime1">
              <a:rPr lang="sv-SE" noProof="0" smtClean="0"/>
              <a:t>2026-04-22</a:t>
            </a:fld>
            <a:endParaRPr lang="sv-SE" noProof="0"/>
          </a:p>
        </p:txBody>
      </p:sp>
      <p:sp>
        <p:nvSpPr>
          <p:cNvPr id="5" name="Platshållare för sidfot 4"/>
          <p:cNvSpPr>
            <a:spLocks noGrp="1"/>
          </p:cNvSpPr>
          <p:nvPr>
            <p:ph type="ftr" sz="quarter" idx="11"/>
          </p:nvPr>
        </p:nvSpPr>
        <p:spPr/>
        <p:txBody>
          <a:bodyPr rtlCol="0"/>
          <a:lstStyle/>
          <a:p>
            <a:pPr rtl="0"/>
            <a:endParaRPr lang="sv-SE" noProof="0"/>
          </a:p>
        </p:txBody>
      </p:sp>
      <p:sp>
        <p:nvSpPr>
          <p:cNvPr id="6" name="Platshållare för bildnummer 5"/>
          <p:cNvSpPr>
            <a:spLocks noGrp="1"/>
          </p:cNvSpPr>
          <p:nvPr>
            <p:ph type="sldNum" sz="quarter" idx="12"/>
          </p:nvPr>
        </p:nvSpPr>
        <p:spPr/>
        <p:txBody>
          <a:bodyPr rtlCol="0"/>
          <a:lstStyle/>
          <a:p>
            <a:pPr rtl="0"/>
            <a:fld id="{69E57DC2-970A-4B3E-BB1C-7A09969E49DF}" type="slidenum">
              <a:rPr lang="sv-SE" noProof="0" smtClean="0"/>
              <a:t>‹#›</a:t>
            </a:fld>
            <a:endParaRPr lang="sv-SE" noProof="0"/>
          </a:p>
        </p:txBody>
      </p:sp>
    </p:spTree>
    <p:extLst>
      <p:ext uri="{BB962C8B-B14F-4D97-AF65-F5344CB8AC3E}">
        <p14:creationId xmlns:p14="http://schemas.microsoft.com/office/powerpoint/2010/main" val="220212609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Lodrät rubrik och text">
    <p:spTree>
      <p:nvGrpSpPr>
        <p:cNvPr id="1" name=""/>
        <p:cNvGrpSpPr/>
        <p:nvPr/>
      </p:nvGrpSpPr>
      <p:grpSpPr>
        <a:xfrm>
          <a:off x="0" y="0"/>
          <a:ext cx="0" cy="0"/>
          <a:chOff x="0" y="0"/>
          <a:chExt cx="0" cy="0"/>
        </a:xfrm>
      </p:grpSpPr>
      <p:pic>
        <p:nvPicPr>
          <p:cNvPr id="7" name="Bild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Lodrät rubrik 1"/>
          <p:cNvSpPr>
            <a:spLocks noGrp="1"/>
          </p:cNvSpPr>
          <p:nvPr>
            <p:ph type="title" orient="vert" hasCustomPrompt="1"/>
          </p:nvPr>
        </p:nvSpPr>
        <p:spPr>
          <a:xfrm>
            <a:off x="8658675" y="609599"/>
            <a:ext cx="2158552" cy="5181601"/>
          </a:xfrm>
        </p:spPr>
        <p:txBody>
          <a:bodyPr vert="eaVert" rtlCol="0"/>
          <a:lstStyle/>
          <a:p>
            <a:pPr rtl="0"/>
            <a:r>
              <a:rPr lang="sv-SE" noProof="0"/>
              <a:t>Klicka här för att ändra format</a:t>
            </a:r>
          </a:p>
        </p:txBody>
      </p:sp>
      <p:sp>
        <p:nvSpPr>
          <p:cNvPr id="3" name="Platshållare 2 för vertikal text"/>
          <p:cNvSpPr>
            <a:spLocks noGrp="1"/>
          </p:cNvSpPr>
          <p:nvPr>
            <p:ph type="body" orient="vert" idx="1" hasCustomPrompt="1"/>
          </p:nvPr>
        </p:nvSpPr>
        <p:spPr>
          <a:xfrm>
            <a:off x="685800" y="609600"/>
            <a:ext cx="7832116" cy="5181600"/>
          </a:xfrm>
        </p:spPr>
        <p:txBody>
          <a:bodyPr vert="eaVert" rtlCol="0" anchor="t"/>
          <a:lstStyle/>
          <a:p>
            <a:pPr lvl="0" rtl="0"/>
            <a:r>
              <a:rPr lang="sv-SE" noProof="0"/>
              <a:t>Redigera format för bakgrundstext</a:t>
            </a:r>
          </a:p>
          <a:p>
            <a:pPr lvl="1" rtl="0"/>
            <a:r>
              <a:rPr lang="sv-SE" noProof="0"/>
              <a:t>Nivå två</a:t>
            </a:r>
          </a:p>
          <a:p>
            <a:pPr lvl="2" rtl="0"/>
            <a:r>
              <a:rPr lang="sv-SE" noProof="0"/>
              <a:t>Nivå tre</a:t>
            </a:r>
          </a:p>
          <a:p>
            <a:pPr lvl="3" rtl="0"/>
            <a:r>
              <a:rPr lang="sv-SE" noProof="0"/>
              <a:t>Nivå fyra</a:t>
            </a:r>
          </a:p>
          <a:p>
            <a:pPr lvl="4" rtl="0"/>
            <a:r>
              <a:rPr lang="sv-SE" noProof="0"/>
              <a:t>Nivå fem</a:t>
            </a:r>
          </a:p>
        </p:txBody>
      </p:sp>
      <p:sp>
        <p:nvSpPr>
          <p:cNvPr id="4" name="Platshållare för datum 3"/>
          <p:cNvSpPr>
            <a:spLocks noGrp="1"/>
          </p:cNvSpPr>
          <p:nvPr>
            <p:ph type="dt" sz="half" idx="10"/>
          </p:nvPr>
        </p:nvSpPr>
        <p:spPr/>
        <p:txBody>
          <a:bodyPr rtlCol="0"/>
          <a:lstStyle/>
          <a:p>
            <a:pPr rtl="0"/>
            <a:fld id="{47597925-F399-44D1-8056-966C4B603A29}" type="datetime1">
              <a:rPr lang="sv-SE" noProof="0" smtClean="0"/>
              <a:t>2026-04-22</a:t>
            </a:fld>
            <a:endParaRPr lang="sv-SE" noProof="0"/>
          </a:p>
        </p:txBody>
      </p:sp>
      <p:sp>
        <p:nvSpPr>
          <p:cNvPr id="5" name="Platshållare för sidfot 4"/>
          <p:cNvSpPr>
            <a:spLocks noGrp="1"/>
          </p:cNvSpPr>
          <p:nvPr>
            <p:ph type="ftr" sz="quarter" idx="11"/>
          </p:nvPr>
        </p:nvSpPr>
        <p:spPr/>
        <p:txBody>
          <a:bodyPr rtlCol="0"/>
          <a:lstStyle/>
          <a:p>
            <a:pPr rtl="0"/>
            <a:endParaRPr lang="sv-SE" noProof="0"/>
          </a:p>
        </p:txBody>
      </p:sp>
      <p:sp>
        <p:nvSpPr>
          <p:cNvPr id="6" name="Platshållare för bildnummer 5"/>
          <p:cNvSpPr>
            <a:spLocks noGrp="1"/>
          </p:cNvSpPr>
          <p:nvPr>
            <p:ph type="sldNum" sz="quarter" idx="12"/>
          </p:nvPr>
        </p:nvSpPr>
        <p:spPr/>
        <p:txBody>
          <a:bodyPr rtlCol="0"/>
          <a:lstStyle/>
          <a:p>
            <a:pPr rtl="0"/>
            <a:fld id="{69E57DC2-970A-4B3E-BB1C-7A09969E49DF}" type="slidenum">
              <a:rPr lang="sv-SE" noProof="0" smtClean="0"/>
              <a:t>‹#›</a:t>
            </a:fld>
            <a:endParaRPr lang="sv-SE" noProof="0"/>
          </a:p>
        </p:txBody>
      </p:sp>
    </p:spTree>
    <p:extLst>
      <p:ext uri="{BB962C8B-B14F-4D97-AF65-F5344CB8AC3E}">
        <p14:creationId xmlns:p14="http://schemas.microsoft.com/office/powerpoint/2010/main" val="24475429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Platshållare för rubrik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pPr rtl="0"/>
            <a:r>
              <a:rPr lang="sv-SE" noProof="0"/>
              <a:t>Klicka här för att ändra format</a:t>
            </a:r>
          </a:p>
        </p:txBody>
      </p:sp>
      <p:sp>
        <p:nvSpPr>
          <p:cNvPr id="3" name="Platshållare för text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rtl="0"/>
            <a:r>
              <a:rPr lang="sv-SE" noProof="0"/>
              <a:t>Redigera format för bakgrundstext</a:t>
            </a:r>
          </a:p>
          <a:p>
            <a:pPr lvl="1" rtl="0"/>
            <a:r>
              <a:rPr lang="sv-SE" noProof="0"/>
              <a:t>Nivå två</a:t>
            </a:r>
          </a:p>
          <a:p>
            <a:pPr lvl="2" rtl="0"/>
            <a:r>
              <a:rPr lang="sv-SE" noProof="0"/>
              <a:t>Nivå tre</a:t>
            </a:r>
          </a:p>
          <a:p>
            <a:pPr lvl="3" rtl="0"/>
            <a:r>
              <a:rPr lang="sv-SE" noProof="0"/>
              <a:t>Nivå fyra</a:t>
            </a:r>
          </a:p>
          <a:p>
            <a:pPr lvl="4" rtl="0"/>
            <a:r>
              <a:rPr lang="sv-SE" noProof="0"/>
              <a:t>Nivå fem</a:t>
            </a:r>
          </a:p>
        </p:txBody>
      </p:sp>
      <p:sp>
        <p:nvSpPr>
          <p:cNvPr id="4" name="Platshållare för datum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pPr rtl="0"/>
            <a:fld id="{2B85956D-AA23-47E2-B3CA-EE671651C46C}" type="datetime1">
              <a:rPr lang="sv-SE" noProof="0" smtClean="0"/>
              <a:t>2026-04-22</a:t>
            </a:fld>
            <a:endParaRPr lang="sv-SE" noProof="0"/>
          </a:p>
        </p:txBody>
      </p:sp>
      <p:sp>
        <p:nvSpPr>
          <p:cNvPr id="5" name="Platshållare för sidfot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pPr rtl="0"/>
            <a:endParaRPr lang="sv-SE" noProof="0"/>
          </a:p>
        </p:txBody>
      </p:sp>
      <p:sp>
        <p:nvSpPr>
          <p:cNvPr id="6" name="Platshållare för bildnumm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pPr rtl="0"/>
            <a:fld id="{69E57DC2-970A-4B3E-BB1C-7A09969E49DF}" type="slidenum">
              <a:rPr lang="sv-SE" noProof="0" smtClean="0"/>
              <a:pPr rtl="0"/>
              <a:t>‹#›</a:t>
            </a:fld>
            <a:endParaRPr lang="sv-SE" noProof="0"/>
          </a:p>
        </p:txBody>
      </p:sp>
    </p:spTree>
    <p:extLst>
      <p:ext uri="{BB962C8B-B14F-4D97-AF65-F5344CB8AC3E}">
        <p14:creationId xmlns:p14="http://schemas.microsoft.com/office/powerpoint/2010/main" val="645065765"/>
      </p:ext>
    </p:extLst>
  </p:cSld>
  <p:clrMap bg1="dk1" tx1="lt1" bg2="dk2" tx2="lt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 id="2147483756" r:id="rId12"/>
    <p:sldLayoutId id="2147483757" r:id="rId13"/>
    <p:sldLayoutId id="2147483758" r:id="rId14"/>
    <p:sldLayoutId id="2147483759" r:id="rId15"/>
    <p:sldLayoutId id="2147483760" r:id="rId16"/>
    <p:sldLayoutId id="2147483761" r:id="rId17"/>
  </p:sldLayoutIdLst>
  <p:hf sldNum="0" hdr="0" ftr="0" dt="0"/>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hyperlink" Target="mailto:qusaiaha@kth.se"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Bild 4" descr="natthimmel med berg långt bort vid horisonten">
            <a:extLst>
              <a:ext uri="{FF2B5EF4-FFF2-40B4-BE49-F238E27FC236}">
                <a16:creationId xmlns:a16="http://schemas.microsoft.com/office/drawing/2014/main" id="{7C454B0C-0819-4D56-9275-BCE254DA659D}"/>
              </a:ext>
            </a:extLst>
          </p:cNvPr>
          <p:cNvPicPr>
            <a:picLocks noChangeAspect="1"/>
          </p:cNvPicPr>
          <p:nvPr/>
        </p:nvPicPr>
        <p:blipFill rotWithShape="1">
          <a:blip r:embed="rId3">
            <a:alphaModFix amt="20000"/>
            <a:extLst>
              <a:ext uri="{28A0092B-C50C-407E-A947-70E740481C1C}">
                <a14:useLocalDpi xmlns:a14="http://schemas.microsoft.com/office/drawing/2010/main"/>
              </a:ext>
            </a:extLst>
          </a:blip>
          <a:srcRect/>
          <a:stretch/>
        </p:blipFill>
        <p:spPr>
          <a:xfrm>
            <a:off x="20" y="582"/>
            <a:ext cx="12191980" cy="6857990"/>
          </a:xfrm>
          <a:prstGeom prst="rect">
            <a:avLst/>
          </a:prstGeom>
        </p:spPr>
      </p:pic>
      <p:sp>
        <p:nvSpPr>
          <p:cNvPr id="9" name="Subtitle 8">
            <a:extLst>
              <a:ext uri="{FF2B5EF4-FFF2-40B4-BE49-F238E27FC236}">
                <a16:creationId xmlns:a16="http://schemas.microsoft.com/office/drawing/2014/main" id="{C09F49A5-6AF6-28B6-9799-70BCC549F483}"/>
              </a:ext>
            </a:extLst>
          </p:cNvPr>
          <p:cNvSpPr>
            <a:spLocks noGrp="1"/>
          </p:cNvSpPr>
          <p:nvPr>
            <p:ph type="subTitle" idx="1"/>
          </p:nvPr>
        </p:nvSpPr>
        <p:spPr>
          <a:xfrm>
            <a:off x="2195072" y="4392135"/>
            <a:ext cx="8721725" cy="1405467"/>
          </a:xfrm>
        </p:spPr>
        <p:txBody>
          <a:bodyPr>
            <a:normAutofit/>
          </a:bodyPr>
          <a:lstStyle/>
          <a:p>
            <a:pPr algn="l"/>
            <a:r>
              <a:rPr lang="sv-SE" sz="2000">
                <a:latin typeface="Poppins"/>
                <a:ea typeface="+mn-lt"/>
                <a:cs typeface="Poppins"/>
              </a:rPr>
              <a:t>AI-based system designed to support clinical decision making</a:t>
            </a:r>
            <a:endParaRPr lang="sv-SE" sz="2000">
              <a:latin typeface="Poppins"/>
              <a:ea typeface="Calibri"/>
              <a:cs typeface="Poppins"/>
            </a:endParaRPr>
          </a:p>
        </p:txBody>
      </p:sp>
      <p:pic>
        <p:nvPicPr>
          <p:cNvPr id="8" name="Picture 7">
            <a:extLst>
              <a:ext uri="{FF2B5EF4-FFF2-40B4-BE49-F238E27FC236}">
                <a16:creationId xmlns:a16="http://schemas.microsoft.com/office/drawing/2014/main" id="{215BBA07-9445-F38D-6254-6C1A02A725CC}"/>
              </a:ext>
            </a:extLst>
          </p:cNvPr>
          <p:cNvPicPr>
            <a:picLocks noChangeAspect="1"/>
          </p:cNvPicPr>
          <p:nvPr/>
        </p:nvPicPr>
        <p:blipFill>
          <a:blip r:embed="rId4"/>
          <a:srcRect/>
          <a:stretch/>
        </p:blipFill>
        <p:spPr>
          <a:xfrm>
            <a:off x="325393" y="1066801"/>
            <a:ext cx="6559700" cy="4373132"/>
          </a:xfrm>
          <a:prstGeom prst="rect">
            <a:avLst/>
          </a:prstGeom>
        </p:spPr>
      </p:pic>
    </p:spTree>
    <p:extLst>
      <p:ext uri="{BB962C8B-B14F-4D97-AF65-F5344CB8AC3E}">
        <p14:creationId xmlns:p14="http://schemas.microsoft.com/office/powerpoint/2010/main" val="341772148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F20A089-4857-B26F-415C-C10A011787C6}"/>
              </a:ext>
            </a:extLst>
          </p:cNvPr>
          <p:cNvSpPr>
            <a:spLocks noGrp="1"/>
          </p:cNvSpPr>
          <p:nvPr>
            <p:ph type="title"/>
          </p:nvPr>
        </p:nvSpPr>
        <p:spPr>
          <a:xfrm>
            <a:off x="672994" y="1794222"/>
            <a:ext cx="10131425" cy="1456267"/>
          </a:xfrm>
        </p:spPr>
        <p:txBody>
          <a:bodyPr/>
          <a:lstStyle/>
          <a:p>
            <a:r>
              <a:rPr lang="sv-SE" b="1">
                <a:latin typeface="Poppins"/>
                <a:ea typeface="+mj-lt"/>
                <a:cs typeface="Poppins"/>
              </a:rPr>
              <a:t>The Problem</a:t>
            </a:r>
            <a:endParaRPr lang="sv-SE" b="1">
              <a:latin typeface="Poppins"/>
              <a:cs typeface="Poppins"/>
            </a:endParaRPr>
          </a:p>
        </p:txBody>
      </p:sp>
      <p:sp>
        <p:nvSpPr>
          <p:cNvPr id="3" name="Platshållare för innehåll 2">
            <a:extLst>
              <a:ext uri="{FF2B5EF4-FFF2-40B4-BE49-F238E27FC236}">
                <a16:creationId xmlns:a16="http://schemas.microsoft.com/office/drawing/2014/main" id="{015D1C21-6BB9-4EB2-4928-2BC59555BB7F}"/>
              </a:ext>
            </a:extLst>
          </p:cNvPr>
          <p:cNvSpPr>
            <a:spLocks noGrp="1"/>
          </p:cNvSpPr>
          <p:nvPr>
            <p:ph idx="1"/>
          </p:nvPr>
        </p:nvSpPr>
        <p:spPr>
          <a:xfrm>
            <a:off x="672995" y="3044942"/>
            <a:ext cx="7057812" cy="3687553"/>
          </a:xfrm>
        </p:spPr>
        <p:txBody>
          <a:bodyPr/>
          <a:lstStyle/>
          <a:p>
            <a:pPr>
              <a:buClr>
                <a:srgbClr val="FFFFFF"/>
              </a:buClr>
            </a:pPr>
            <a:r>
              <a:rPr lang="sv-SE">
                <a:latin typeface="Poppins"/>
                <a:ea typeface="+mn-lt"/>
                <a:cs typeface="Poppins"/>
              </a:rPr>
              <a:t>Doctor visits are often short  </a:t>
            </a:r>
            <a:br>
              <a:rPr lang="sv-SE">
                <a:latin typeface="Poppins"/>
                <a:ea typeface="+mn-lt"/>
                <a:cs typeface="Poppins"/>
              </a:rPr>
            </a:br>
            <a:r>
              <a:rPr lang="sv-SE">
                <a:latin typeface="Poppins"/>
                <a:ea typeface="+mn-lt"/>
                <a:cs typeface="Poppins"/>
              </a:rPr>
              <a:t>- Symptoms happen at home every day  </a:t>
            </a:r>
            <a:endParaRPr lang="sv-SE"/>
          </a:p>
          <a:p>
            <a:pPr>
              <a:buClr>
                <a:srgbClr val="FFFFFF"/>
              </a:buClr>
            </a:pPr>
            <a:r>
              <a:rPr lang="sv-SE">
                <a:latin typeface="Poppins"/>
                <a:ea typeface="+mn-lt"/>
                <a:cs typeface="Poppins"/>
              </a:rPr>
              <a:t>Wearable data rarely reaches healthcare in a useful way</a:t>
            </a:r>
            <a:endParaRPr lang="sv-SE">
              <a:latin typeface="Poppins"/>
              <a:ea typeface="Calibri" panose="020F0502020204030204"/>
              <a:cs typeface="Poppins"/>
            </a:endParaRPr>
          </a:p>
        </p:txBody>
      </p:sp>
      <p:pic>
        <p:nvPicPr>
          <p:cNvPr id="5" name="Bildobjekt 4" descr="En bild som visar rita, anime, tecknad serie, möbler&#10;&#10;AI-genererat innehåll kan vara felaktigt.">
            <a:extLst>
              <a:ext uri="{FF2B5EF4-FFF2-40B4-BE49-F238E27FC236}">
                <a16:creationId xmlns:a16="http://schemas.microsoft.com/office/drawing/2014/main" id="{EEC7E944-DC27-64A5-A9C0-47044EB4343E}"/>
              </a:ext>
            </a:extLst>
          </p:cNvPr>
          <p:cNvPicPr>
            <a:picLocks noChangeAspect="1"/>
          </p:cNvPicPr>
          <p:nvPr/>
        </p:nvPicPr>
        <p:blipFill>
          <a:blip r:embed="rId2"/>
          <a:stretch>
            <a:fillRect/>
          </a:stretch>
        </p:blipFill>
        <p:spPr>
          <a:xfrm>
            <a:off x="6095601" y="557092"/>
            <a:ext cx="5802242" cy="3931665"/>
          </a:xfrm>
          <a:prstGeom prst="rect">
            <a:avLst/>
          </a:prstGeom>
        </p:spPr>
      </p:pic>
    </p:spTree>
    <p:extLst>
      <p:ext uri="{BB962C8B-B14F-4D97-AF65-F5344CB8AC3E}">
        <p14:creationId xmlns:p14="http://schemas.microsoft.com/office/powerpoint/2010/main" val="34142768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73026B60-BC48-E9BB-0E8C-0ECE2D4573F8}"/>
              </a:ext>
            </a:extLst>
          </p:cNvPr>
          <p:cNvSpPr>
            <a:spLocks noGrp="1"/>
          </p:cNvSpPr>
          <p:nvPr>
            <p:ph type="title"/>
          </p:nvPr>
        </p:nvSpPr>
        <p:spPr>
          <a:xfrm>
            <a:off x="576944" y="1570104"/>
            <a:ext cx="10131425" cy="1456267"/>
          </a:xfrm>
        </p:spPr>
        <p:txBody>
          <a:bodyPr/>
          <a:lstStyle/>
          <a:p>
            <a:r>
              <a:rPr lang="sv-SE" b="1">
                <a:latin typeface="Poppins"/>
                <a:ea typeface="+mj-lt"/>
                <a:cs typeface="Poppins"/>
              </a:rPr>
              <a:t>The Solution</a:t>
            </a:r>
            <a:endParaRPr lang="sv-SE" b="1">
              <a:latin typeface="Poppins"/>
              <a:cs typeface="Poppins"/>
            </a:endParaRPr>
          </a:p>
        </p:txBody>
      </p:sp>
      <p:sp>
        <p:nvSpPr>
          <p:cNvPr id="3" name="Platshållare för innehåll 2">
            <a:extLst>
              <a:ext uri="{FF2B5EF4-FFF2-40B4-BE49-F238E27FC236}">
                <a16:creationId xmlns:a16="http://schemas.microsoft.com/office/drawing/2014/main" id="{120BA3D4-5829-A7BB-A015-725731033632}"/>
              </a:ext>
            </a:extLst>
          </p:cNvPr>
          <p:cNvSpPr>
            <a:spLocks noGrp="1"/>
          </p:cNvSpPr>
          <p:nvPr>
            <p:ph idx="1"/>
          </p:nvPr>
        </p:nvSpPr>
        <p:spPr>
          <a:xfrm>
            <a:off x="576943" y="2647936"/>
            <a:ext cx="6411073" cy="4212628"/>
          </a:xfrm>
        </p:spPr>
        <p:txBody>
          <a:bodyPr>
            <a:normAutofit/>
          </a:bodyPr>
          <a:lstStyle/>
          <a:p>
            <a:r>
              <a:rPr lang="sv-SE">
                <a:latin typeface="Poppins"/>
                <a:ea typeface="+mn-lt"/>
                <a:cs typeface="Poppins"/>
              </a:rPr>
              <a:t>Decision support system based on:   </a:t>
            </a:r>
            <a:br>
              <a:rPr lang="sv-SE">
                <a:latin typeface="Poppins"/>
                <a:ea typeface="+mn-lt"/>
                <a:cs typeface="Poppins"/>
              </a:rPr>
            </a:br>
            <a:r>
              <a:rPr lang="sv-SE">
                <a:latin typeface="Poppins"/>
                <a:ea typeface="+mn-lt"/>
                <a:cs typeface="Poppins"/>
              </a:rPr>
              <a:t>- how patients feel </a:t>
            </a:r>
            <a:br>
              <a:rPr lang="sv-SE">
                <a:latin typeface="Poppins"/>
                <a:ea typeface="+mn-lt"/>
                <a:cs typeface="Poppins"/>
              </a:rPr>
            </a:br>
            <a:r>
              <a:rPr lang="sv-SE">
                <a:latin typeface="Poppins"/>
                <a:ea typeface="+mn-lt"/>
                <a:cs typeface="Poppins"/>
              </a:rPr>
              <a:t>- physiological meusurment   </a:t>
            </a:r>
            <a:endParaRPr lang="sv-SE">
              <a:latin typeface="Poppins"/>
              <a:cs typeface="Poppins"/>
            </a:endParaRPr>
          </a:p>
        </p:txBody>
      </p:sp>
      <p:pic>
        <p:nvPicPr>
          <p:cNvPr id="4" name="Bildobjekt 3" descr="En bild som visar text, Mobiltelefon, skärmbild, pryl&#10;&#10;AI-genererat innehåll kan vara felaktigt.">
            <a:extLst>
              <a:ext uri="{FF2B5EF4-FFF2-40B4-BE49-F238E27FC236}">
                <a16:creationId xmlns:a16="http://schemas.microsoft.com/office/drawing/2014/main" id="{E51AB89A-E384-9AA1-8AF1-C3197671BECB}"/>
              </a:ext>
            </a:extLst>
          </p:cNvPr>
          <p:cNvPicPr>
            <a:picLocks noChangeAspect="1"/>
          </p:cNvPicPr>
          <p:nvPr/>
        </p:nvPicPr>
        <p:blipFill>
          <a:blip r:embed="rId2"/>
          <a:stretch>
            <a:fillRect/>
          </a:stretch>
        </p:blipFill>
        <p:spPr>
          <a:xfrm>
            <a:off x="3339354" y="163286"/>
            <a:ext cx="5506891" cy="3675530"/>
          </a:xfrm>
          <a:prstGeom prst="rect">
            <a:avLst/>
          </a:prstGeom>
        </p:spPr>
      </p:pic>
      <p:pic>
        <p:nvPicPr>
          <p:cNvPr id="5" name="Bildobjekt 4" descr="En bild som visar text, elektronik, Mobiltelefon, skärmbild&#10;&#10;AI-genererat innehåll kan vara felaktigt.">
            <a:extLst>
              <a:ext uri="{FF2B5EF4-FFF2-40B4-BE49-F238E27FC236}">
                <a16:creationId xmlns:a16="http://schemas.microsoft.com/office/drawing/2014/main" id="{13D5DCD3-CC0E-238F-57A2-A3A14FF28493}"/>
              </a:ext>
            </a:extLst>
          </p:cNvPr>
          <p:cNvPicPr>
            <a:picLocks noChangeAspect="1"/>
          </p:cNvPicPr>
          <p:nvPr/>
        </p:nvPicPr>
        <p:blipFill>
          <a:blip r:embed="rId3"/>
          <a:stretch>
            <a:fillRect/>
          </a:stretch>
        </p:blipFill>
        <p:spPr>
          <a:xfrm>
            <a:off x="6599263" y="2622577"/>
            <a:ext cx="5851471" cy="3911653"/>
          </a:xfrm>
          <a:prstGeom prst="rect">
            <a:avLst/>
          </a:prstGeom>
        </p:spPr>
      </p:pic>
    </p:spTree>
    <p:extLst>
      <p:ext uri="{BB962C8B-B14F-4D97-AF65-F5344CB8AC3E}">
        <p14:creationId xmlns:p14="http://schemas.microsoft.com/office/powerpoint/2010/main" val="7049692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B9C0C36-F18E-312E-C96F-5363ECDA6D5B}"/>
              </a:ext>
            </a:extLst>
          </p:cNvPr>
          <p:cNvSpPr>
            <a:spLocks noGrp="1"/>
          </p:cNvSpPr>
          <p:nvPr>
            <p:ph type="title"/>
          </p:nvPr>
        </p:nvSpPr>
        <p:spPr/>
        <p:txBody>
          <a:bodyPr/>
          <a:lstStyle/>
          <a:p>
            <a:r>
              <a:rPr lang="sv-SE" b="1">
                <a:latin typeface="Poppins"/>
                <a:ea typeface="+mj-lt"/>
                <a:cs typeface="Poppins"/>
              </a:rPr>
              <a:t>User Group: Patients</a:t>
            </a:r>
            <a:endParaRPr lang="sv-SE" b="1">
              <a:latin typeface="Poppins"/>
              <a:cs typeface="Poppins"/>
            </a:endParaRPr>
          </a:p>
        </p:txBody>
      </p:sp>
      <p:sp>
        <p:nvSpPr>
          <p:cNvPr id="3" name="Platshållare för innehåll 2">
            <a:extLst>
              <a:ext uri="{FF2B5EF4-FFF2-40B4-BE49-F238E27FC236}">
                <a16:creationId xmlns:a16="http://schemas.microsoft.com/office/drawing/2014/main" id="{0FED977C-31DD-8744-1367-9B8ED934DF58}"/>
              </a:ext>
            </a:extLst>
          </p:cNvPr>
          <p:cNvSpPr>
            <a:spLocks noGrp="1"/>
          </p:cNvSpPr>
          <p:nvPr>
            <p:ph idx="1"/>
          </p:nvPr>
        </p:nvSpPr>
        <p:spPr>
          <a:xfrm>
            <a:off x="685801" y="2071630"/>
            <a:ext cx="6526333" cy="3687553"/>
          </a:xfrm>
        </p:spPr>
        <p:txBody>
          <a:bodyPr>
            <a:normAutofit/>
          </a:bodyPr>
          <a:lstStyle/>
          <a:p>
            <a:pPr>
              <a:buClr>
                <a:srgbClr val="FFFFFF"/>
              </a:buClr>
            </a:pPr>
            <a:r>
              <a:rPr lang="sv-SE">
                <a:latin typeface="Poppins"/>
                <a:ea typeface="+mn-lt"/>
                <a:cs typeface="Poppins"/>
              </a:rPr>
              <a:t>People with ongoing health conditions where symptoms can change over time  </a:t>
            </a:r>
          </a:p>
          <a:p>
            <a:pPr>
              <a:buClr>
                <a:srgbClr val="FFFFFF"/>
              </a:buClr>
            </a:pPr>
            <a:r>
              <a:rPr lang="sv-SE">
                <a:latin typeface="Poppins"/>
                <a:ea typeface="+mn-lt"/>
                <a:cs typeface="Poppins"/>
              </a:rPr>
              <a:t>Users differ in age, tech experience and privacy comfort  </a:t>
            </a:r>
            <a:endParaRPr lang="sv-SE">
              <a:latin typeface="Poppins"/>
              <a:cs typeface="Poppins"/>
            </a:endParaRPr>
          </a:p>
        </p:txBody>
      </p:sp>
      <p:pic>
        <p:nvPicPr>
          <p:cNvPr id="7" name="Bildobjekt 6" descr="En bild som visar tecknad serie, text, illustration&#10;&#10;AI-genererat innehåll kan vara felaktigt.">
            <a:extLst>
              <a:ext uri="{FF2B5EF4-FFF2-40B4-BE49-F238E27FC236}">
                <a16:creationId xmlns:a16="http://schemas.microsoft.com/office/drawing/2014/main" id="{EEF89D87-1B5D-AD01-01C2-ACF958F69E1A}"/>
              </a:ext>
            </a:extLst>
          </p:cNvPr>
          <p:cNvPicPr>
            <a:picLocks noChangeAspect="1"/>
          </p:cNvPicPr>
          <p:nvPr/>
        </p:nvPicPr>
        <p:blipFill>
          <a:blip r:embed="rId2"/>
          <a:stretch>
            <a:fillRect/>
          </a:stretch>
        </p:blipFill>
        <p:spPr>
          <a:xfrm>
            <a:off x="7640449" y="1312689"/>
            <a:ext cx="4255756" cy="4232623"/>
          </a:xfrm>
          <a:prstGeom prst="rect">
            <a:avLst/>
          </a:prstGeom>
        </p:spPr>
      </p:pic>
    </p:spTree>
    <p:extLst>
      <p:ext uri="{BB962C8B-B14F-4D97-AF65-F5344CB8AC3E}">
        <p14:creationId xmlns:p14="http://schemas.microsoft.com/office/powerpoint/2010/main" val="4676428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479D4BC-7FB5-6321-B8CE-F2F75D9C5C96}"/>
              </a:ext>
            </a:extLst>
          </p:cNvPr>
          <p:cNvSpPr>
            <a:spLocks noGrp="1"/>
          </p:cNvSpPr>
          <p:nvPr>
            <p:ph type="title"/>
          </p:nvPr>
        </p:nvSpPr>
        <p:spPr/>
        <p:txBody>
          <a:bodyPr/>
          <a:lstStyle/>
          <a:p>
            <a:r>
              <a:rPr lang="sv-SE" b="1">
                <a:latin typeface="Poppins"/>
                <a:ea typeface="+mj-lt"/>
                <a:cs typeface="Poppins"/>
              </a:rPr>
              <a:t>User Group: Healthcare Professionals</a:t>
            </a:r>
            <a:endParaRPr lang="sv-SE" b="1">
              <a:latin typeface="Poppins"/>
              <a:cs typeface="Poppins"/>
            </a:endParaRPr>
          </a:p>
        </p:txBody>
      </p:sp>
      <p:sp>
        <p:nvSpPr>
          <p:cNvPr id="3" name="Platshållare för innehåll 2">
            <a:extLst>
              <a:ext uri="{FF2B5EF4-FFF2-40B4-BE49-F238E27FC236}">
                <a16:creationId xmlns:a16="http://schemas.microsoft.com/office/drawing/2014/main" id="{8C57D9E4-D292-E7C2-00F8-E52094FBF2FD}"/>
              </a:ext>
            </a:extLst>
          </p:cNvPr>
          <p:cNvSpPr>
            <a:spLocks noGrp="1"/>
          </p:cNvSpPr>
          <p:nvPr>
            <p:ph idx="1"/>
          </p:nvPr>
        </p:nvSpPr>
        <p:spPr>
          <a:xfrm>
            <a:off x="423263" y="1277612"/>
            <a:ext cx="10547644" cy="3111251"/>
          </a:xfrm>
        </p:spPr>
        <p:txBody>
          <a:bodyPr/>
          <a:lstStyle/>
          <a:p>
            <a:pPr>
              <a:buClr>
                <a:srgbClr val="FFFFFF"/>
              </a:buClr>
            </a:pPr>
            <a:r>
              <a:rPr lang="sv-SE" sz="2000">
                <a:latin typeface="Poppins"/>
                <a:ea typeface="+mn-lt"/>
                <a:cs typeface="Poppins"/>
              </a:rPr>
              <a:t>Doctors and nurses using the system output</a:t>
            </a:r>
            <a:endParaRPr lang="sv-SE" sz="2000">
              <a:latin typeface="Poppins"/>
              <a:ea typeface="Calibri" panose="020F0502020204030204"/>
              <a:cs typeface="Poppins"/>
            </a:endParaRPr>
          </a:p>
          <a:p>
            <a:pPr>
              <a:buClr>
                <a:srgbClr val="FFFFFF"/>
              </a:buClr>
            </a:pPr>
            <a:r>
              <a:rPr lang="sv-SE" sz="2000">
                <a:latin typeface="Poppins"/>
                <a:ea typeface="+mn-lt"/>
                <a:cs typeface="Poppins"/>
              </a:rPr>
              <a:t>Need clear, structured outputs </a:t>
            </a:r>
          </a:p>
          <a:p>
            <a:pPr>
              <a:buClr>
                <a:srgbClr val="FFFFFF"/>
              </a:buClr>
            </a:pPr>
            <a:r>
              <a:rPr lang="sv-SE" sz="2000">
                <a:latin typeface="Poppins"/>
                <a:ea typeface="+mn-lt"/>
                <a:cs typeface="Poppins"/>
              </a:rPr>
              <a:t>Patients need simplicity, clinicians need reliability</a:t>
            </a:r>
            <a:endParaRPr lang="sv-SE" sz="2000">
              <a:latin typeface="Poppins"/>
              <a:cs typeface="Poppins"/>
            </a:endParaRPr>
          </a:p>
        </p:txBody>
      </p:sp>
      <p:pic>
        <p:nvPicPr>
          <p:cNvPr id="7" name="Bildobjekt 6" descr="En bild som visar rita, skiss, illustration, tecknad serie&#10;&#10;AI-genererat innehåll kan vara felaktigt.">
            <a:extLst>
              <a:ext uri="{FF2B5EF4-FFF2-40B4-BE49-F238E27FC236}">
                <a16:creationId xmlns:a16="http://schemas.microsoft.com/office/drawing/2014/main" id="{3B52F8F6-3DAD-849F-E65A-7E057B5F369F}"/>
              </a:ext>
            </a:extLst>
          </p:cNvPr>
          <p:cNvPicPr>
            <a:picLocks noChangeAspect="1"/>
          </p:cNvPicPr>
          <p:nvPr/>
        </p:nvPicPr>
        <p:blipFill>
          <a:blip r:embed="rId2"/>
          <a:stretch>
            <a:fillRect/>
          </a:stretch>
        </p:blipFill>
        <p:spPr>
          <a:xfrm>
            <a:off x="1863219" y="3647957"/>
            <a:ext cx="8465562" cy="2975079"/>
          </a:xfrm>
          <a:prstGeom prst="rect">
            <a:avLst/>
          </a:prstGeom>
        </p:spPr>
      </p:pic>
    </p:spTree>
    <p:extLst>
      <p:ext uri="{BB962C8B-B14F-4D97-AF65-F5344CB8AC3E}">
        <p14:creationId xmlns:p14="http://schemas.microsoft.com/office/powerpoint/2010/main" val="1398576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35202C-06F1-AC13-E275-5265FF6AEC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267EAD-910A-B955-E4D0-02CCD5F41E0F}"/>
              </a:ext>
            </a:extLst>
          </p:cNvPr>
          <p:cNvSpPr>
            <a:spLocks noGrp="1"/>
          </p:cNvSpPr>
          <p:nvPr>
            <p:ph type="title"/>
          </p:nvPr>
        </p:nvSpPr>
        <p:spPr/>
        <p:txBody>
          <a:bodyPr/>
          <a:lstStyle/>
          <a:p>
            <a:r>
              <a:rPr lang="en-US" b="1">
                <a:latin typeface="Poppins" panose="00000500000000000000" pitchFamily="2" charset="0"/>
                <a:cs typeface="Poppins" panose="00000500000000000000" pitchFamily="2" charset="0"/>
              </a:rPr>
              <a:t>Theoretical perspectives</a:t>
            </a:r>
            <a:br>
              <a:rPr lang="en-SE" b="1">
                <a:latin typeface="Poppins" panose="00000500000000000000" pitchFamily="2" charset="0"/>
                <a:cs typeface="Poppins" panose="00000500000000000000" pitchFamily="2" charset="0"/>
              </a:rPr>
            </a:br>
            <a:r>
              <a:rPr lang="en-US" sz="1800">
                <a:latin typeface="Poppins" panose="00000500000000000000" pitchFamily="2" charset="0"/>
                <a:cs typeface="Poppins" panose="00000500000000000000" pitchFamily="2" charset="0"/>
              </a:rPr>
              <a:t>Domestication theory (Silverstone &amp; Haddon, 1996) </a:t>
            </a:r>
            <a:endParaRPr lang="sv-SE">
              <a:latin typeface="Poppins" panose="00000500000000000000" pitchFamily="2" charset="0"/>
              <a:cs typeface="Poppins" panose="00000500000000000000" pitchFamily="2" charset="0"/>
            </a:endParaRPr>
          </a:p>
        </p:txBody>
      </p:sp>
      <p:sp>
        <p:nvSpPr>
          <p:cNvPr id="3" name="Content Placeholder 2">
            <a:extLst>
              <a:ext uri="{FF2B5EF4-FFF2-40B4-BE49-F238E27FC236}">
                <a16:creationId xmlns:a16="http://schemas.microsoft.com/office/drawing/2014/main" id="{40C424EB-3B94-7157-5A8B-5A358BA65CEC}"/>
              </a:ext>
            </a:extLst>
          </p:cNvPr>
          <p:cNvSpPr>
            <a:spLocks noGrp="1"/>
          </p:cNvSpPr>
          <p:nvPr>
            <p:ph idx="1"/>
          </p:nvPr>
        </p:nvSpPr>
        <p:spPr/>
        <p:txBody>
          <a:bodyPr>
            <a:normAutofit/>
          </a:bodyPr>
          <a:lstStyle/>
          <a:p>
            <a:r>
              <a:rPr lang="en-US" b="1">
                <a:latin typeface="Poppins" panose="00000500000000000000" pitchFamily="2" charset="0"/>
                <a:cs typeface="Poppins" panose="00000500000000000000" pitchFamily="2" charset="0"/>
              </a:rPr>
              <a:t>Explains how technology becomes part of everyday life — not just one-time use</a:t>
            </a:r>
          </a:p>
          <a:p>
            <a:r>
              <a:rPr lang="en-US" b="1">
                <a:latin typeface="Poppins" panose="00000500000000000000" pitchFamily="2" charset="0"/>
                <a:cs typeface="Poppins" panose="00000500000000000000" pitchFamily="2" charset="0"/>
              </a:rPr>
              <a:t>Relevant to </a:t>
            </a:r>
            <a:r>
              <a:rPr lang="en-US" b="1" err="1">
                <a:latin typeface="Poppins" panose="00000500000000000000" pitchFamily="2" charset="0"/>
                <a:cs typeface="Poppins" panose="00000500000000000000" pitchFamily="2" charset="0"/>
              </a:rPr>
              <a:t>SenseHuman</a:t>
            </a:r>
            <a:r>
              <a:rPr lang="en-US" b="1">
                <a:latin typeface="Poppins" panose="00000500000000000000" pitchFamily="2" charset="0"/>
                <a:cs typeface="Poppins" panose="00000500000000000000" pitchFamily="2" charset="0"/>
              </a:rPr>
              <a:t> because the system depends on regular use over time</a:t>
            </a:r>
          </a:p>
          <a:p>
            <a:r>
              <a:rPr lang="en-US" b="1">
                <a:latin typeface="Poppins" panose="00000500000000000000" pitchFamily="2" charset="0"/>
                <a:cs typeface="Poppins" panose="00000500000000000000" pitchFamily="2" charset="0"/>
              </a:rPr>
              <a:t>Patients must see the system as useful and easy to fit into daily life</a:t>
            </a:r>
          </a:p>
          <a:p>
            <a:r>
              <a:rPr lang="en-US" b="1">
                <a:latin typeface="Poppins" panose="00000500000000000000" pitchFamily="2" charset="0"/>
                <a:cs typeface="Poppins" panose="00000500000000000000" pitchFamily="2" charset="0"/>
              </a:rPr>
              <a:t>Success depends not only on technical accuracy, but also on trust, routine, and everyday integration</a:t>
            </a:r>
          </a:p>
        </p:txBody>
      </p:sp>
      <p:pic>
        <p:nvPicPr>
          <p:cNvPr id="4" name="Picture 3">
            <a:extLst>
              <a:ext uri="{FF2B5EF4-FFF2-40B4-BE49-F238E27FC236}">
                <a16:creationId xmlns:a16="http://schemas.microsoft.com/office/drawing/2014/main" id="{450E5222-F991-876E-3555-6EA7EEA01856}"/>
              </a:ext>
            </a:extLst>
          </p:cNvPr>
          <p:cNvPicPr>
            <a:picLocks noChangeAspect="1"/>
          </p:cNvPicPr>
          <p:nvPr/>
        </p:nvPicPr>
        <p:blipFill>
          <a:blip r:embed="rId3"/>
          <a:srcRect l="18459" r="18605" b="8139"/>
          <a:stretch>
            <a:fillRect/>
          </a:stretch>
        </p:blipFill>
        <p:spPr>
          <a:xfrm>
            <a:off x="10817225" y="5520266"/>
            <a:ext cx="1374775" cy="1337734"/>
          </a:xfrm>
          <a:prstGeom prst="rect">
            <a:avLst/>
          </a:prstGeom>
        </p:spPr>
      </p:pic>
    </p:spTree>
    <p:extLst>
      <p:ext uri="{BB962C8B-B14F-4D97-AF65-F5344CB8AC3E}">
        <p14:creationId xmlns:p14="http://schemas.microsoft.com/office/powerpoint/2010/main" val="3835276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34FE13-1B2C-9B88-B3F3-DB5EB33256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533517-F8AE-E21F-3084-FEF7F0038DCF}"/>
              </a:ext>
            </a:extLst>
          </p:cNvPr>
          <p:cNvSpPr>
            <a:spLocks noGrp="1"/>
          </p:cNvSpPr>
          <p:nvPr>
            <p:ph type="title"/>
          </p:nvPr>
        </p:nvSpPr>
        <p:spPr/>
        <p:txBody>
          <a:bodyPr/>
          <a:lstStyle/>
          <a:p>
            <a:r>
              <a:rPr lang="en-US" b="1">
                <a:latin typeface="Poppins" panose="00000500000000000000" pitchFamily="2" charset="0"/>
                <a:cs typeface="Poppins" panose="00000500000000000000" pitchFamily="2" charset="0"/>
              </a:rPr>
              <a:t>Theoretical perspectives</a:t>
            </a:r>
            <a:br>
              <a:rPr lang="en-SE" b="1">
                <a:latin typeface="Poppins" panose="00000500000000000000" pitchFamily="2" charset="0"/>
                <a:cs typeface="Poppins" panose="00000500000000000000" pitchFamily="2" charset="0"/>
              </a:rPr>
            </a:br>
            <a:r>
              <a:rPr lang="en-US" sz="1800">
                <a:latin typeface="Poppins" panose="00000500000000000000" pitchFamily="2" charset="0"/>
                <a:cs typeface="Poppins" panose="00000500000000000000" pitchFamily="2" charset="0"/>
              </a:rPr>
              <a:t>Domestication theory (Silverstone &amp; Haddon, 1996)</a:t>
            </a:r>
            <a:endParaRPr lang="sv-SE">
              <a:latin typeface="Poppins" panose="00000500000000000000" pitchFamily="2" charset="0"/>
              <a:cs typeface="Poppins" panose="00000500000000000000" pitchFamily="2" charset="0"/>
            </a:endParaRPr>
          </a:p>
        </p:txBody>
      </p:sp>
      <p:sp>
        <p:nvSpPr>
          <p:cNvPr id="3" name="Content Placeholder 2">
            <a:extLst>
              <a:ext uri="{FF2B5EF4-FFF2-40B4-BE49-F238E27FC236}">
                <a16:creationId xmlns:a16="http://schemas.microsoft.com/office/drawing/2014/main" id="{86F87EE7-8488-EB3C-7D85-99786877DD40}"/>
              </a:ext>
            </a:extLst>
          </p:cNvPr>
          <p:cNvSpPr>
            <a:spLocks noGrp="1"/>
          </p:cNvSpPr>
          <p:nvPr>
            <p:ph idx="1"/>
          </p:nvPr>
        </p:nvSpPr>
        <p:spPr/>
        <p:txBody>
          <a:bodyPr>
            <a:normAutofit/>
          </a:bodyPr>
          <a:lstStyle/>
          <a:p>
            <a:pPr marL="342900" indent="-342900">
              <a:buFont typeface="+mj-lt"/>
              <a:buAutoNum type="arabicPeriod"/>
            </a:pPr>
            <a:r>
              <a:rPr lang="en-US" b="1">
                <a:latin typeface="Poppins" panose="00000500000000000000" pitchFamily="2" charset="0"/>
                <a:cs typeface="Poppins" panose="00000500000000000000" pitchFamily="2" charset="0"/>
              </a:rPr>
              <a:t>Appropriation</a:t>
            </a:r>
          </a:p>
          <a:p>
            <a:pPr lvl="1"/>
            <a:r>
              <a:rPr lang="en-US">
                <a:latin typeface="Poppins" panose="00000500000000000000" pitchFamily="2" charset="0"/>
                <a:cs typeface="Poppins" panose="00000500000000000000" pitchFamily="2" charset="0"/>
              </a:rPr>
              <a:t>users must accept and see value in combining personal experiences with sensor data</a:t>
            </a:r>
            <a:endParaRPr lang="en-US" b="1">
              <a:latin typeface="Poppins" panose="00000500000000000000" pitchFamily="2" charset="0"/>
              <a:cs typeface="Poppins" panose="00000500000000000000" pitchFamily="2" charset="0"/>
            </a:endParaRPr>
          </a:p>
          <a:p>
            <a:pPr marL="342900" indent="-342900">
              <a:buFont typeface="+mj-lt"/>
              <a:buAutoNum type="arabicPeriod"/>
            </a:pPr>
            <a:r>
              <a:rPr lang="en-US" b="1">
                <a:latin typeface="Poppins" panose="00000500000000000000" pitchFamily="2" charset="0"/>
                <a:cs typeface="Poppins" panose="00000500000000000000" pitchFamily="2" charset="0"/>
              </a:rPr>
              <a:t>Incorporation</a:t>
            </a:r>
          </a:p>
          <a:p>
            <a:pPr lvl="1"/>
            <a:r>
              <a:rPr lang="en-US">
                <a:latin typeface="Poppins" panose="00000500000000000000" pitchFamily="2" charset="0"/>
                <a:cs typeface="Poppins" panose="00000500000000000000" pitchFamily="2" charset="0"/>
              </a:rPr>
              <a:t>the system must fit naturally into their habits and routines</a:t>
            </a:r>
          </a:p>
          <a:p>
            <a:pPr marL="342900" indent="-342900">
              <a:buFont typeface="+mj-lt"/>
              <a:buAutoNum type="arabicPeriod"/>
            </a:pPr>
            <a:r>
              <a:rPr lang="en-US" b="1">
                <a:latin typeface="Poppins" panose="00000500000000000000" pitchFamily="2" charset="0"/>
                <a:cs typeface="Poppins" panose="00000500000000000000" pitchFamily="2" charset="0"/>
              </a:rPr>
              <a:t>Objectification</a:t>
            </a:r>
          </a:p>
          <a:p>
            <a:pPr lvl="1"/>
            <a:r>
              <a:rPr lang="en-US">
                <a:latin typeface="Poppins" panose="00000500000000000000" pitchFamily="2" charset="0"/>
                <a:cs typeface="Poppins" panose="00000500000000000000" pitchFamily="2" charset="0"/>
              </a:rPr>
              <a:t>patients must see the app as easy to use and the sensors physically comfortable to wear</a:t>
            </a:r>
          </a:p>
          <a:p>
            <a:pPr marL="342900" indent="-342900">
              <a:buFont typeface="+mj-lt"/>
              <a:buAutoNum type="arabicPeriod"/>
            </a:pPr>
            <a:r>
              <a:rPr lang="en-US" b="1">
                <a:latin typeface="Poppins" panose="00000500000000000000" pitchFamily="2" charset="0"/>
                <a:cs typeface="Poppins" panose="00000500000000000000" pitchFamily="2" charset="0"/>
              </a:rPr>
              <a:t>Conversion</a:t>
            </a:r>
          </a:p>
          <a:p>
            <a:pPr lvl="1"/>
            <a:r>
              <a:rPr lang="en-US">
                <a:latin typeface="Poppins" panose="00000500000000000000" pitchFamily="2" charset="0"/>
                <a:cs typeface="Poppins" panose="00000500000000000000" pitchFamily="2" charset="0"/>
              </a:rPr>
              <a:t>the system must share private experiences (e.g., pain or fatigue) and translate them into structured data that doctors can use</a:t>
            </a:r>
          </a:p>
        </p:txBody>
      </p:sp>
      <p:pic>
        <p:nvPicPr>
          <p:cNvPr id="4" name="Picture 3">
            <a:extLst>
              <a:ext uri="{FF2B5EF4-FFF2-40B4-BE49-F238E27FC236}">
                <a16:creationId xmlns:a16="http://schemas.microsoft.com/office/drawing/2014/main" id="{B70AC3AE-B474-FF7D-2D6C-C8B3B88E660D}"/>
              </a:ext>
            </a:extLst>
          </p:cNvPr>
          <p:cNvPicPr>
            <a:picLocks noChangeAspect="1"/>
          </p:cNvPicPr>
          <p:nvPr/>
        </p:nvPicPr>
        <p:blipFill>
          <a:blip r:embed="rId3"/>
          <a:srcRect l="18459" r="18605" b="8139"/>
          <a:stretch>
            <a:fillRect/>
          </a:stretch>
        </p:blipFill>
        <p:spPr>
          <a:xfrm>
            <a:off x="10817225" y="5520266"/>
            <a:ext cx="1374775" cy="1337734"/>
          </a:xfrm>
          <a:prstGeom prst="rect">
            <a:avLst/>
          </a:prstGeom>
        </p:spPr>
      </p:pic>
    </p:spTree>
    <p:extLst>
      <p:ext uri="{BB962C8B-B14F-4D97-AF65-F5344CB8AC3E}">
        <p14:creationId xmlns:p14="http://schemas.microsoft.com/office/powerpoint/2010/main" val="302461079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335780-7953-C38D-500B-1454DE9116C7}"/>
              </a:ext>
            </a:extLst>
          </p:cNvPr>
          <p:cNvSpPr>
            <a:spLocks noGrp="1"/>
          </p:cNvSpPr>
          <p:nvPr>
            <p:ph type="title"/>
          </p:nvPr>
        </p:nvSpPr>
        <p:spPr/>
        <p:txBody>
          <a:bodyPr/>
          <a:lstStyle/>
          <a:p>
            <a:r>
              <a:rPr lang="en-US" b="1">
                <a:latin typeface="Poppins"/>
                <a:ea typeface="+mj-lt"/>
                <a:cs typeface="Poppins"/>
              </a:rPr>
              <a:t>Theoretical perspectives</a:t>
            </a:r>
            <a:br>
              <a:rPr lang="en-US" b="1">
                <a:latin typeface="Poppins"/>
                <a:ea typeface="+mj-lt"/>
                <a:cs typeface="Poppins"/>
              </a:rPr>
            </a:br>
            <a:r>
              <a:rPr lang="en-US" sz="1800">
                <a:latin typeface="Poppins"/>
                <a:ea typeface="Calibri Light"/>
                <a:cs typeface="Poppins"/>
              </a:rPr>
              <a:t>Participatory design </a:t>
            </a:r>
            <a:r>
              <a:rPr lang="en-US" sz="1800" err="1">
                <a:latin typeface="Poppins"/>
                <a:ea typeface="Calibri Light"/>
                <a:cs typeface="Poppins"/>
              </a:rPr>
              <a:t>aND</a:t>
            </a:r>
            <a:r>
              <a:rPr lang="en-US" sz="1800">
                <a:latin typeface="Poppins"/>
                <a:ea typeface="Calibri Light"/>
                <a:cs typeface="Poppins"/>
              </a:rPr>
              <a:t> USER INVOLVMENT</a:t>
            </a:r>
            <a:endParaRPr lang="en-US"/>
          </a:p>
        </p:txBody>
      </p:sp>
      <p:sp>
        <p:nvSpPr>
          <p:cNvPr id="3" name="Content Placeholder 2">
            <a:extLst>
              <a:ext uri="{FF2B5EF4-FFF2-40B4-BE49-F238E27FC236}">
                <a16:creationId xmlns:a16="http://schemas.microsoft.com/office/drawing/2014/main" id="{F9BE4420-A8D5-0237-C283-D4F364D0E171}"/>
              </a:ext>
            </a:extLst>
          </p:cNvPr>
          <p:cNvSpPr>
            <a:spLocks noGrp="1"/>
          </p:cNvSpPr>
          <p:nvPr>
            <p:ph sz="half" idx="1"/>
          </p:nvPr>
        </p:nvSpPr>
        <p:spPr>
          <a:xfrm>
            <a:off x="685802" y="2112571"/>
            <a:ext cx="6912624" cy="3678630"/>
          </a:xfrm>
        </p:spPr>
        <p:txBody>
          <a:bodyPr/>
          <a:lstStyle/>
          <a:p>
            <a:r>
              <a:rPr lang="en-US">
                <a:ea typeface="+mn-lt"/>
                <a:cs typeface="+mn-lt"/>
              </a:rPr>
              <a:t>Designing </a:t>
            </a:r>
            <a:r>
              <a:rPr lang="en-US" b="1">
                <a:ea typeface="+mn-lt"/>
                <a:cs typeface="+mn-lt"/>
              </a:rPr>
              <a:t>with users</a:t>
            </a:r>
            <a:r>
              <a:rPr lang="en-US">
                <a:ea typeface="+mn-lt"/>
                <a:cs typeface="+mn-lt"/>
              </a:rPr>
              <a:t>, not only </a:t>
            </a:r>
            <a:r>
              <a:rPr lang="en-US" b="1">
                <a:ea typeface="+mn-lt"/>
                <a:cs typeface="+mn-lt"/>
              </a:rPr>
              <a:t>for users</a:t>
            </a:r>
            <a:r>
              <a:rPr lang="en-US">
                <a:ea typeface="+mn-lt"/>
                <a:cs typeface="+mn-lt"/>
              </a:rPr>
              <a:t> </a:t>
            </a:r>
            <a:endParaRPr lang="en-US">
              <a:ea typeface="Calibri" panose="020F0502020204030204"/>
              <a:cs typeface="Calibri" panose="020F0502020204030204"/>
            </a:endParaRPr>
          </a:p>
          <a:p>
            <a:pPr>
              <a:buClr>
                <a:srgbClr val="FFFFFF"/>
              </a:buClr>
            </a:pPr>
            <a:r>
              <a:rPr lang="en-US">
                <a:ea typeface="+mn-lt"/>
                <a:cs typeface="+mn-lt"/>
              </a:rPr>
              <a:t>Users should influence how the system is developed </a:t>
            </a:r>
            <a:endParaRPr lang="en-US"/>
          </a:p>
          <a:p>
            <a:pPr>
              <a:buClr>
                <a:srgbClr val="FFFFFF"/>
              </a:buClr>
            </a:pPr>
            <a:r>
              <a:rPr lang="en-US">
                <a:ea typeface="+mn-lt"/>
                <a:cs typeface="+mn-lt"/>
              </a:rPr>
              <a:t>Both </a:t>
            </a:r>
            <a:r>
              <a:rPr lang="en-US" b="1">
                <a:ea typeface="+mn-lt"/>
                <a:cs typeface="+mn-lt"/>
              </a:rPr>
              <a:t>patients</a:t>
            </a:r>
            <a:r>
              <a:rPr lang="en-US">
                <a:ea typeface="+mn-lt"/>
                <a:cs typeface="+mn-lt"/>
              </a:rPr>
              <a:t> and </a:t>
            </a:r>
            <a:r>
              <a:rPr lang="en-US" b="1">
                <a:ea typeface="+mn-lt"/>
                <a:cs typeface="+mn-lt"/>
              </a:rPr>
              <a:t>healthcare professionals</a:t>
            </a:r>
            <a:r>
              <a:rPr lang="en-US">
                <a:ea typeface="+mn-lt"/>
                <a:cs typeface="+mn-lt"/>
              </a:rPr>
              <a:t> have important knowledge </a:t>
            </a:r>
            <a:endParaRPr lang="en-US"/>
          </a:p>
          <a:p>
            <a:pPr>
              <a:buClr>
                <a:srgbClr val="FFFFFF"/>
              </a:buClr>
            </a:pPr>
            <a:r>
              <a:rPr lang="en-US">
                <a:ea typeface="+mn-lt"/>
                <a:cs typeface="+mn-lt"/>
              </a:rPr>
              <a:t>Their needs, routines, and concerns must shape the design</a:t>
            </a:r>
            <a:endParaRPr lang="en-US"/>
          </a:p>
          <a:p>
            <a:pPr>
              <a:buClr>
                <a:srgbClr val="FFFFFF"/>
              </a:buClr>
            </a:pPr>
            <a:endParaRPr lang="en-US">
              <a:ea typeface="Calibri"/>
              <a:cs typeface="Calibri"/>
            </a:endParaRPr>
          </a:p>
        </p:txBody>
      </p:sp>
    </p:spTree>
    <p:extLst>
      <p:ext uri="{BB962C8B-B14F-4D97-AF65-F5344CB8AC3E}">
        <p14:creationId xmlns:p14="http://schemas.microsoft.com/office/powerpoint/2010/main" val="5466960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3936F9-2B51-D2CD-8AE3-37D5164C260D}"/>
              </a:ext>
            </a:extLst>
          </p:cNvPr>
          <p:cNvSpPr>
            <a:spLocks noGrp="1"/>
          </p:cNvSpPr>
          <p:nvPr>
            <p:ph type="title"/>
          </p:nvPr>
        </p:nvSpPr>
        <p:spPr/>
        <p:txBody>
          <a:bodyPr/>
          <a:lstStyle/>
          <a:p>
            <a:r>
              <a:rPr lang="en-US" b="1">
                <a:latin typeface="Poppins"/>
                <a:ea typeface="+mj-lt"/>
                <a:cs typeface="Poppins"/>
              </a:rPr>
              <a:t>Why it matters for </a:t>
            </a:r>
            <a:r>
              <a:rPr lang="en-US" b="1" err="1">
                <a:latin typeface="Poppins"/>
                <a:ea typeface="+mj-lt"/>
                <a:cs typeface="Poppins"/>
              </a:rPr>
              <a:t>SenseHuman</a:t>
            </a:r>
            <a:endParaRPr lang="en-US" b="1" err="1">
              <a:latin typeface="Poppins"/>
              <a:cs typeface="Poppins"/>
            </a:endParaRPr>
          </a:p>
        </p:txBody>
      </p:sp>
      <p:sp>
        <p:nvSpPr>
          <p:cNvPr id="3" name="Content Placeholder 2">
            <a:extLst>
              <a:ext uri="{FF2B5EF4-FFF2-40B4-BE49-F238E27FC236}">
                <a16:creationId xmlns:a16="http://schemas.microsoft.com/office/drawing/2014/main" id="{F1D549AC-F4CA-7AD5-DE8A-A22488DC7375}"/>
              </a:ext>
            </a:extLst>
          </p:cNvPr>
          <p:cNvSpPr>
            <a:spLocks noGrp="1"/>
          </p:cNvSpPr>
          <p:nvPr>
            <p:ph sz="half" idx="1"/>
          </p:nvPr>
        </p:nvSpPr>
        <p:spPr/>
        <p:txBody>
          <a:bodyPr/>
          <a:lstStyle/>
          <a:p>
            <a:r>
              <a:rPr lang="en-US">
                <a:ea typeface="+mn-lt"/>
                <a:cs typeface="+mn-lt"/>
              </a:rPr>
              <a:t>Patients and healthcare professionals have </a:t>
            </a:r>
            <a:r>
              <a:rPr lang="en-US" b="1">
                <a:ea typeface="+mn-lt"/>
                <a:cs typeface="+mn-lt"/>
              </a:rPr>
              <a:t>different needs</a:t>
            </a:r>
            <a:r>
              <a:rPr lang="en-US">
                <a:ea typeface="+mn-lt"/>
                <a:cs typeface="+mn-lt"/>
              </a:rPr>
              <a:t> </a:t>
            </a:r>
            <a:endParaRPr lang="en-US">
              <a:ea typeface="Calibri" panose="020F0502020204030204"/>
              <a:cs typeface="Calibri" panose="020F0502020204030204"/>
            </a:endParaRPr>
          </a:p>
          <a:p>
            <a:pPr>
              <a:buClr>
                <a:srgbClr val="FFFFFF"/>
              </a:buClr>
            </a:pPr>
            <a:r>
              <a:rPr lang="en-US">
                <a:ea typeface="+mn-lt"/>
                <a:cs typeface="+mn-lt"/>
              </a:rPr>
              <a:t>Patients may want: simplicity, low effort, privacy, reassurance </a:t>
            </a:r>
            <a:endParaRPr lang="en-US"/>
          </a:p>
          <a:p>
            <a:pPr>
              <a:buClr>
                <a:srgbClr val="FFFFFF"/>
              </a:buClr>
            </a:pPr>
            <a:r>
              <a:rPr lang="en-US">
                <a:ea typeface="+mn-lt"/>
                <a:cs typeface="+mn-lt"/>
              </a:rPr>
              <a:t>Professionals may want: structure, reliability, clinical relevance </a:t>
            </a:r>
            <a:endParaRPr lang="en-US"/>
          </a:p>
          <a:p>
            <a:pPr>
              <a:buClr>
                <a:srgbClr val="FFFFFF"/>
              </a:buClr>
            </a:pPr>
            <a:r>
              <a:rPr lang="en-US">
                <a:ea typeface="+mn-lt"/>
                <a:cs typeface="+mn-lt"/>
              </a:rPr>
              <a:t>User involvement helps create a system that is </a:t>
            </a:r>
            <a:r>
              <a:rPr lang="en-US" b="1">
                <a:ea typeface="+mn-lt"/>
                <a:cs typeface="+mn-lt"/>
              </a:rPr>
              <a:t>useful, trusted, and realistic</a:t>
            </a:r>
            <a:endParaRPr lang="en-US"/>
          </a:p>
          <a:p>
            <a:pPr>
              <a:buClr>
                <a:srgbClr val="FFFFFF"/>
              </a:buClr>
            </a:pPr>
            <a:endParaRPr lang="en-US">
              <a:ea typeface="Calibri"/>
              <a:cs typeface="Calibri"/>
            </a:endParaRPr>
          </a:p>
        </p:txBody>
      </p:sp>
    </p:spTree>
    <p:extLst>
      <p:ext uri="{BB962C8B-B14F-4D97-AF65-F5344CB8AC3E}">
        <p14:creationId xmlns:p14="http://schemas.microsoft.com/office/powerpoint/2010/main" val="4572597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AC8E84-8C5A-69C6-28B9-44D9F08FE3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DF81DE-F381-DD3B-1800-90C8E09D5CE2}"/>
              </a:ext>
            </a:extLst>
          </p:cNvPr>
          <p:cNvSpPr>
            <a:spLocks noGrp="1"/>
          </p:cNvSpPr>
          <p:nvPr>
            <p:ph type="title"/>
          </p:nvPr>
        </p:nvSpPr>
        <p:spPr/>
        <p:txBody>
          <a:bodyPr/>
          <a:lstStyle/>
          <a:p>
            <a:r>
              <a:rPr lang="en-SE" b="1">
                <a:latin typeface="Poppins"/>
                <a:cs typeface="Poppins"/>
              </a:rPr>
              <a:t>Methodology: </a:t>
            </a:r>
            <a:r>
              <a:rPr lang="sv-SE" b="1">
                <a:latin typeface="Poppins"/>
                <a:ea typeface="+mj-lt"/>
                <a:cs typeface="Poppins"/>
              </a:rPr>
              <a:t>Study Design &amp; Early Stages</a:t>
            </a:r>
          </a:p>
        </p:txBody>
      </p:sp>
      <p:pic>
        <p:nvPicPr>
          <p:cNvPr id="4" name="Picture 3">
            <a:extLst>
              <a:ext uri="{FF2B5EF4-FFF2-40B4-BE49-F238E27FC236}">
                <a16:creationId xmlns:a16="http://schemas.microsoft.com/office/drawing/2014/main" id="{E64E01FD-4A59-B6A8-E514-FC9DB8598F54}"/>
              </a:ext>
            </a:extLst>
          </p:cNvPr>
          <p:cNvPicPr>
            <a:picLocks noChangeAspect="1"/>
          </p:cNvPicPr>
          <p:nvPr/>
        </p:nvPicPr>
        <p:blipFill>
          <a:blip r:embed="rId3"/>
          <a:srcRect l="18459" r="18605" b="8139"/>
          <a:stretch>
            <a:fillRect/>
          </a:stretch>
        </p:blipFill>
        <p:spPr>
          <a:xfrm>
            <a:off x="10817225" y="5520266"/>
            <a:ext cx="1374775" cy="1337734"/>
          </a:xfrm>
          <a:prstGeom prst="rect">
            <a:avLst/>
          </a:prstGeom>
        </p:spPr>
      </p:pic>
      <p:sp>
        <p:nvSpPr>
          <p:cNvPr id="5" name="TextBox 4">
            <a:extLst>
              <a:ext uri="{FF2B5EF4-FFF2-40B4-BE49-F238E27FC236}">
                <a16:creationId xmlns:a16="http://schemas.microsoft.com/office/drawing/2014/main" id="{511F6136-5D8F-FE45-9589-7FE619801112}"/>
              </a:ext>
            </a:extLst>
          </p:cNvPr>
          <p:cNvSpPr txBox="1"/>
          <p:nvPr/>
        </p:nvSpPr>
        <p:spPr>
          <a:xfrm>
            <a:off x="688474" y="2085473"/>
            <a:ext cx="8261684" cy="477053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28600" lvl="0" indent="-228600" rtl="0">
              <a:buFont typeface=""/>
              <a:buChar char="•"/>
            </a:pPr>
            <a:r>
              <a:rPr lang="en-US" sz="1600" b="1" baseline="0">
                <a:solidFill>
                  <a:srgbClr val="FFFFFF"/>
                </a:solidFill>
                <a:latin typeface="Calibri"/>
                <a:ea typeface="Arial"/>
                <a:cs typeface="Arial"/>
              </a:rPr>
              <a:t>Mixed-methods approach</a:t>
            </a:r>
            <a:r>
              <a:rPr lang="en-US" sz="1600">
                <a:solidFill>
                  <a:srgbClr val="FFFFFF"/>
                </a:solidFill>
                <a:latin typeface="Calibri"/>
                <a:ea typeface="Arial"/>
                <a:cs typeface="Arial"/>
              </a:rPr>
              <a:t>​</a:t>
            </a:r>
          </a:p>
          <a:p>
            <a:pPr marL="228600" indent="-228600">
              <a:buFont typeface=""/>
              <a:buChar char="•"/>
            </a:pPr>
            <a:endParaRPr lang="en-US" sz="1600">
              <a:solidFill>
                <a:srgbClr val="FFFFFF"/>
              </a:solidFill>
              <a:latin typeface="Calibri"/>
              <a:ea typeface="Arial"/>
              <a:cs typeface="Arial"/>
            </a:endParaRPr>
          </a:p>
          <a:p>
            <a:pPr marL="228600" lvl="0" indent="-228600" rtl="0">
              <a:buFont typeface=""/>
              <a:buChar char="•"/>
            </a:pPr>
            <a:r>
              <a:rPr lang="en-US" sz="1600" b="1" baseline="0">
                <a:solidFill>
                  <a:srgbClr val="FFFFFF"/>
                </a:solidFill>
                <a:latin typeface="Calibri"/>
                <a:ea typeface="Arial"/>
                <a:cs typeface="Arial"/>
              </a:rPr>
              <a:t>4 stages:</a:t>
            </a:r>
            <a:r>
              <a:rPr lang="en-US" sz="1600">
                <a:solidFill>
                  <a:srgbClr val="FFFFFF"/>
                </a:solidFill>
                <a:latin typeface="Calibri"/>
                <a:ea typeface="Arial"/>
                <a:cs typeface="Arial"/>
              </a:rPr>
              <a:t>​</a:t>
            </a:r>
          </a:p>
          <a:p>
            <a:pPr marL="685800" lvl="2" indent="-228600" rtl="0">
              <a:buFont typeface="Wingdings"/>
              <a:buChar char="§"/>
            </a:pPr>
            <a:r>
              <a:rPr lang="en-US" sz="1600" b="1" baseline="0">
                <a:solidFill>
                  <a:srgbClr val="FFFFFF"/>
                </a:solidFill>
                <a:latin typeface="Calibri"/>
                <a:ea typeface="Arial"/>
                <a:cs typeface="Arial"/>
              </a:rPr>
              <a:t>Interviews</a:t>
            </a:r>
            <a:r>
              <a:rPr lang="en-US" sz="1600">
                <a:solidFill>
                  <a:srgbClr val="FFFFFF"/>
                </a:solidFill>
                <a:latin typeface="Calibri"/>
                <a:ea typeface="Arial"/>
                <a:cs typeface="Arial"/>
              </a:rPr>
              <a:t>​</a:t>
            </a:r>
          </a:p>
          <a:p>
            <a:pPr marL="685800" lvl="2" indent="-228600" rtl="0">
              <a:buFont typeface="Wingdings"/>
              <a:buChar char="§"/>
            </a:pPr>
            <a:r>
              <a:rPr lang="en-US" sz="1600" b="1" baseline="0">
                <a:solidFill>
                  <a:srgbClr val="FFFFFF"/>
                </a:solidFill>
                <a:latin typeface="Calibri"/>
                <a:ea typeface="Arial"/>
                <a:cs typeface="Arial"/>
              </a:rPr>
              <a:t>Design workshops</a:t>
            </a:r>
            <a:r>
              <a:rPr lang="en-US" sz="1600">
                <a:solidFill>
                  <a:srgbClr val="FFFFFF"/>
                </a:solidFill>
                <a:latin typeface="Calibri"/>
                <a:ea typeface="Arial"/>
                <a:cs typeface="Arial"/>
              </a:rPr>
              <a:t>​</a:t>
            </a:r>
          </a:p>
          <a:p>
            <a:pPr marL="685800" lvl="2" indent="-228600" rtl="0">
              <a:buFont typeface="Wingdings"/>
              <a:buChar char="§"/>
            </a:pPr>
            <a:r>
              <a:rPr lang="en-US" sz="1600" b="1" baseline="0">
                <a:solidFill>
                  <a:srgbClr val="FFFFFF"/>
                </a:solidFill>
                <a:latin typeface="Calibri"/>
                <a:ea typeface="Arial"/>
                <a:cs typeface="Arial"/>
              </a:rPr>
              <a:t>Home study</a:t>
            </a:r>
            <a:r>
              <a:rPr lang="en-US" sz="1600">
                <a:solidFill>
                  <a:srgbClr val="FFFFFF"/>
                </a:solidFill>
                <a:latin typeface="Calibri"/>
                <a:ea typeface="Arial"/>
                <a:cs typeface="Arial"/>
              </a:rPr>
              <a:t>​</a:t>
            </a:r>
          </a:p>
          <a:p>
            <a:pPr marL="685800" lvl="2" indent="-228600" rtl="0">
              <a:buFont typeface="Wingdings"/>
              <a:buChar char="§"/>
            </a:pPr>
            <a:r>
              <a:rPr lang="en-US" sz="1600" b="1" baseline="0">
                <a:solidFill>
                  <a:srgbClr val="FFFFFF"/>
                </a:solidFill>
                <a:latin typeface="Calibri"/>
                <a:ea typeface="Arial"/>
                <a:cs typeface="Arial"/>
              </a:rPr>
              <a:t>Survey</a:t>
            </a:r>
            <a:r>
              <a:rPr lang="en-US" sz="1600">
                <a:solidFill>
                  <a:srgbClr val="FFFFFF"/>
                </a:solidFill>
                <a:latin typeface="Calibri"/>
                <a:ea typeface="Arial"/>
                <a:cs typeface="Arial"/>
              </a:rPr>
              <a:t>​</a:t>
            </a:r>
          </a:p>
          <a:p>
            <a:pPr marL="457200" lvl="2"/>
            <a:endParaRPr lang="en-US" sz="1600">
              <a:solidFill>
                <a:srgbClr val="FFFFFF"/>
              </a:solidFill>
              <a:latin typeface="Calibri"/>
              <a:ea typeface="Arial"/>
              <a:cs typeface="Arial"/>
            </a:endParaRPr>
          </a:p>
          <a:p>
            <a:pPr marL="228600" lvl="0" indent="-228600" rtl="0">
              <a:buFont typeface=""/>
              <a:buChar char="•"/>
            </a:pPr>
            <a:r>
              <a:rPr lang="en-US" sz="1600" b="1" baseline="0">
                <a:solidFill>
                  <a:srgbClr val="FFFFFF"/>
                </a:solidFill>
                <a:latin typeface="Calibri"/>
                <a:ea typeface="Arial"/>
                <a:cs typeface="Arial"/>
              </a:rPr>
              <a:t>Goal: understand real-world use, not just usability</a:t>
            </a:r>
            <a:r>
              <a:rPr lang="en-US" sz="1600">
                <a:solidFill>
                  <a:srgbClr val="FFFFFF"/>
                </a:solidFill>
                <a:latin typeface="Calibri"/>
                <a:ea typeface="Arial"/>
                <a:cs typeface="Arial"/>
              </a:rPr>
              <a:t>​</a:t>
            </a:r>
          </a:p>
          <a:p>
            <a:endParaRPr lang="en-US" sz="1600">
              <a:solidFill>
                <a:srgbClr val="FFFFFF"/>
              </a:solidFill>
              <a:latin typeface="Calibri"/>
              <a:ea typeface="Arial"/>
              <a:cs typeface="Arial"/>
            </a:endParaRPr>
          </a:p>
          <a:p>
            <a:pPr marL="228600" indent="-228600">
              <a:buFont typeface=""/>
              <a:buChar char="•"/>
            </a:pPr>
            <a:r>
              <a:rPr lang="en-US" sz="1600" b="1" baseline="0">
                <a:solidFill>
                  <a:srgbClr val="FFFFFF"/>
                </a:solidFill>
                <a:latin typeface="Calibri"/>
                <a:ea typeface="Arial"/>
                <a:cs typeface="Arial"/>
              </a:rPr>
              <a:t>Stage </a:t>
            </a:r>
            <a:r>
              <a:rPr lang="en-US" sz="1600" b="1">
                <a:solidFill>
                  <a:srgbClr val="FFFFFF"/>
                </a:solidFill>
                <a:latin typeface="Calibri"/>
                <a:ea typeface="Arial"/>
                <a:cs typeface="Arial"/>
              </a:rPr>
              <a:t>1: Interviews</a:t>
            </a:r>
            <a:r>
              <a:rPr lang="en-US" sz="1600">
                <a:solidFill>
                  <a:srgbClr val="FFFFFF"/>
                </a:solidFill>
                <a:latin typeface="Calibri"/>
                <a:ea typeface="Arial"/>
                <a:cs typeface="Arial"/>
              </a:rPr>
              <a:t>​</a:t>
            </a:r>
          </a:p>
          <a:p>
            <a:pPr marL="685800" lvl="2" indent="-228600" rtl="0">
              <a:buFont typeface="Wingdings"/>
              <a:buChar char="§"/>
            </a:pPr>
            <a:r>
              <a:rPr lang="en-US" sz="1600" b="1" baseline="0">
                <a:solidFill>
                  <a:srgbClr val="FFFFFF"/>
                </a:solidFill>
                <a:latin typeface="Calibri"/>
                <a:ea typeface="Arial"/>
                <a:cs typeface="Arial"/>
              </a:rPr>
              <a:t> patients + </a:t>
            </a:r>
            <a:r>
              <a:rPr lang="en-US" sz="1600" b="1">
                <a:solidFill>
                  <a:srgbClr val="FFFFFF"/>
                </a:solidFill>
                <a:latin typeface="Calibri"/>
                <a:ea typeface="Arial"/>
                <a:cs typeface="Arial"/>
              </a:rPr>
              <a:t>healthcare</a:t>
            </a:r>
            <a:r>
              <a:rPr lang="en-US" sz="1600" b="1" baseline="0">
                <a:solidFill>
                  <a:srgbClr val="FFFFFF"/>
                </a:solidFill>
                <a:latin typeface="Calibri"/>
                <a:ea typeface="Arial"/>
                <a:cs typeface="Arial"/>
              </a:rPr>
              <a:t> professionals</a:t>
            </a:r>
            <a:r>
              <a:rPr lang="en-US" sz="1600">
                <a:solidFill>
                  <a:srgbClr val="FFFFFF"/>
                </a:solidFill>
                <a:latin typeface="Calibri"/>
                <a:ea typeface="Arial"/>
                <a:cs typeface="Arial"/>
              </a:rPr>
              <a:t>​</a:t>
            </a:r>
          </a:p>
          <a:p>
            <a:pPr marL="685800" lvl="2" indent="-228600" rtl="0">
              <a:buFont typeface="Wingdings"/>
              <a:buChar char="§"/>
            </a:pPr>
            <a:r>
              <a:rPr lang="en-US" sz="1600" b="1" baseline="0">
                <a:solidFill>
                  <a:srgbClr val="FFFFFF"/>
                </a:solidFill>
                <a:latin typeface="Calibri"/>
                <a:ea typeface="Arial"/>
                <a:cs typeface="Arial"/>
              </a:rPr>
              <a:t>Explore habits, needs, and concerns</a:t>
            </a:r>
            <a:r>
              <a:rPr lang="en-US" sz="1600">
                <a:solidFill>
                  <a:srgbClr val="FFFFFF"/>
                </a:solidFill>
                <a:latin typeface="Calibri"/>
                <a:ea typeface="Arial"/>
                <a:cs typeface="Arial"/>
              </a:rPr>
              <a:t>​</a:t>
            </a:r>
          </a:p>
          <a:p>
            <a:pPr marL="685800" lvl="2" indent="-228600">
              <a:buFont typeface="Wingdings"/>
              <a:buChar char="§"/>
            </a:pPr>
            <a:endParaRPr lang="en-US" sz="1600">
              <a:solidFill>
                <a:srgbClr val="FFFFFF"/>
              </a:solidFill>
              <a:latin typeface="Calibri"/>
              <a:ea typeface="Arial"/>
              <a:cs typeface="Arial"/>
            </a:endParaRPr>
          </a:p>
          <a:p>
            <a:pPr marL="228600" indent="-228600">
              <a:buFont typeface=""/>
              <a:buChar char="•"/>
            </a:pPr>
            <a:r>
              <a:rPr lang="en-US" sz="1600" b="1" baseline="0">
                <a:solidFill>
                  <a:srgbClr val="FFFFFF"/>
                </a:solidFill>
                <a:latin typeface="Calibri"/>
                <a:ea typeface="Arial"/>
                <a:cs typeface="Arial"/>
              </a:rPr>
              <a:t>Stage 2</a:t>
            </a:r>
            <a:r>
              <a:rPr lang="en-US" sz="1600" b="1">
                <a:solidFill>
                  <a:srgbClr val="FFFFFF"/>
                </a:solidFill>
                <a:latin typeface="Calibri"/>
                <a:ea typeface="Arial"/>
                <a:cs typeface="Arial"/>
              </a:rPr>
              <a:t>:</a:t>
            </a:r>
            <a:r>
              <a:rPr lang="en-US" sz="1600" b="1" baseline="0">
                <a:solidFill>
                  <a:srgbClr val="FFFFFF"/>
                </a:solidFill>
                <a:latin typeface="Calibri"/>
                <a:ea typeface="Arial"/>
                <a:cs typeface="Arial"/>
              </a:rPr>
              <a:t> Workshops</a:t>
            </a:r>
            <a:r>
              <a:rPr lang="en-US" sz="1600">
                <a:solidFill>
                  <a:srgbClr val="FFFFFF"/>
                </a:solidFill>
                <a:latin typeface="Calibri"/>
                <a:ea typeface="Arial"/>
                <a:cs typeface="Arial"/>
              </a:rPr>
              <a:t>​</a:t>
            </a:r>
          </a:p>
          <a:p>
            <a:pPr marL="685800" lvl="2" indent="-228600" rtl="0">
              <a:buFont typeface="Wingdings"/>
              <a:buChar char="§"/>
            </a:pPr>
            <a:r>
              <a:rPr lang="en-US" sz="1600" b="1" baseline="0">
                <a:solidFill>
                  <a:srgbClr val="FFFFFF"/>
                </a:solidFill>
                <a:latin typeface="Calibri"/>
                <a:ea typeface="Arial"/>
                <a:cs typeface="Arial"/>
              </a:rPr>
              <a:t>Patients + professionals co-design system</a:t>
            </a:r>
            <a:r>
              <a:rPr lang="en-US" sz="1600">
                <a:solidFill>
                  <a:srgbClr val="FFFFFF"/>
                </a:solidFill>
                <a:latin typeface="Calibri"/>
                <a:ea typeface="Arial"/>
                <a:cs typeface="Arial"/>
              </a:rPr>
              <a:t>​</a:t>
            </a:r>
          </a:p>
          <a:p>
            <a:pPr marL="685800" lvl="2" indent="-228600" rtl="0">
              <a:buFont typeface="Wingdings"/>
              <a:buChar char="§"/>
            </a:pPr>
            <a:r>
              <a:rPr lang="en-US" sz="1600" b="1" baseline="0">
                <a:solidFill>
                  <a:srgbClr val="FFFFFF"/>
                </a:solidFill>
                <a:latin typeface="Calibri"/>
                <a:ea typeface="Arial"/>
                <a:cs typeface="Arial"/>
              </a:rPr>
              <a:t>Focus on combining symptoms + sensor data</a:t>
            </a:r>
            <a:r>
              <a:rPr lang="en-US" sz="1600">
                <a:solidFill>
                  <a:srgbClr val="FFFFFF"/>
                </a:solidFill>
                <a:latin typeface="Calibri"/>
                <a:ea typeface="Arial"/>
                <a:cs typeface="Arial"/>
              </a:rPr>
              <a:t>​</a:t>
            </a:r>
          </a:p>
          <a:p>
            <a:pPr marL="228600" lvl="0" indent="-228600" rtl="0">
              <a:buFont typeface=""/>
              <a:buChar char="•"/>
            </a:pPr>
            <a:endParaRPr lang="en-US" sz="1600">
              <a:solidFill>
                <a:srgbClr val="FFFFFF"/>
              </a:solidFill>
              <a:latin typeface="Arial"/>
              <a:ea typeface="Arial"/>
              <a:cs typeface="Arial"/>
            </a:endParaRPr>
          </a:p>
          <a:p>
            <a:pPr algn="ctr"/>
            <a:endParaRPr lang="en-US" sz="1600">
              <a:ea typeface="Calibri"/>
              <a:cs typeface="Calibri"/>
            </a:endParaRPr>
          </a:p>
        </p:txBody>
      </p:sp>
    </p:spTree>
    <p:extLst>
      <p:ext uri="{BB962C8B-B14F-4D97-AF65-F5344CB8AC3E}">
        <p14:creationId xmlns:p14="http://schemas.microsoft.com/office/powerpoint/2010/main" val="54335150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435176-2FD4-91C3-1FB4-D1B1166526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2B8E30-C83B-D5E6-BA21-A137D041FC76}"/>
              </a:ext>
            </a:extLst>
          </p:cNvPr>
          <p:cNvSpPr>
            <a:spLocks noGrp="1"/>
          </p:cNvSpPr>
          <p:nvPr>
            <p:ph type="title"/>
          </p:nvPr>
        </p:nvSpPr>
        <p:spPr/>
        <p:txBody>
          <a:bodyPr/>
          <a:lstStyle/>
          <a:p>
            <a:r>
              <a:rPr lang="en-US" b="1">
                <a:latin typeface="Poppins"/>
                <a:ea typeface="+mj-lt"/>
                <a:cs typeface="Poppins"/>
              </a:rPr>
              <a:t>Methodology: Real-World Testing &amp; Evaluation</a:t>
            </a:r>
            <a:endParaRPr lang="en-US" b="1">
              <a:latin typeface="Poppins"/>
              <a:cs typeface="Poppins"/>
            </a:endParaRPr>
          </a:p>
        </p:txBody>
      </p:sp>
      <p:pic>
        <p:nvPicPr>
          <p:cNvPr id="4" name="Picture 3">
            <a:extLst>
              <a:ext uri="{FF2B5EF4-FFF2-40B4-BE49-F238E27FC236}">
                <a16:creationId xmlns:a16="http://schemas.microsoft.com/office/drawing/2014/main" id="{99DC1BEE-64A4-7937-7DD8-35870E881CFE}"/>
              </a:ext>
            </a:extLst>
          </p:cNvPr>
          <p:cNvPicPr>
            <a:picLocks noChangeAspect="1"/>
          </p:cNvPicPr>
          <p:nvPr/>
        </p:nvPicPr>
        <p:blipFill>
          <a:blip r:embed="rId3"/>
          <a:srcRect l="18459" r="18605" b="8139"/>
          <a:stretch>
            <a:fillRect/>
          </a:stretch>
        </p:blipFill>
        <p:spPr>
          <a:xfrm>
            <a:off x="10817225" y="5520266"/>
            <a:ext cx="1374775" cy="1337734"/>
          </a:xfrm>
          <a:prstGeom prst="rect">
            <a:avLst/>
          </a:prstGeom>
        </p:spPr>
      </p:pic>
      <p:sp>
        <p:nvSpPr>
          <p:cNvPr id="5" name="TextBox 4">
            <a:extLst>
              <a:ext uri="{FF2B5EF4-FFF2-40B4-BE49-F238E27FC236}">
                <a16:creationId xmlns:a16="http://schemas.microsoft.com/office/drawing/2014/main" id="{08B59694-C38E-F963-26B3-E74551CFA06C}"/>
              </a:ext>
            </a:extLst>
          </p:cNvPr>
          <p:cNvSpPr txBox="1"/>
          <p:nvPr/>
        </p:nvSpPr>
        <p:spPr>
          <a:xfrm>
            <a:off x="688474" y="2085473"/>
            <a:ext cx="8261684" cy="452431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1600" b="1">
                <a:ea typeface="+mn-lt"/>
                <a:cs typeface="+mn-lt"/>
              </a:rPr>
              <a:t>Stage 3: Home Study (3 weeks)</a:t>
            </a:r>
            <a:endParaRPr lang="en-US" sz="1600" b="1">
              <a:ea typeface="Calibri"/>
              <a:cs typeface="Calibri"/>
            </a:endParaRPr>
          </a:p>
          <a:p>
            <a:pPr marL="742950" lvl="1" indent="-285750">
              <a:buFont typeface="Arial"/>
              <a:buChar char="•"/>
            </a:pPr>
            <a:r>
              <a:rPr lang="en-US" sz="1600" b="1">
                <a:ea typeface="+mn-lt"/>
                <a:cs typeface="+mn-lt"/>
              </a:rPr>
              <a:t>Use prototype in daily life</a:t>
            </a:r>
            <a:endParaRPr lang="en-US" b="1">
              <a:ea typeface="Calibri" panose="020F0502020204030204"/>
              <a:cs typeface="Calibri" panose="020F0502020204030204"/>
            </a:endParaRPr>
          </a:p>
          <a:p>
            <a:pPr marL="742950" lvl="1" indent="-285750">
              <a:buFont typeface="Arial"/>
              <a:buChar char="•"/>
            </a:pPr>
            <a:r>
              <a:rPr lang="en-US" sz="1600" b="1">
                <a:ea typeface="+mn-lt"/>
                <a:cs typeface="+mn-lt"/>
              </a:rPr>
              <a:t>Wear sensor + record journal entries</a:t>
            </a:r>
            <a:endParaRPr lang="en-US" b="1">
              <a:ea typeface="Calibri" panose="020F0502020204030204"/>
              <a:cs typeface="Calibri" panose="020F0502020204030204"/>
            </a:endParaRPr>
          </a:p>
          <a:p>
            <a:pPr marL="742950" lvl="1" indent="-285750">
              <a:buFont typeface="Arial"/>
              <a:buChar char="•"/>
            </a:pPr>
            <a:r>
              <a:rPr lang="en-US" sz="1600" b="1">
                <a:ea typeface="+mn-lt"/>
                <a:cs typeface="+mn-lt"/>
              </a:rPr>
              <a:t>Observe routines, effort, and usefulness</a:t>
            </a:r>
            <a:endParaRPr lang="en-US" b="1">
              <a:ea typeface="Calibri" panose="020F0502020204030204"/>
              <a:cs typeface="Calibri" panose="020F0502020204030204"/>
            </a:endParaRPr>
          </a:p>
          <a:p>
            <a:pPr lvl="1"/>
            <a:endParaRPr lang="en-US" sz="1600" b="1">
              <a:ea typeface="+mn-lt"/>
              <a:cs typeface="+mn-lt"/>
            </a:endParaRPr>
          </a:p>
          <a:p>
            <a:pPr marL="285750" indent="-285750">
              <a:buFont typeface="Arial"/>
              <a:buChar char="•"/>
            </a:pPr>
            <a:r>
              <a:rPr lang="en-US" sz="1600" b="1">
                <a:ea typeface="+mn-lt"/>
                <a:cs typeface="+mn-lt"/>
              </a:rPr>
              <a:t>Stage 4: Survey</a:t>
            </a:r>
            <a:endParaRPr lang="en-US" b="1">
              <a:ea typeface="Calibri" panose="020F0502020204030204"/>
              <a:cs typeface="Calibri" panose="020F0502020204030204"/>
            </a:endParaRPr>
          </a:p>
          <a:p>
            <a:pPr marL="742950" lvl="1" indent="-285750">
              <a:buFont typeface="Arial"/>
              <a:buChar char="•"/>
            </a:pPr>
            <a:r>
              <a:rPr lang="en-US" sz="1600" b="1">
                <a:ea typeface="+mn-lt"/>
                <a:cs typeface="+mn-lt"/>
              </a:rPr>
              <a:t>Evaluate:</a:t>
            </a:r>
            <a:endParaRPr lang="en-US" b="1">
              <a:ea typeface="Calibri" panose="020F0502020204030204"/>
              <a:cs typeface="Calibri" panose="020F0502020204030204"/>
            </a:endParaRPr>
          </a:p>
          <a:p>
            <a:pPr marL="1200150" lvl="2" indent="-285750">
              <a:buFont typeface="Arial"/>
              <a:buChar char="•"/>
            </a:pPr>
            <a:r>
              <a:rPr lang="en-US" sz="1600" b="1">
                <a:ea typeface="+mn-lt"/>
                <a:cs typeface="+mn-lt"/>
              </a:rPr>
              <a:t>Usefulness</a:t>
            </a:r>
            <a:endParaRPr lang="en-US" b="1">
              <a:ea typeface="Calibri" panose="020F0502020204030204"/>
              <a:cs typeface="Calibri" panose="020F0502020204030204"/>
            </a:endParaRPr>
          </a:p>
          <a:p>
            <a:pPr marL="1200150" lvl="2" indent="-285750">
              <a:buFont typeface="Arial"/>
              <a:buChar char="•"/>
            </a:pPr>
            <a:r>
              <a:rPr lang="en-US" sz="1600" b="1">
                <a:ea typeface="+mn-lt"/>
                <a:cs typeface="+mn-lt"/>
              </a:rPr>
              <a:t>Ease of use</a:t>
            </a:r>
            <a:endParaRPr lang="en-US" b="1">
              <a:ea typeface="Calibri" panose="020F0502020204030204"/>
              <a:cs typeface="Calibri" panose="020F0502020204030204"/>
            </a:endParaRPr>
          </a:p>
          <a:p>
            <a:pPr marL="1200150" lvl="2" indent="-285750">
              <a:buFont typeface="Arial"/>
              <a:buChar char="•"/>
            </a:pPr>
            <a:r>
              <a:rPr lang="en-US" sz="1600" b="1">
                <a:ea typeface="+mn-lt"/>
                <a:cs typeface="+mn-lt"/>
              </a:rPr>
              <a:t>Trust</a:t>
            </a:r>
            <a:endParaRPr lang="en-US" b="1">
              <a:ea typeface="Calibri" panose="020F0502020204030204"/>
              <a:cs typeface="Calibri" panose="020F0502020204030204"/>
            </a:endParaRPr>
          </a:p>
          <a:p>
            <a:pPr marL="1200150" lvl="2" indent="-285750">
              <a:buFont typeface="Arial"/>
              <a:buChar char="•"/>
            </a:pPr>
            <a:r>
              <a:rPr lang="en-US" sz="1600" b="1">
                <a:ea typeface="+mn-lt"/>
                <a:cs typeface="+mn-lt"/>
              </a:rPr>
              <a:t>User experience</a:t>
            </a:r>
            <a:endParaRPr lang="en-US" b="1">
              <a:ea typeface="+mn-lt"/>
              <a:cs typeface="+mn-lt"/>
            </a:endParaRPr>
          </a:p>
          <a:p>
            <a:pPr marL="1200150" lvl="2" indent="-285750">
              <a:buFont typeface="Arial"/>
              <a:buChar char="•"/>
            </a:pPr>
            <a:endParaRPr lang="en-US" sz="1600" b="1">
              <a:ea typeface="Calibri"/>
              <a:cs typeface="Calibri"/>
            </a:endParaRPr>
          </a:p>
          <a:p>
            <a:pPr marL="285750" indent="-285750">
              <a:buFont typeface="Arial"/>
              <a:buChar char="•"/>
            </a:pPr>
            <a:r>
              <a:rPr lang="en-US" sz="1600" b="1">
                <a:ea typeface="+mn-lt"/>
                <a:cs typeface="+mn-lt"/>
              </a:rPr>
              <a:t>Why this approach?</a:t>
            </a:r>
          </a:p>
          <a:p>
            <a:pPr marL="742950" lvl="1" indent="-285750">
              <a:buFont typeface="Arial"/>
              <a:buChar char="•"/>
            </a:pPr>
            <a:r>
              <a:rPr lang="en-US" sz="1600" b="1">
                <a:ea typeface="+mn-lt"/>
                <a:cs typeface="+mn-lt"/>
              </a:rPr>
              <a:t>Captures both:</a:t>
            </a:r>
            <a:endParaRPr lang="en-US" b="1">
              <a:ea typeface="Calibri"/>
              <a:cs typeface="Calibri"/>
            </a:endParaRPr>
          </a:p>
          <a:p>
            <a:pPr marL="1200150" lvl="2" indent="-285750">
              <a:buFont typeface="Arial"/>
              <a:buChar char="•"/>
            </a:pPr>
            <a:r>
              <a:rPr lang="en-US" sz="1600" b="1">
                <a:ea typeface="+mn-lt"/>
                <a:cs typeface="+mn-lt"/>
              </a:rPr>
              <a:t>User experience (qualitative)</a:t>
            </a:r>
            <a:endParaRPr lang="en-US" b="1">
              <a:ea typeface="Calibri" panose="020F0502020204030204"/>
              <a:cs typeface="Calibri" panose="020F0502020204030204"/>
            </a:endParaRPr>
          </a:p>
          <a:p>
            <a:pPr marL="1200150" lvl="2" indent="-285750">
              <a:buFont typeface="Arial"/>
              <a:buChar char="•"/>
            </a:pPr>
            <a:r>
              <a:rPr lang="en-US" sz="1600" b="1">
                <a:ea typeface="+mn-lt"/>
                <a:cs typeface="+mn-lt"/>
              </a:rPr>
              <a:t>Acceptance (quantitative)</a:t>
            </a:r>
            <a:endParaRPr lang="en-US" b="1">
              <a:ea typeface="Calibri" panose="020F0502020204030204"/>
              <a:cs typeface="Calibri" panose="020F0502020204030204"/>
            </a:endParaRPr>
          </a:p>
          <a:p>
            <a:pPr marL="742950" lvl="1" indent="-285750">
              <a:buFont typeface="Arial"/>
              <a:buChar char="•"/>
            </a:pPr>
            <a:r>
              <a:rPr lang="en-US" sz="1600" b="1">
                <a:ea typeface="+mn-lt"/>
                <a:cs typeface="+mn-lt"/>
              </a:rPr>
              <a:t>Shows how system works </a:t>
            </a:r>
            <a:r>
              <a:rPr lang="en-US" sz="1600" b="1" err="1">
                <a:ea typeface="+mn-lt"/>
                <a:cs typeface="+mn-lt"/>
              </a:rPr>
              <a:t>over time</a:t>
            </a:r>
            <a:endParaRPr lang="en-US" b="1">
              <a:ea typeface="Calibri" panose="020F0502020204030204"/>
              <a:cs typeface="Calibri" panose="020F0502020204030204"/>
            </a:endParaRPr>
          </a:p>
          <a:p>
            <a:pPr marL="285750" indent="-285750">
              <a:buFont typeface="Arial"/>
              <a:buChar char="•"/>
            </a:pPr>
            <a:endParaRPr lang="en-US" sz="1600" b="1">
              <a:ea typeface="Calibri"/>
              <a:cs typeface="Calibri"/>
            </a:endParaRPr>
          </a:p>
        </p:txBody>
      </p:sp>
    </p:spTree>
    <p:extLst>
      <p:ext uri="{BB962C8B-B14F-4D97-AF65-F5344CB8AC3E}">
        <p14:creationId xmlns:p14="http://schemas.microsoft.com/office/powerpoint/2010/main" val="401816594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Bild 4" descr="ljuspunkter">
            <a:extLst>
              <a:ext uri="{FF2B5EF4-FFF2-40B4-BE49-F238E27FC236}">
                <a16:creationId xmlns:a16="http://schemas.microsoft.com/office/drawing/2014/main" id="{20A520D0-11CF-4639-8537-F56A8A2FDCFD}"/>
              </a:ext>
            </a:extLst>
          </p:cNvPr>
          <p:cNvPicPr>
            <a:picLocks noChangeAspect="1"/>
          </p:cNvPicPr>
          <p:nvPr/>
        </p:nvPicPr>
        <p:blipFill rotWithShape="1">
          <a:blip r:embed="rId3">
            <a:alphaModFix amt="20000"/>
            <a:extLst>
              <a:ext uri="{28A0092B-C50C-407E-A947-70E740481C1C}">
                <a14:useLocalDpi xmlns:a14="http://schemas.microsoft.com/office/drawing/2010/main"/>
              </a:ext>
            </a:extLst>
          </a:blip>
          <a:srcRect/>
          <a:stretch/>
        </p:blipFill>
        <p:spPr>
          <a:xfrm>
            <a:off x="20" y="10"/>
            <a:ext cx="12191980" cy="6857990"/>
          </a:xfrm>
          <a:prstGeom prst="rect">
            <a:avLst/>
          </a:prstGeom>
        </p:spPr>
      </p:pic>
      <p:sp>
        <p:nvSpPr>
          <p:cNvPr id="2" name="Rubrik 1">
            <a:extLst>
              <a:ext uri="{FF2B5EF4-FFF2-40B4-BE49-F238E27FC236}">
                <a16:creationId xmlns:a16="http://schemas.microsoft.com/office/drawing/2014/main" id="{D44BCB7C-A6FC-4118-9027-468ECFDE6455}"/>
              </a:ext>
            </a:extLst>
          </p:cNvPr>
          <p:cNvSpPr>
            <a:spLocks noGrp="1"/>
          </p:cNvSpPr>
          <p:nvPr>
            <p:ph type="ctrTitle"/>
          </p:nvPr>
        </p:nvSpPr>
        <p:spPr>
          <a:xfrm>
            <a:off x="3962399" y="2573867"/>
            <a:ext cx="7197726" cy="2421464"/>
          </a:xfrm>
        </p:spPr>
        <p:txBody>
          <a:bodyPr rtlCol="0">
            <a:normAutofit/>
          </a:bodyPr>
          <a:lstStyle/>
          <a:p>
            <a:pPr rtl="0"/>
            <a:r>
              <a:rPr lang="en-SE" b="1">
                <a:latin typeface="Poppins" panose="00000500000000000000" pitchFamily="2" charset="0"/>
                <a:cs typeface="Poppins" panose="00000500000000000000" pitchFamily="2" charset="0"/>
              </a:rPr>
              <a:t>THANK you</a:t>
            </a:r>
            <a:r>
              <a:rPr lang="sv-SE" b="1">
                <a:latin typeface="Poppins" panose="00000500000000000000" pitchFamily="2" charset="0"/>
                <a:cs typeface="Poppins" panose="00000500000000000000" pitchFamily="2" charset="0"/>
              </a:rPr>
              <a:t>!</a:t>
            </a:r>
          </a:p>
        </p:txBody>
      </p:sp>
      <p:sp>
        <p:nvSpPr>
          <p:cNvPr id="3" name="Underrubrik 2">
            <a:extLst>
              <a:ext uri="{FF2B5EF4-FFF2-40B4-BE49-F238E27FC236}">
                <a16:creationId xmlns:a16="http://schemas.microsoft.com/office/drawing/2014/main" id="{4B64FA72-B055-4AE3-A6FD-8071BD687CBE}"/>
              </a:ext>
            </a:extLst>
          </p:cNvPr>
          <p:cNvSpPr>
            <a:spLocks noGrp="1"/>
          </p:cNvSpPr>
          <p:nvPr>
            <p:ph type="subTitle" idx="1"/>
          </p:nvPr>
        </p:nvSpPr>
        <p:spPr>
          <a:xfrm>
            <a:off x="3962399" y="4995332"/>
            <a:ext cx="7197726" cy="1405467"/>
          </a:xfrm>
        </p:spPr>
        <p:txBody>
          <a:bodyPr rtlCol="0">
            <a:normAutofit fontScale="85000" lnSpcReduction="20000"/>
          </a:bodyPr>
          <a:lstStyle/>
          <a:p>
            <a:pPr rtl="0"/>
            <a:r>
              <a:rPr lang="en-SE" cap="none">
                <a:solidFill>
                  <a:schemeClr val="accent1">
                    <a:lumMod val="40000"/>
                    <a:lumOff val="60000"/>
                  </a:schemeClr>
                </a:solidFill>
                <a:sym typeface="Wingdings" panose="05000000000000000000" pitchFamily="2" charset="2"/>
              </a:rPr>
              <a:t>sahandkh@kth.se </a:t>
            </a:r>
          </a:p>
          <a:p>
            <a:r>
              <a:rPr lang="sv-SE" cap="none" err="1">
                <a:solidFill>
                  <a:schemeClr val="accent1">
                    <a:lumMod val="40000"/>
                    <a:lumOff val="60000"/>
                  </a:schemeClr>
                </a:solidFill>
                <a:ea typeface="Calibri"/>
                <a:cs typeface="Calibri"/>
              </a:rPr>
              <a:t>marefi@kth.s</a:t>
            </a:r>
            <a:r>
              <a:rPr lang="en-SE" cap="none">
                <a:solidFill>
                  <a:schemeClr val="accent1">
                    <a:lumMod val="40000"/>
                    <a:lumOff val="60000"/>
                  </a:schemeClr>
                </a:solidFill>
                <a:ea typeface="Calibri"/>
                <a:cs typeface="Calibri"/>
              </a:rPr>
              <a:t>e </a:t>
            </a:r>
          </a:p>
          <a:p>
            <a:r>
              <a:rPr lang="en-SE" cap="none">
                <a:solidFill>
                  <a:schemeClr val="accent1">
                    <a:lumMod val="40000"/>
                    <a:lumOff val="60000"/>
                  </a:schemeClr>
                </a:solidFill>
                <a:ea typeface="Calibri"/>
                <a:cs typeface="Calibri"/>
                <a:hlinkClick r:id="rId4"/>
              </a:rPr>
              <a:t>qusaiaha@kth.se</a:t>
            </a:r>
            <a:endParaRPr lang="sv-SE" cap="none">
              <a:solidFill>
                <a:schemeClr val="accent1">
                  <a:lumMod val="40000"/>
                  <a:lumOff val="60000"/>
                </a:schemeClr>
              </a:solidFill>
              <a:ea typeface="Calibri"/>
              <a:cs typeface="Calibri"/>
              <a:hlinkClick r:id="rId4"/>
            </a:endParaRPr>
          </a:p>
          <a:p>
            <a:r>
              <a:rPr lang="sv-SE" cap="none">
                <a:solidFill>
                  <a:schemeClr val="accent1">
                    <a:lumMod val="40000"/>
                    <a:lumOff val="60000"/>
                  </a:schemeClr>
                </a:solidFill>
                <a:ea typeface="Calibri"/>
                <a:cs typeface="Calibri"/>
              </a:rPr>
              <a:t>Kyliea@kth.se</a:t>
            </a:r>
          </a:p>
          <a:p>
            <a:endParaRPr lang="sv-SE">
              <a:solidFill>
                <a:schemeClr val="accent1">
                  <a:lumMod val="40000"/>
                  <a:lumOff val="60000"/>
                </a:schemeClr>
              </a:solidFill>
              <a:ea typeface="Calibri" panose="020F0502020204030204"/>
              <a:cs typeface="Calibri" panose="020F0502020204030204"/>
            </a:endParaRPr>
          </a:p>
        </p:txBody>
      </p:sp>
      <p:pic>
        <p:nvPicPr>
          <p:cNvPr id="4" name="Picture 3">
            <a:extLst>
              <a:ext uri="{FF2B5EF4-FFF2-40B4-BE49-F238E27FC236}">
                <a16:creationId xmlns:a16="http://schemas.microsoft.com/office/drawing/2014/main" id="{7847FE36-8103-F599-DD23-3F59CEC229E8}"/>
              </a:ext>
            </a:extLst>
          </p:cNvPr>
          <p:cNvPicPr>
            <a:picLocks noChangeAspect="1"/>
          </p:cNvPicPr>
          <p:nvPr/>
        </p:nvPicPr>
        <p:blipFill>
          <a:blip r:embed="rId5"/>
          <a:srcRect/>
          <a:stretch/>
        </p:blipFill>
        <p:spPr>
          <a:xfrm>
            <a:off x="1280258" y="1640906"/>
            <a:ext cx="5364282" cy="3576187"/>
          </a:xfrm>
          <a:prstGeom prst="rect">
            <a:avLst/>
          </a:prstGeom>
        </p:spPr>
      </p:pic>
    </p:spTree>
    <p:extLst>
      <p:ext uri="{BB962C8B-B14F-4D97-AF65-F5344CB8AC3E}">
        <p14:creationId xmlns:p14="http://schemas.microsoft.com/office/powerpoint/2010/main" val="293993086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Himmelsk">
  <a:themeElements>
    <a:clrScheme name="Celestial">
      <a:dk1>
        <a:sysClr val="windowText" lastClr="000000"/>
      </a:dk1>
      <a:lt1>
        <a:sysClr val="window" lastClr="FFFFFF"/>
      </a:lt1>
      <a:dk2>
        <a:srgbClr val="3F296A"/>
      </a:dk2>
      <a:lt2>
        <a:srgbClr val="EBEBEB"/>
      </a:lt2>
      <a:accent1>
        <a:srgbClr val="E84574"/>
      </a:accent1>
      <a:accent2>
        <a:srgbClr val="798FF2"/>
      </a:accent2>
      <a:accent3>
        <a:srgbClr val="95C369"/>
      </a:accent3>
      <a:accent4>
        <a:srgbClr val="EE875A"/>
      </a:accent4>
      <a:accent5>
        <a:srgbClr val="C363E8"/>
      </a:accent5>
      <a:accent6>
        <a:srgbClr val="6AADC8"/>
      </a:accent6>
      <a:hlink>
        <a:srgbClr val="FE80C7"/>
      </a:hlink>
      <a:folHlink>
        <a:srgbClr val="FBA3EC"/>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Office_50521706_TF22566005_Win32" id="{7841755E-8DC2-4F69-B6F6-99E90AAD511B}" vid="{4F370972-A735-4817-BB80-38A014CB60B0}"/>
    </a:ext>
  </a:ext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t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93813dd7ca6ad654711aa0ab317e03a3">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f11dc0ce689dd3925e84e4e35398c6e7"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A0D51BCB-0419-432E-B7F1-25548446A625}">
  <ds:schemaRefs>
    <ds:schemaRef ds:uri="http://schemas.microsoft.com/sharepoint/v3/contenttype/forms"/>
  </ds:schemaRefs>
</ds:datastoreItem>
</file>

<file path=customXml/itemProps2.xml><?xml version="1.0" encoding="utf-8"?>
<ds:datastoreItem xmlns:ds="http://schemas.openxmlformats.org/officeDocument/2006/customXml" ds:itemID="{9E8D3305-1D9D-4BC8-A40F-6F8AE50BD76B}">
  <ds:schemaRefs>
    <ds:schemaRef ds:uri="16c05727-aa75-4e4a-9b5f-8a80a1165891"/>
    <ds:schemaRef ds:uri="71af3243-3dd4-4a8d-8c0d-dd76da1f02a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0/xmlns/"/>
    <ds:schemaRef ds:uri="http://www.w3.org/2001/XMLSchema"/>
  </ds:schemaRefs>
</ds:datastoreItem>
</file>

<file path=customXml/itemProps3.xml><?xml version="1.0" encoding="utf-8"?>
<ds:datastoreItem xmlns:ds="http://schemas.openxmlformats.org/officeDocument/2006/customXml" ds:itemID="{1F08B90B-70ED-4539-9C14-FB2728D9064F}">
  <ds:schemaRefs>
    <ds:schemaRef ds:uri="71af3243-3dd4-4a8d-8c0d-dd76da1f02a5"/>
    <ds:schemaRef ds:uri="http://schemas.microsoft.com/office/2006/metadata/properties"/>
    <ds:schemaRef ds:uri="http://schemas.microsoft.com/office/infopath/2007/PartnerControls"/>
    <ds:schemaRef ds:uri="http://www.w3.org/2000/xmlns/"/>
    <ds:schemaRef ds:uri="http://www.w3.org/2001/XMLSchema-instance"/>
  </ds:schemaRefs>
</ds:datastoreItem>
</file>

<file path=docProps/app.xml><?xml version="1.0" encoding="utf-8"?>
<Properties xmlns="http://schemas.openxmlformats.org/officeDocument/2006/extended-properties" xmlns:vt="http://schemas.openxmlformats.org/officeDocument/2006/docPropsVTypes">
  <Template>CM2010 Seminar</Template>
  <Application>Microsoft Office PowerPoint</Application>
  <PresentationFormat>Widescreen</PresentationFormat>
  <Slides>12</Slides>
  <Notes>6</Notes>
  <HiddenSlides>0</HiddenSlide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Himmelsk</vt:lpstr>
      <vt:lpstr>PowerPoint Presentation</vt:lpstr>
      <vt:lpstr>The Problem</vt:lpstr>
      <vt:lpstr>The Solution</vt:lpstr>
      <vt:lpstr>User Group: Patients</vt:lpstr>
      <vt:lpstr>User Group: Healthcare Professionals</vt:lpstr>
      <vt:lpstr>Theoretical perspectives Domestication theory (Silverstone &amp; Haddon, 1996) </vt:lpstr>
      <vt:lpstr>Theoretical perspectives Domestication theory (Silverstone &amp; Haddon, 1996)</vt:lpstr>
      <vt:lpstr>Theoretical perspectives Participatory design aND USER INVOLVMENT</vt:lpstr>
      <vt:lpstr>Why it matters for SenseHuman</vt:lpstr>
      <vt:lpstr>Methodology: Study Design &amp; Early Stages</vt:lpstr>
      <vt:lpstr>Methodology: Real-World Testing &amp; Evaluation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Sahand Khodabandehloo</dc:creator>
  <cp:revision>1</cp:revision>
  <dcterms:created xsi:type="dcterms:W3CDTF">2026-04-21T12:34:12Z</dcterms:created>
  <dcterms:modified xsi:type="dcterms:W3CDTF">2026-04-22T09:58:57Z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