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20"/>
  </p:notesMasterIdLst>
  <p:handoutMasterIdLst>
    <p:handoutMasterId r:id="rId21"/>
  </p:handoutMasterIdLst>
  <p:sldIdLst>
    <p:sldId id="256" r:id="rId5"/>
    <p:sldId id="285" r:id="rId6"/>
    <p:sldId id="291" r:id="rId7"/>
    <p:sldId id="292" r:id="rId8"/>
    <p:sldId id="295" r:id="rId9"/>
    <p:sldId id="300" r:id="rId10"/>
    <p:sldId id="299" r:id="rId11"/>
    <p:sldId id="293" r:id="rId12"/>
    <p:sldId id="294" r:id="rId13"/>
    <p:sldId id="298" r:id="rId14"/>
    <p:sldId id="301" r:id="rId15"/>
    <p:sldId id="302" r:id="rId16"/>
    <p:sldId id="296" r:id="rId17"/>
    <p:sldId id="289" r:id="rId18"/>
    <p:sldId id="274" r:id="rId19"/>
  </p:sldIdLst>
  <p:sldSz cx="12192000" cy="6858000"/>
  <p:notesSz cx="6858000" cy="9144000"/>
  <p:defaultTextStyle>
    <a:defPPr rtl="0">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F388E4-43EE-B54D-B7FD-4D01B1A41C6D}" v="67" dt="2026-03-09T11:21:43.391"/>
    <p1510:client id="{07B70242-DE3C-B134-B821-9225BC574A11}" v="3580" dt="2026-03-08T16:36:50.648"/>
    <p1510:client id="{22B3B283-51EA-B4CE-10A2-177A32B407CA}" v="4" dt="2026-03-08T16:32:44.396"/>
    <p1510:client id="{73748DAD-88C4-44D3-BB35-DE6AFD405998}" v="2914" dt="2026-03-09T10:24:55.313"/>
    <p1510:client id="{8F4A9A2D-DB65-8CBC-EAB0-9B2CCEA29D28}" v="962" dt="2026-03-08T16:30:52.500"/>
    <p1510:client id="{B33A0DDB-D5F5-9868-881B-D1B13DC95B09}" v="47" dt="2026-03-08T23:30:01.0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nd Khodabandehloo" userId="cb03d64890cf78b3" providerId="LiveId" clId="{AEADFE8F-089F-4D1C-B910-EFAA6FC09485}"/>
    <pc:docChg chg="modSld">
      <pc:chgData name="Sahand Khodabandehloo" userId="cb03d64890cf78b3" providerId="LiveId" clId="{AEADFE8F-089F-4D1C-B910-EFAA6FC09485}" dt="2026-03-09T11:21:43.391" v="141" actId="20577"/>
      <pc:docMkLst>
        <pc:docMk/>
      </pc:docMkLst>
      <pc:sldChg chg="modSp mod">
        <pc:chgData name="Sahand Khodabandehloo" userId="cb03d64890cf78b3" providerId="LiveId" clId="{AEADFE8F-089F-4D1C-B910-EFAA6FC09485}" dt="2026-03-09T10:58:04.550" v="74" actId="20577"/>
        <pc:sldMkLst>
          <pc:docMk/>
          <pc:sldMk cId="2960998872" sldId="285"/>
        </pc:sldMkLst>
        <pc:spChg chg="mod">
          <ac:chgData name="Sahand Khodabandehloo" userId="cb03d64890cf78b3" providerId="LiveId" clId="{AEADFE8F-089F-4D1C-B910-EFAA6FC09485}" dt="2026-03-09T10:58:04.550" v="74" actId="20577"/>
          <ac:spMkLst>
            <pc:docMk/>
            <pc:sldMk cId="2960998872" sldId="285"/>
            <ac:spMk id="3" creationId="{269BB4FC-2808-D5ED-4FF4-937CF798DA75}"/>
          </ac:spMkLst>
        </pc:spChg>
      </pc:sldChg>
      <pc:sldChg chg="modNotesTx">
        <pc:chgData name="Sahand Khodabandehloo" userId="cb03d64890cf78b3" providerId="LiveId" clId="{AEADFE8F-089F-4D1C-B910-EFAA6FC09485}" dt="2026-03-09T11:21:43.391" v="141" actId="20577"/>
        <pc:sldMkLst>
          <pc:docMk/>
          <pc:sldMk cId="3212546625" sldId="289"/>
        </pc:sldMkLst>
      </pc:sldChg>
    </pc:docChg>
  </pc:docChgLst>
  <pc:docChgLst>
    <pc:chgData name="Sahand Khodabandehloo" userId="cb03d64890cf78b3" providerId="LiveId" clId="{D26E0251-44D5-4BB6-A8C2-D8C8C62E7A5B}"/>
    <pc:docChg chg="undo redo custSel addSld delSld modSld">
      <pc:chgData name="Sahand Khodabandehloo" userId="cb03d64890cf78b3" providerId="LiveId" clId="{D26E0251-44D5-4BB6-A8C2-D8C8C62E7A5B}" dt="2026-03-09T10:28:08.809" v="2917" actId="47"/>
      <pc:docMkLst>
        <pc:docMk/>
      </pc:docMkLst>
      <pc:sldChg chg="del">
        <pc:chgData name="Sahand Khodabandehloo" userId="cb03d64890cf78b3" providerId="LiveId" clId="{D26E0251-44D5-4BB6-A8C2-D8C8C62E7A5B}" dt="2026-03-08T16:26:08.775" v="563" actId="47"/>
        <pc:sldMkLst>
          <pc:docMk/>
          <pc:sldMk cId="2076266795" sldId="282"/>
        </pc:sldMkLst>
      </pc:sldChg>
      <pc:sldChg chg="modSp del mod">
        <pc:chgData name="Sahand Khodabandehloo" userId="cb03d64890cf78b3" providerId="LiveId" clId="{D26E0251-44D5-4BB6-A8C2-D8C8C62E7A5B}" dt="2026-03-09T10:28:08.809" v="2917" actId="47"/>
        <pc:sldMkLst>
          <pc:docMk/>
          <pc:sldMk cId="3363490857" sldId="288"/>
        </pc:sldMkLst>
        <pc:picChg chg="mod">
          <ac:chgData name="Sahand Khodabandehloo" userId="cb03d64890cf78b3" providerId="LiveId" clId="{D26E0251-44D5-4BB6-A8C2-D8C8C62E7A5B}" dt="2026-03-09T09:57:03.991" v="2904" actId="14826"/>
          <ac:picMkLst>
            <pc:docMk/>
            <pc:sldMk cId="3363490857" sldId="288"/>
            <ac:picMk id="4" creationId="{F235DC53-CCD9-2C31-2DB9-AD06194664D6}"/>
          </ac:picMkLst>
        </pc:picChg>
      </pc:sldChg>
      <pc:sldChg chg="modSp mod modNotesTx">
        <pc:chgData name="Sahand Khodabandehloo" userId="cb03d64890cf78b3" providerId="LiveId" clId="{D26E0251-44D5-4BB6-A8C2-D8C8C62E7A5B}" dt="2026-03-08T17:05:27.671" v="2902" actId="20577"/>
        <pc:sldMkLst>
          <pc:docMk/>
          <pc:sldMk cId="3212546625" sldId="289"/>
        </pc:sldMkLst>
        <pc:spChg chg="mod">
          <ac:chgData name="Sahand Khodabandehloo" userId="cb03d64890cf78b3" providerId="LiveId" clId="{D26E0251-44D5-4BB6-A8C2-D8C8C62E7A5B}" dt="2026-03-08T16:56:58.509" v="2698" actId="20577"/>
          <ac:spMkLst>
            <pc:docMk/>
            <pc:sldMk cId="3212546625" sldId="289"/>
            <ac:spMk id="3" creationId="{46D1694B-C74A-F323-A50B-76C14917E2A1}"/>
          </ac:spMkLst>
        </pc:spChg>
      </pc:sldChg>
      <pc:sldChg chg="addSp delSp modSp mod delAnim modAnim">
        <pc:chgData name="Sahand Khodabandehloo" userId="cb03d64890cf78b3" providerId="LiveId" clId="{D26E0251-44D5-4BB6-A8C2-D8C8C62E7A5B}" dt="2026-03-09T10:25:18.576" v="2916" actId="1076"/>
        <pc:sldMkLst>
          <pc:docMk/>
          <pc:sldMk cId="1990706220" sldId="291"/>
        </pc:sldMkLst>
        <pc:picChg chg="del">
          <ac:chgData name="Sahand Khodabandehloo" userId="cb03d64890cf78b3" providerId="LiveId" clId="{D26E0251-44D5-4BB6-A8C2-D8C8C62E7A5B}" dt="2026-03-09T10:24:59.485" v="2907" actId="478"/>
          <ac:picMkLst>
            <pc:docMk/>
            <pc:sldMk cId="1990706220" sldId="291"/>
            <ac:picMk id="3" creationId="{69C82FC0-20B4-C186-6E6B-BCB1E40282C0}"/>
          </ac:picMkLst>
        </pc:picChg>
        <pc:picChg chg="add mod">
          <ac:chgData name="Sahand Khodabandehloo" userId="cb03d64890cf78b3" providerId="LiveId" clId="{D26E0251-44D5-4BB6-A8C2-D8C8C62E7A5B}" dt="2026-03-09T10:25:18.576" v="2916" actId="1076"/>
          <ac:picMkLst>
            <pc:docMk/>
            <pc:sldMk cId="1990706220" sldId="291"/>
            <ac:picMk id="4" creationId="{F059EB7C-77AB-04D6-1427-7A7C1CFF7E8F}"/>
          </ac:picMkLst>
        </pc:picChg>
      </pc:sldChg>
      <pc:sldChg chg="modSp add mod modNotesTx">
        <pc:chgData name="Sahand Khodabandehloo" userId="cb03d64890cf78b3" providerId="LiveId" clId="{D26E0251-44D5-4BB6-A8C2-D8C8C62E7A5B}" dt="2026-03-08T16:54:45.690" v="2565" actId="20577"/>
        <pc:sldMkLst>
          <pc:docMk/>
          <pc:sldMk cId="2378584267" sldId="296"/>
        </pc:sldMkLst>
        <pc:spChg chg="mod">
          <ac:chgData name="Sahand Khodabandehloo" userId="cb03d64890cf78b3" providerId="LiveId" clId="{D26E0251-44D5-4BB6-A8C2-D8C8C62E7A5B}" dt="2026-03-08T16:27:43.724" v="654" actId="113"/>
          <ac:spMkLst>
            <pc:docMk/>
            <pc:sldMk cId="2378584267" sldId="296"/>
            <ac:spMk id="3" creationId="{8006E496-0CA7-631B-3551-FDB1122416F4}"/>
          </ac:spMkLst>
        </pc:spChg>
      </pc:sldChg>
      <pc:sldChg chg="add del modNotesTx">
        <pc:chgData name="Sahand Khodabandehloo" userId="cb03d64890cf78b3" providerId="LiveId" clId="{D26E0251-44D5-4BB6-A8C2-D8C8C62E7A5B}" dt="2026-03-08T14:05:33.507" v="10" actId="47"/>
        <pc:sldMkLst>
          <pc:docMk/>
          <pc:sldMk cId="3495297332" sldId="296"/>
        </pc:sldMkLst>
      </pc:sldChg>
    </pc:docChg>
  </pc:docChgLst>
  <pc:docChgLst>
    <pc:chgData name="Gästanvändare" providerId="Windows Live" clId="Web-{07B70242-DE3C-B134-B821-9225BC574A11}"/>
    <pc:docChg chg="addSld delSld modSld">
      <pc:chgData name="Gästanvändare" userId="" providerId="Windows Live" clId="Web-{07B70242-DE3C-B134-B821-9225BC574A11}" dt="2026-03-08T16:36:50.648" v="1944" actId="1076"/>
      <pc:docMkLst>
        <pc:docMk/>
      </pc:docMkLst>
      <pc:sldChg chg="del">
        <pc:chgData name="Gästanvändare" userId="" providerId="Windows Live" clId="Web-{07B70242-DE3C-B134-B821-9225BC574A11}" dt="2026-03-08T14:51:10.495" v="1330"/>
        <pc:sldMkLst>
          <pc:docMk/>
          <pc:sldMk cId="2857753309" sldId="286"/>
        </pc:sldMkLst>
      </pc:sldChg>
      <pc:sldChg chg="del">
        <pc:chgData name="Gästanvändare" userId="" providerId="Windows Live" clId="Web-{07B70242-DE3C-B134-B821-9225BC574A11}" dt="2026-03-08T14:51:08.698" v="1329"/>
        <pc:sldMkLst>
          <pc:docMk/>
          <pc:sldMk cId="1200188810" sldId="290"/>
        </pc:sldMkLst>
      </pc:sldChg>
      <pc:sldChg chg="modSp">
        <pc:chgData name="Gästanvändare" userId="" providerId="Windows Live" clId="Web-{07B70242-DE3C-B134-B821-9225BC574A11}" dt="2026-03-08T12:45:28.766" v="284" actId="20577"/>
        <pc:sldMkLst>
          <pc:docMk/>
          <pc:sldMk cId="705404637" sldId="292"/>
        </pc:sldMkLst>
        <pc:spChg chg="mod">
          <ac:chgData name="Gästanvändare" userId="" providerId="Windows Live" clId="Web-{07B70242-DE3C-B134-B821-9225BC574A11}" dt="2026-03-08T12:45:28.766" v="284" actId="20577"/>
          <ac:spMkLst>
            <pc:docMk/>
            <pc:sldMk cId="705404637" sldId="292"/>
            <ac:spMk id="3" creationId="{FD33BCCB-8519-7A51-E859-EABD962B6CF4}"/>
          </ac:spMkLst>
        </pc:spChg>
      </pc:sldChg>
      <pc:sldChg chg="addSp delSp modSp new">
        <pc:chgData name="Gästanvändare" userId="" providerId="Windows Live" clId="Web-{07B70242-DE3C-B134-B821-9225BC574A11}" dt="2026-03-08T12:52:49.622" v="416" actId="1076"/>
        <pc:sldMkLst>
          <pc:docMk/>
          <pc:sldMk cId="3471860944" sldId="293"/>
        </pc:sldMkLst>
        <pc:spChg chg="mod">
          <ac:chgData name="Gästanvändare" userId="" providerId="Windows Live" clId="Web-{07B70242-DE3C-B134-B821-9225BC574A11}" dt="2026-03-08T12:52:49.622" v="416" actId="1076"/>
          <ac:spMkLst>
            <pc:docMk/>
            <pc:sldMk cId="3471860944" sldId="293"/>
            <ac:spMk id="2" creationId="{85D8190C-7FD6-66CE-952F-6A4786E9A44B}"/>
          </ac:spMkLst>
        </pc:spChg>
        <pc:spChg chg="del">
          <ac:chgData name="Gästanvändare" userId="" providerId="Windows Live" clId="Web-{07B70242-DE3C-B134-B821-9225BC574A11}" dt="2026-03-08T12:37:15.121" v="21"/>
          <ac:spMkLst>
            <pc:docMk/>
            <pc:sldMk cId="3471860944" sldId="293"/>
            <ac:spMk id="3" creationId="{54549924-D178-6A42-ADDF-45E8FF254272}"/>
          </ac:spMkLst>
        </pc:spChg>
        <pc:spChg chg="add mod">
          <ac:chgData name="Gästanvändare" userId="" providerId="Windows Live" clId="Web-{07B70242-DE3C-B134-B821-9225BC574A11}" dt="2026-03-08T12:52:39.419" v="414" actId="1076"/>
          <ac:spMkLst>
            <pc:docMk/>
            <pc:sldMk cId="3471860944" sldId="293"/>
            <ac:spMk id="4" creationId="{C72D4B13-1152-06DA-A4D2-AB1BA34357B8}"/>
          </ac:spMkLst>
        </pc:spChg>
        <pc:spChg chg="add del mod">
          <ac:chgData name="Gästanvändare" userId="" providerId="Windows Live" clId="Web-{07B70242-DE3C-B134-B821-9225BC574A11}" dt="2026-03-08T12:45:49.750" v="294"/>
          <ac:spMkLst>
            <pc:docMk/>
            <pc:sldMk cId="3471860944" sldId="293"/>
            <ac:spMk id="5" creationId="{E1E31981-8570-77EA-316E-9567022DFA4B}"/>
          </ac:spMkLst>
        </pc:spChg>
        <pc:spChg chg="add del mod">
          <ac:chgData name="Gästanvändare" userId="" providerId="Windows Live" clId="Web-{07B70242-DE3C-B134-B821-9225BC574A11}" dt="2026-03-08T12:46:57.610" v="316"/>
          <ac:spMkLst>
            <pc:docMk/>
            <pc:sldMk cId="3471860944" sldId="293"/>
            <ac:spMk id="6" creationId="{047481E9-04AD-00E9-90B5-F731F2B04C41}"/>
          </ac:spMkLst>
        </pc:spChg>
        <pc:spChg chg="add mod">
          <ac:chgData name="Gästanvändare" userId="" providerId="Windows Live" clId="Web-{07B70242-DE3C-B134-B821-9225BC574A11}" dt="2026-03-08T12:52:38.794" v="412" actId="1076"/>
          <ac:spMkLst>
            <pc:docMk/>
            <pc:sldMk cId="3471860944" sldId="293"/>
            <ac:spMk id="7" creationId="{46E3402C-3D17-FFA0-E56D-38AFD08487DC}"/>
          </ac:spMkLst>
        </pc:spChg>
        <pc:spChg chg="add mod">
          <ac:chgData name="Gästanvändare" userId="" providerId="Windows Live" clId="Web-{07B70242-DE3C-B134-B821-9225BC574A11}" dt="2026-03-08T12:47:49.237" v="342" actId="1076"/>
          <ac:spMkLst>
            <pc:docMk/>
            <pc:sldMk cId="3471860944" sldId="293"/>
            <ac:spMk id="8" creationId="{26644212-D939-59FE-3ABD-42CC9C2B9046}"/>
          </ac:spMkLst>
        </pc:spChg>
        <pc:spChg chg="add mod">
          <ac:chgData name="Gästanvändare" userId="" providerId="Windows Live" clId="Web-{07B70242-DE3C-B134-B821-9225BC574A11}" dt="2026-03-08T12:49:14.443" v="389" actId="1076"/>
          <ac:spMkLst>
            <pc:docMk/>
            <pc:sldMk cId="3471860944" sldId="293"/>
            <ac:spMk id="9" creationId="{0C446679-5E8A-C908-B044-9E3F7216BB1E}"/>
          </ac:spMkLst>
        </pc:spChg>
      </pc:sldChg>
      <pc:sldChg chg="addSp delSp modSp new">
        <pc:chgData name="Gästanvändare" userId="" providerId="Windows Live" clId="Web-{07B70242-DE3C-B134-B821-9225BC574A11}" dt="2026-03-08T16:25:42.541" v="1548" actId="1076"/>
        <pc:sldMkLst>
          <pc:docMk/>
          <pc:sldMk cId="2726513911" sldId="294"/>
        </pc:sldMkLst>
        <pc:spChg chg="mod">
          <ac:chgData name="Gästanvändare" userId="" providerId="Windows Live" clId="Web-{07B70242-DE3C-B134-B821-9225BC574A11}" dt="2026-03-08T12:52:45.919" v="415" actId="1076"/>
          <ac:spMkLst>
            <pc:docMk/>
            <pc:sldMk cId="2726513911" sldId="294"/>
            <ac:spMk id="2" creationId="{2C3C28CE-C639-CD8B-DF30-D0BAD2D3E45B}"/>
          </ac:spMkLst>
        </pc:spChg>
        <pc:spChg chg="del">
          <ac:chgData name="Gästanvändare" userId="" providerId="Windows Live" clId="Web-{07B70242-DE3C-B134-B821-9225BC574A11}" dt="2026-03-08T12:52:24.699" v="408"/>
          <ac:spMkLst>
            <pc:docMk/>
            <pc:sldMk cId="2726513911" sldId="294"/>
            <ac:spMk id="3" creationId="{270ADA75-35CE-0E55-6B11-B23BA593CD97}"/>
          </ac:spMkLst>
        </pc:spChg>
        <pc:spChg chg="add mod">
          <ac:chgData name="Gästanvändare" userId="" providerId="Windows Live" clId="Web-{07B70242-DE3C-B134-B821-9225BC574A11}" dt="2026-03-08T15:09:01.297" v="1364" actId="20577"/>
          <ac:spMkLst>
            <pc:docMk/>
            <pc:sldMk cId="2726513911" sldId="294"/>
            <ac:spMk id="4" creationId="{6A5C81C5-D893-22D9-380E-1E04403138FF}"/>
          </ac:spMkLst>
        </pc:spChg>
        <pc:spChg chg="add mod">
          <ac:chgData name="Gästanvändare" userId="" providerId="Windows Live" clId="Web-{07B70242-DE3C-B134-B821-9225BC574A11}" dt="2026-03-08T16:25:27.806" v="1544" actId="1076"/>
          <ac:spMkLst>
            <pc:docMk/>
            <pc:sldMk cId="2726513911" sldId="294"/>
            <ac:spMk id="5" creationId="{D7159001-2738-8BDF-5775-E302534BE8C5}"/>
          </ac:spMkLst>
        </pc:spChg>
        <pc:spChg chg="add del mod">
          <ac:chgData name="Gästanvändare" userId="" providerId="Windows Live" clId="Web-{07B70242-DE3C-B134-B821-9225BC574A11}" dt="2026-03-08T13:08:11.403" v="453"/>
          <ac:spMkLst>
            <pc:docMk/>
            <pc:sldMk cId="2726513911" sldId="294"/>
            <ac:spMk id="8" creationId="{B1D740B3-FFBD-CF43-D0C7-09FE664448B5}"/>
          </ac:spMkLst>
        </pc:spChg>
        <pc:spChg chg="add del mod">
          <ac:chgData name="Gästanvändare" userId="" providerId="Windows Live" clId="Web-{07B70242-DE3C-B134-B821-9225BC574A11}" dt="2026-03-08T13:30:02.700" v="727"/>
          <ac:spMkLst>
            <pc:docMk/>
            <pc:sldMk cId="2726513911" sldId="294"/>
            <ac:spMk id="9" creationId="{BDF97589-BE07-7FFC-0320-C7B23431A7B3}"/>
          </ac:spMkLst>
        </pc:spChg>
        <pc:spChg chg="add del">
          <ac:chgData name="Gästanvändare" userId="" providerId="Windows Live" clId="Web-{07B70242-DE3C-B134-B821-9225BC574A11}" dt="2026-03-08T13:09:11.092" v="469"/>
          <ac:spMkLst>
            <pc:docMk/>
            <pc:sldMk cId="2726513911" sldId="294"/>
            <ac:spMk id="10" creationId="{BEC88883-E889-A127-EC29-D2BD38E19F0D}"/>
          </ac:spMkLst>
        </pc:spChg>
        <pc:spChg chg="add del mod">
          <ac:chgData name="Gästanvändare" userId="" providerId="Windows Live" clId="Web-{07B70242-DE3C-B134-B821-9225BC574A11}" dt="2026-03-08T13:32:40.406" v="792"/>
          <ac:spMkLst>
            <pc:docMk/>
            <pc:sldMk cId="2726513911" sldId="294"/>
            <ac:spMk id="11" creationId="{3B01BC87-3BC8-9D31-AE2A-F6CF60C87B33}"/>
          </ac:spMkLst>
        </pc:spChg>
        <pc:spChg chg="add del mod">
          <ac:chgData name="Gästanvändare" userId="" providerId="Windows Live" clId="Web-{07B70242-DE3C-B134-B821-9225BC574A11}" dt="2026-03-08T13:20:13.106" v="554"/>
          <ac:spMkLst>
            <pc:docMk/>
            <pc:sldMk cId="2726513911" sldId="294"/>
            <ac:spMk id="16" creationId="{C695DEE2-CEFA-76B9-F6C4-BAAEFC957E27}"/>
          </ac:spMkLst>
        </pc:spChg>
        <pc:spChg chg="add mod">
          <ac:chgData name="Gästanvändare" userId="" providerId="Windows Live" clId="Web-{07B70242-DE3C-B134-B821-9225BC574A11}" dt="2026-03-08T16:25:24.509" v="1543" actId="1076"/>
          <ac:spMkLst>
            <pc:docMk/>
            <pc:sldMk cId="2726513911" sldId="294"/>
            <ac:spMk id="20" creationId="{C882434E-CA01-9C4B-F154-690F2E8BA61E}"/>
          </ac:spMkLst>
        </pc:spChg>
        <pc:picChg chg="add del mod">
          <ac:chgData name="Gästanvändare" userId="" providerId="Windows Live" clId="Web-{07B70242-DE3C-B134-B821-9225BC574A11}" dt="2026-03-08T13:05:26.090" v="442"/>
          <ac:picMkLst>
            <pc:docMk/>
            <pc:sldMk cId="2726513911" sldId="294"/>
            <ac:picMk id="5" creationId="{A0388795-5068-77D7-F6B9-56FAC124606E}"/>
          </ac:picMkLst>
        </pc:picChg>
        <pc:picChg chg="add del mod">
          <ac:chgData name="Gästanvändare" userId="" providerId="Windows Live" clId="Web-{07B70242-DE3C-B134-B821-9225BC574A11}" dt="2026-03-08T13:07:17.606" v="445"/>
          <ac:picMkLst>
            <pc:docMk/>
            <pc:sldMk cId="2726513911" sldId="294"/>
            <ac:picMk id="6" creationId="{B0FB11A9-1627-251E-9398-7A733EECBB41}"/>
          </ac:picMkLst>
        </pc:picChg>
        <pc:picChg chg="add mod">
          <ac:chgData name="Gästanvändare" userId="" providerId="Windows Live" clId="Web-{07B70242-DE3C-B134-B821-9225BC574A11}" dt="2026-03-08T16:25:41.291" v="1547" actId="1076"/>
          <ac:picMkLst>
            <pc:docMk/>
            <pc:sldMk cId="2726513911" sldId="294"/>
            <ac:picMk id="7" creationId="{704A4E8B-E3F4-E316-D657-786A7A346CDC}"/>
          </ac:picMkLst>
        </pc:picChg>
        <pc:picChg chg="add del mod">
          <ac:chgData name="Gästanvändare" userId="" providerId="Windows Live" clId="Web-{07B70242-DE3C-B134-B821-9225BC574A11}" dt="2026-03-08T13:07:21.997" v="447"/>
          <ac:picMkLst>
            <pc:docMk/>
            <pc:sldMk cId="2726513911" sldId="294"/>
            <ac:picMk id="7" creationId="{73B12D52-65E7-70F7-E943-B61F8707F312}"/>
          </ac:picMkLst>
        </pc:picChg>
        <pc:picChg chg="add del mod">
          <ac:chgData name="Gästanvändare" userId="" providerId="Windows Live" clId="Web-{07B70242-DE3C-B134-B821-9225BC574A11}" dt="2026-03-08T13:13:47.814" v="543"/>
          <ac:picMkLst>
            <pc:docMk/>
            <pc:sldMk cId="2726513911" sldId="294"/>
            <ac:picMk id="12" creationId="{ADD50EB3-1774-6FD3-D86E-E5036B3BAC42}"/>
          </ac:picMkLst>
        </pc:picChg>
        <pc:picChg chg="add del mod">
          <ac:chgData name="Gästanvändare" userId="" providerId="Windows Live" clId="Web-{07B70242-DE3C-B134-B821-9225BC574A11}" dt="2026-03-08T13:13:43.205" v="542"/>
          <ac:picMkLst>
            <pc:docMk/>
            <pc:sldMk cId="2726513911" sldId="294"/>
            <ac:picMk id="13" creationId="{C4DF93C9-C7EA-03C9-E8C1-59805AC4B5B8}"/>
          </ac:picMkLst>
        </pc:picChg>
        <pc:picChg chg="add del mod">
          <ac:chgData name="Gästanvändare" userId="" providerId="Windows Live" clId="Web-{07B70242-DE3C-B134-B821-9225BC574A11}" dt="2026-03-08T13:14:18.627" v="548"/>
          <ac:picMkLst>
            <pc:docMk/>
            <pc:sldMk cId="2726513911" sldId="294"/>
            <ac:picMk id="14" creationId="{B0982F86-3E59-9244-B614-18349703A01F}"/>
          </ac:picMkLst>
        </pc:picChg>
        <pc:picChg chg="add del mod">
          <ac:chgData name="Gästanvändare" userId="" providerId="Windows Live" clId="Web-{07B70242-DE3C-B134-B821-9225BC574A11}" dt="2026-03-08T13:20:19.809" v="559"/>
          <ac:picMkLst>
            <pc:docMk/>
            <pc:sldMk cId="2726513911" sldId="294"/>
            <ac:picMk id="15" creationId="{08287532-F37C-8E12-915D-682F73D959B0}"/>
          </ac:picMkLst>
        </pc:picChg>
        <pc:picChg chg="add del mod">
          <ac:chgData name="Gästanvändare" userId="" providerId="Windows Live" clId="Web-{07B70242-DE3C-B134-B821-9225BC574A11}" dt="2026-03-08T13:20:18.809" v="558"/>
          <ac:picMkLst>
            <pc:docMk/>
            <pc:sldMk cId="2726513911" sldId="294"/>
            <ac:picMk id="17" creationId="{AACCE83D-58C3-086A-8DB6-6A30BBFCD88B}"/>
          </ac:picMkLst>
        </pc:picChg>
        <pc:picChg chg="add mod">
          <ac:chgData name="Gästanvändare" userId="" providerId="Windows Live" clId="Web-{07B70242-DE3C-B134-B821-9225BC574A11}" dt="2026-03-08T16:25:42.541" v="1548" actId="1076"/>
          <ac:picMkLst>
            <pc:docMk/>
            <pc:sldMk cId="2726513911" sldId="294"/>
            <ac:picMk id="18" creationId="{73FD1EC0-A5A9-CF69-45F4-0714D8C7E53F}"/>
          </ac:picMkLst>
        </pc:picChg>
        <pc:picChg chg="add mod">
          <ac:chgData name="Gästanvändare" userId="" providerId="Windows Live" clId="Web-{07B70242-DE3C-B134-B821-9225BC574A11}" dt="2026-03-08T16:25:34.322" v="1545" actId="1076"/>
          <ac:picMkLst>
            <pc:docMk/>
            <pc:sldMk cId="2726513911" sldId="294"/>
            <ac:picMk id="19" creationId="{5AE817D8-DBEF-2FC9-6213-BC232E65B4A1}"/>
          </ac:picMkLst>
        </pc:picChg>
      </pc:sldChg>
      <pc:sldChg chg="add del replId">
        <pc:chgData name="Gästanvändare" userId="" providerId="Windows Live" clId="Web-{07B70242-DE3C-B134-B821-9225BC574A11}" dt="2026-03-08T12:38:52.377" v="116"/>
        <pc:sldMkLst>
          <pc:docMk/>
          <pc:sldMk cId="4118784126" sldId="294"/>
        </pc:sldMkLst>
      </pc:sldChg>
      <pc:sldChg chg="new del">
        <pc:chgData name="Gästanvändare" userId="" providerId="Windows Live" clId="Web-{07B70242-DE3C-B134-B821-9225BC574A11}" dt="2026-03-08T13:13:34.908" v="539"/>
        <pc:sldMkLst>
          <pc:docMk/>
          <pc:sldMk cId="1731014235" sldId="296"/>
        </pc:sldMkLst>
      </pc:sldChg>
      <pc:sldChg chg="addSp delSp modSp new del">
        <pc:chgData name="Gästanvändare" userId="" providerId="Windows Live" clId="Web-{07B70242-DE3C-B134-B821-9225BC574A11}" dt="2026-03-08T16:25:54.478" v="1549"/>
        <pc:sldMkLst>
          <pc:docMk/>
          <pc:sldMk cId="2374441214" sldId="297"/>
        </pc:sldMkLst>
        <pc:spChg chg="mod">
          <ac:chgData name="Gästanvändare" userId="" providerId="Windows Live" clId="Web-{07B70242-DE3C-B134-B821-9225BC574A11}" dt="2026-03-08T14:20:54.813" v="979" actId="20577"/>
          <ac:spMkLst>
            <pc:docMk/>
            <pc:sldMk cId="2374441214" sldId="297"/>
            <ac:spMk id="2" creationId="{E24A9F20-4FB0-E405-9CCA-AD442CAC91F0}"/>
          </ac:spMkLst>
        </pc:spChg>
        <pc:spChg chg="del">
          <ac:chgData name="Gästanvändare" userId="" providerId="Windows Live" clId="Web-{07B70242-DE3C-B134-B821-9225BC574A11}" dt="2026-03-08T14:21:00.563" v="981"/>
          <ac:spMkLst>
            <pc:docMk/>
            <pc:sldMk cId="2374441214" sldId="297"/>
            <ac:spMk id="3" creationId="{1FE606BC-A224-2155-EA1D-BD6B831D63CF}"/>
          </ac:spMkLst>
        </pc:spChg>
        <pc:spChg chg="add mod">
          <ac:chgData name="Gästanvändare" userId="" providerId="Windows Live" clId="Web-{07B70242-DE3C-B134-B821-9225BC574A11}" dt="2026-03-08T15:18:54.621" v="1372" actId="20577"/>
          <ac:spMkLst>
            <pc:docMk/>
            <pc:sldMk cId="2374441214" sldId="297"/>
            <ac:spMk id="5" creationId="{228BC98C-689B-EA86-CE95-71879AD0184C}"/>
          </ac:spMkLst>
        </pc:spChg>
        <pc:picChg chg="add mod">
          <ac:chgData name="Gästanvändare" userId="" providerId="Windows Live" clId="Web-{07B70242-DE3C-B134-B821-9225BC574A11}" dt="2026-03-08T14:40:39.705" v="1181" actId="1076"/>
          <ac:picMkLst>
            <pc:docMk/>
            <pc:sldMk cId="2374441214" sldId="297"/>
            <ac:picMk id="6" creationId="{16CC0E82-75C9-5123-14B1-C76E4E1709EE}"/>
          </ac:picMkLst>
        </pc:picChg>
      </pc:sldChg>
      <pc:sldChg chg="addSp delSp modSp new">
        <pc:chgData name="Gästanvändare" userId="" providerId="Windows Live" clId="Web-{07B70242-DE3C-B134-B821-9225BC574A11}" dt="2026-03-08T16:24:45.103" v="1535" actId="1076"/>
        <pc:sldMkLst>
          <pc:docMk/>
          <pc:sldMk cId="1184512717" sldId="298"/>
        </pc:sldMkLst>
        <pc:spChg chg="mod">
          <ac:chgData name="Gästanvändare" userId="" providerId="Windows Live" clId="Web-{07B70242-DE3C-B134-B821-9225BC574A11}" dt="2026-03-08T14:46:03.506" v="1206" actId="1076"/>
          <ac:spMkLst>
            <pc:docMk/>
            <pc:sldMk cId="1184512717" sldId="298"/>
            <ac:spMk id="2" creationId="{1E532555-AB87-94E6-D839-A3FC715727F3}"/>
          </ac:spMkLst>
        </pc:spChg>
        <pc:spChg chg="del">
          <ac:chgData name="Gästanvändare" userId="" providerId="Windows Live" clId="Web-{07B70242-DE3C-B134-B821-9225BC574A11}" dt="2026-03-08T14:45:58.381" v="1204"/>
          <ac:spMkLst>
            <pc:docMk/>
            <pc:sldMk cId="1184512717" sldId="298"/>
            <ac:spMk id="3" creationId="{2C5CFEDC-F2FD-642E-04C9-138557F4B6EC}"/>
          </ac:spMkLst>
        </pc:spChg>
        <pc:spChg chg="add mod">
          <ac:chgData name="Gästanvändare" userId="" providerId="Windows Live" clId="Web-{07B70242-DE3C-B134-B821-9225BC574A11}" dt="2026-03-08T16:23:34.023" v="1499" actId="20577"/>
          <ac:spMkLst>
            <pc:docMk/>
            <pc:sldMk cId="1184512717" sldId="298"/>
            <ac:spMk id="5" creationId="{87550F19-EA5B-B4E2-FA32-FB1DC1EBABB5}"/>
          </ac:spMkLst>
        </pc:spChg>
        <pc:spChg chg="add mod">
          <ac:chgData name="Gästanvändare" userId="" providerId="Windows Live" clId="Web-{07B70242-DE3C-B134-B821-9225BC574A11}" dt="2026-03-08T16:24:45.103" v="1535" actId="1076"/>
          <ac:spMkLst>
            <pc:docMk/>
            <pc:sldMk cId="1184512717" sldId="298"/>
            <ac:spMk id="8" creationId="{C53883FD-20FB-A022-6BE2-5BD009773F0F}"/>
          </ac:spMkLst>
        </pc:spChg>
        <pc:spChg chg="add del">
          <ac:chgData name="Gästanvändare" userId="" providerId="Windows Live" clId="Web-{07B70242-DE3C-B134-B821-9225BC574A11}" dt="2026-03-08T14:50:52.213" v="1325"/>
          <ac:spMkLst>
            <pc:docMk/>
            <pc:sldMk cId="1184512717" sldId="298"/>
            <ac:spMk id="9" creationId="{77BC3E2A-EC11-B6DB-484E-4CD503912895}"/>
          </ac:spMkLst>
        </pc:spChg>
        <pc:spChg chg="add mod">
          <ac:chgData name="Gästanvändare" userId="" providerId="Windows Live" clId="Web-{07B70242-DE3C-B134-B821-9225BC574A11}" dt="2026-03-08T16:24:32.524" v="1533" actId="20577"/>
          <ac:spMkLst>
            <pc:docMk/>
            <pc:sldMk cId="1184512717" sldId="298"/>
            <ac:spMk id="10" creationId="{11212AFB-9931-D873-9A20-4D688FEA131B}"/>
          </ac:spMkLst>
        </pc:spChg>
        <pc:picChg chg="add mod">
          <ac:chgData name="Gästanvändare" userId="" providerId="Windows Live" clId="Web-{07B70242-DE3C-B134-B821-9225BC574A11}" dt="2026-03-08T15:32:29.310" v="1381" actId="1076"/>
          <ac:picMkLst>
            <pc:docMk/>
            <pc:sldMk cId="1184512717" sldId="298"/>
            <ac:picMk id="6" creationId="{0A47865D-BC3D-C4D9-6BF3-867E2B0C3DF8}"/>
          </ac:picMkLst>
        </pc:picChg>
        <pc:picChg chg="add mod">
          <ac:chgData name="Gästanvändare" userId="" providerId="Windows Live" clId="Web-{07B70242-DE3C-B134-B821-9225BC574A11}" dt="2026-03-08T16:24:40.352" v="1534" actId="1076"/>
          <ac:picMkLst>
            <pc:docMk/>
            <pc:sldMk cId="1184512717" sldId="298"/>
            <ac:picMk id="7" creationId="{1A63209C-DE59-F12C-834A-44AB746F428F}"/>
          </ac:picMkLst>
        </pc:picChg>
      </pc:sldChg>
      <pc:sldChg chg="addSp delSp modSp new">
        <pc:chgData name="Gästanvändare" userId="" providerId="Windows Live" clId="Web-{07B70242-DE3C-B134-B821-9225BC574A11}" dt="2026-03-08T16:31:03.054" v="1688" actId="20577"/>
        <pc:sldMkLst>
          <pc:docMk/>
          <pc:sldMk cId="2435326978" sldId="301"/>
        </pc:sldMkLst>
        <pc:spChg chg="del">
          <ac:chgData name="Gästanvändare" userId="" providerId="Windows Live" clId="Web-{07B70242-DE3C-B134-B821-9225BC574A11}" dt="2026-03-08T16:26:12.385" v="1552"/>
          <ac:spMkLst>
            <pc:docMk/>
            <pc:sldMk cId="2435326978" sldId="301"/>
            <ac:spMk id="2" creationId="{E5A65EB2-F977-253E-3EB4-B6176A6CE204}"/>
          </ac:spMkLst>
        </pc:spChg>
        <pc:spChg chg="del">
          <ac:chgData name="Gästanvändare" userId="" providerId="Windows Live" clId="Web-{07B70242-DE3C-B134-B821-9225BC574A11}" dt="2026-03-08T16:26:10.713" v="1551"/>
          <ac:spMkLst>
            <pc:docMk/>
            <pc:sldMk cId="2435326978" sldId="301"/>
            <ac:spMk id="3" creationId="{482C3103-3808-8FBB-B5A8-B74824F32CFD}"/>
          </ac:spMkLst>
        </pc:spChg>
        <pc:spChg chg="add mod">
          <ac:chgData name="Gästanvändare" userId="" providerId="Windows Live" clId="Web-{07B70242-DE3C-B134-B821-9225BC574A11}" dt="2026-03-08T16:26:21.323" v="1566" actId="20577"/>
          <ac:spMkLst>
            <pc:docMk/>
            <pc:sldMk cId="2435326978" sldId="301"/>
            <ac:spMk id="5" creationId="{6F72A9C3-9D32-A2D3-6EEC-596E5EA7F69A}"/>
          </ac:spMkLst>
        </pc:spChg>
        <pc:spChg chg="add mod">
          <ac:chgData name="Gästanvändare" userId="" providerId="Windows Live" clId="Web-{07B70242-DE3C-B134-B821-9225BC574A11}" dt="2026-03-08T16:30:21.550" v="1668" actId="14100"/>
          <ac:spMkLst>
            <pc:docMk/>
            <pc:sldMk cId="2435326978" sldId="301"/>
            <ac:spMk id="9" creationId="{BB090394-3113-7B92-6A2F-C1484A35F3DB}"/>
          </ac:spMkLst>
        </pc:spChg>
        <pc:spChg chg="add mod">
          <ac:chgData name="Gästanvändare" userId="" providerId="Windows Live" clId="Web-{07B70242-DE3C-B134-B821-9225BC574A11}" dt="2026-03-08T16:31:03.054" v="1688" actId="20577"/>
          <ac:spMkLst>
            <pc:docMk/>
            <pc:sldMk cId="2435326978" sldId="301"/>
            <ac:spMk id="11" creationId="{226ABB14-79D1-EE42-9343-5267F7445CA1}"/>
          </ac:spMkLst>
        </pc:spChg>
        <pc:picChg chg="add mod">
          <ac:chgData name="Gästanvändare" userId="" providerId="Windows Live" clId="Web-{07B70242-DE3C-B134-B821-9225BC574A11}" dt="2026-03-08T16:30:58.522" v="1687" actId="1076"/>
          <ac:picMkLst>
            <pc:docMk/>
            <pc:sldMk cId="2435326978" sldId="301"/>
            <ac:picMk id="6" creationId="{9FA7D0D4-80ED-22E8-4840-CF2AC96CD6D9}"/>
          </ac:picMkLst>
        </pc:picChg>
        <pc:picChg chg="add mod">
          <ac:chgData name="Gästanvändare" userId="" providerId="Windows Live" clId="Web-{07B70242-DE3C-B134-B821-9225BC574A11}" dt="2026-03-08T16:30:57.569" v="1686" actId="1076"/>
          <ac:picMkLst>
            <pc:docMk/>
            <pc:sldMk cId="2435326978" sldId="301"/>
            <ac:picMk id="7" creationId="{0F655883-62BA-3236-D38B-7BAD5D000363}"/>
          </ac:picMkLst>
        </pc:picChg>
      </pc:sldChg>
      <pc:sldChg chg="addSp delSp modSp new del">
        <pc:chgData name="Gästanvändare" userId="" providerId="Windows Live" clId="Web-{07B70242-DE3C-B134-B821-9225BC574A11}" dt="2026-03-08T16:31:46.510" v="1699"/>
        <pc:sldMkLst>
          <pc:docMk/>
          <pc:sldMk cId="838994660" sldId="302"/>
        </pc:sldMkLst>
        <pc:spChg chg="mod">
          <ac:chgData name="Gästanvändare" userId="" providerId="Windows Live" clId="Web-{07B70242-DE3C-B134-B821-9225BC574A11}" dt="2026-03-08T16:31:45.791" v="1698" actId="20577"/>
          <ac:spMkLst>
            <pc:docMk/>
            <pc:sldMk cId="838994660" sldId="302"/>
            <ac:spMk id="2" creationId="{AA14A99F-A644-B03A-D160-60641735238D}"/>
          </ac:spMkLst>
        </pc:spChg>
        <pc:spChg chg="add del">
          <ac:chgData name="Gästanvändare" userId="" providerId="Windows Live" clId="Web-{07B70242-DE3C-B134-B821-9225BC574A11}" dt="2026-03-08T16:31:38.541" v="1695"/>
          <ac:spMkLst>
            <pc:docMk/>
            <pc:sldMk cId="838994660" sldId="302"/>
            <ac:spMk id="5" creationId="{AFDBBEC3-DE44-F9F1-0AF9-B50BCF612497}"/>
          </ac:spMkLst>
        </pc:spChg>
      </pc:sldChg>
      <pc:sldChg chg="addSp delSp modSp new">
        <pc:chgData name="Gästanvändare" userId="" providerId="Windows Live" clId="Web-{07B70242-DE3C-B134-B821-9225BC574A11}" dt="2026-03-08T16:36:50.648" v="1944" actId="1076"/>
        <pc:sldMkLst>
          <pc:docMk/>
          <pc:sldMk cId="1289961823" sldId="302"/>
        </pc:sldMkLst>
        <pc:spChg chg="del mod">
          <ac:chgData name="Gästanvändare" userId="" providerId="Windows Live" clId="Web-{07B70242-DE3C-B134-B821-9225BC574A11}" dt="2026-03-08T16:32:14.308" v="1702"/>
          <ac:spMkLst>
            <pc:docMk/>
            <pc:sldMk cId="1289961823" sldId="302"/>
            <ac:spMk id="2" creationId="{DCA63635-7136-DF18-7F9D-4B55827CEE11}"/>
          </ac:spMkLst>
        </pc:spChg>
        <pc:spChg chg="del">
          <ac:chgData name="Gästanvändare" userId="" providerId="Windows Live" clId="Web-{07B70242-DE3C-B134-B821-9225BC574A11}" dt="2026-03-08T16:32:15.480" v="1703"/>
          <ac:spMkLst>
            <pc:docMk/>
            <pc:sldMk cId="1289961823" sldId="302"/>
            <ac:spMk id="3" creationId="{8A0D9501-ABC9-264D-8436-8E2FF8BC0C21}"/>
          </ac:spMkLst>
        </pc:spChg>
        <pc:spChg chg="add del mod">
          <ac:chgData name="Gästanvändare" userId="" providerId="Windows Live" clId="Web-{07B70242-DE3C-B134-B821-9225BC574A11}" dt="2026-03-08T16:32:31.372" v="1708"/>
          <ac:spMkLst>
            <pc:docMk/>
            <pc:sldMk cId="1289961823" sldId="302"/>
            <ac:spMk id="5" creationId="{89755002-9D05-28EC-B043-BC64738ED555}"/>
          </ac:spMkLst>
        </pc:spChg>
        <pc:spChg chg="add mod">
          <ac:chgData name="Gästanvändare" userId="" providerId="Windows Live" clId="Web-{07B70242-DE3C-B134-B821-9225BC574A11}" dt="2026-03-08T16:32:58.811" v="1721" actId="20577"/>
          <ac:spMkLst>
            <pc:docMk/>
            <pc:sldMk cId="1289961823" sldId="302"/>
            <ac:spMk id="7" creationId="{E6BBEDA0-C117-C8D8-8C6D-C062F7356641}"/>
          </ac:spMkLst>
        </pc:spChg>
        <pc:spChg chg="add del mod">
          <ac:chgData name="Gästanvändare" userId="" providerId="Windows Live" clId="Web-{07B70242-DE3C-B134-B821-9225BC574A11}" dt="2026-03-08T16:32:41.201" v="1711"/>
          <ac:spMkLst>
            <pc:docMk/>
            <pc:sldMk cId="1289961823" sldId="302"/>
            <ac:spMk id="9" creationId="{B2EBB37D-4EA9-8E45-F5FB-B750AB66225D}"/>
          </ac:spMkLst>
        </pc:spChg>
        <pc:spChg chg="add mod">
          <ac:chgData name="Gästanvändare" userId="" providerId="Windows Live" clId="Web-{07B70242-DE3C-B134-B821-9225BC574A11}" dt="2026-03-08T16:36:45.554" v="1943" actId="20577"/>
          <ac:spMkLst>
            <pc:docMk/>
            <pc:sldMk cId="1289961823" sldId="302"/>
            <ac:spMk id="10" creationId="{D652F506-9EDC-1C05-2440-6E36350F5609}"/>
          </ac:spMkLst>
        </pc:spChg>
        <pc:picChg chg="add mod">
          <ac:chgData name="Gästanvändare" userId="" providerId="Windows Live" clId="Web-{07B70242-DE3C-B134-B821-9225BC574A11}" dt="2026-03-08T16:36:50.648" v="1944" actId="1076"/>
          <ac:picMkLst>
            <pc:docMk/>
            <pc:sldMk cId="1289961823" sldId="302"/>
            <ac:picMk id="11" creationId="{F718C4AC-C3EE-51F2-45B0-4D86B315A6CE}"/>
          </ac:picMkLst>
        </pc:picChg>
      </pc:sldChg>
    </pc:docChg>
  </pc:docChgLst>
  <pc:docChgLst>
    <pc:chgData name="Guest User" providerId="Windows Live" clId="Web-{22B3B283-51EA-B4CE-10A2-177A32B407CA}"/>
    <pc:docChg chg="modSld">
      <pc:chgData name="Guest User" userId="" providerId="Windows Live" clId="Web-{22B3B283-51EA-B4CE-10A2-177A32B407CA}" dt="2026-03-08T16:38:08.647" v="14"/>
      <pc:docMkLst>
        <pc:docMk/>
      </pc:docMkLst>
      <pc:sldChg chg="modNotes">
        <pc:chgData name="Guest User" userId="" providerId="Windows Live" clId="Web-{22B3B283-51EA-B4CE-10A2-177A32B407CA}" dt="2026-03-08T16:37:53.489" v="5"/>
        <pc:sldMkLst>
          <pc:docMk/>
          <pc:sldMk cId="1615538748" sldId="295"/>
        </pc:sldMkLst>
      </pc:sldChg>
      <pc:sldChg chg="modSp">
        <pc:chgData name="Guest User" userId="" providerId="Windows Live" clId="Web-{22B3B283-51EA-B4CE-10A2-177A32B407CA}" dt="2026-03-08T16:32:44.396" v="3" actId="14100"/>
        <pc:sldMkLst>
          <pc:docMk/>
          <pc:sldMk cId="998258934" sldId="299"/>
        </pc:sldMkLst>
        <pc:picChg chg="mod">
          <ac:chgData name="Guest User" userId="" providerId="Windows Live" clId="Web-{22B3B283-51EA-B4CE-10A2-177A32B407CA}" dt="2026-03-08T16:32:44.396" v="3" actId="14100"/>
          <ac:picMkLst>
            <pc:docMk/>
            <pc:sldMk cId="998258934" sldId="299"/>
            <ac:picMk id="4" creationId="{B1923890-E12D-FA3F-BF4F-E3ABB143834E}"/>
          </ac:picMkLst>
        </pc:picChg>
        <pc:picChg chg="mod">
          <ac:chgData name="Guest User" userId="" providerId="Windows Live" clId="Web-{22B3B283-51EA-B4CE-10A2-177A32B407CA}" dt="2026-03-08T16:32:40.052" v="2" actId="1076"/>
          <ac:picMkLst>
            <pc:docMk/>
            <pc:sldMk cId="998258934" sldId="299"/>
            <ac:picMk id="7" creationId="{D2208BA8-287B-8F66-F09D-B1FCA97CA064}"/>
          </ac:picMkLst>
        </pc:picChg>
      </pc:sldChg>
      <pc:sldChg chg="modNotes">
        <pc:chgData name="Guest User" userId="" providerId="Windows Live" clId="Web-{22B3B283-51EA-B4CE-10A2-177A32B407CA}" dt="2026-03-08T16:38:08.647" v="14"/>
        <pc:sldMkLst>
          <pc:docMk/>
          <pc:sldMk cId="3868591665" sldId="300"/>
        </pc:sldMkLst>
      </pc:sldChg>
    </pc:docChg>
  </pc:docChgLst>
  <pc:docChgLst>
    <pc:chgData name="Guest User" providerId="Windows Live" clId="Web-{8F4A9A2D-DB65-8CBC-EAB0-9B2CCEA29D28}"/>
    <pc:docChg chg="addSld delSld modSld sldOrd">
      <pc:chgData name="Guest User" userId="" providerId="Windows Live" clId="Web-{8F4A9A2D-DB65-8CBC-EAB0-9B2CCEA29D28}" dt="2026-03-08T16:30:52.500" v="946" actId="14100"/>
      <pc:docMkLst>
        <pc:docMk/>
      </pc:docMkLst>
      <pc:sldChg chg="del">
        <pc:chgData name="Guest User" userId="" providerId="Windows Live" clId="Web-{8F4A9A2D-DB65-8CBC-EAB0-9B2CCEA29D28}" dt="2026-03-08T16:02:13.336" v="857"/>
        <pc:sldMkLst>
          <pc:docMk/>
          <pc:sldMk cId="3264846525" sldId="279"/>
        </pc:sldMkLst>
      </pc:sldChg>
      <pc:sldChg chg="del">
        <pc:chgData name="Guest User" userId="" providerId="Windows Live" clId="Web-{8F4A9A2D-DB65-8CBC-EAB0-9B2CCEA29D28}" dt="2026-03-08T16:02:11.101" v="856"/>
        <pc:sldMkLst>
          <pc:docMk/>
          <pc:sldMk cId="280444810" sldId="281"/>
        </pc:sldMkLst>
      </pc:sldChg>
      <pc:sldChg chg="addSp delSp modSp add ord replId modNotes">
        <pc:chgData name="Guest User" userId="" providerId="Windows Live" clId="Web-{8F4A9A2D-DB65-8CBC-EAB0-9B2CCEA29D28}" dt="2026-03-08T16:30:19.685" v="930"/>
        <pc:sldMkLst>
          <pc:docMk/>
          <pc:sldMk cId="705404637" sldId="292"/>
        </pc:sldMkLst>
        <pc:spChg chg="mod">
          <ac:chgData name="Guest User" userId="" providerId="Windows Live" clId="Web-{8F4A9A2D-DB65-8CBC-EAB0-9B2CCEA29D28}" dt="2026-03-08T12:53:19.231" v="232" actId="20577"/>
          <ac:spMkLst>
            <pc:docMk/>
            <pc:sldMk cId="705404637" sldId="292"/>
            <ac:spMk id="2" creationId="{EE17BAE9-F5EB-9C90-618D-04D1565EB00B}"/>
          </ac:spMkLst>
        </pc:spChg>
        <pc:spChg chg="mod">
          <ac:chgData name="Guest User" userId="" providerId="Windows Live" clId="Web-{8F4A9A2D-DB65-8CBC-EAB0-9B2CCEA29D28}" dt="2026-03-08T13:25:06.770" v="435" actId="20577"/>
          <ac:spMkLst>
            <pc:docMk/>
            <pc:sldMk cId="705404637" sldId="292"/>
            <ac:spMk id="3" creationId="{FD33BCCB-8519-7A51-E859-EABD962B6CF4}"/>
          </ac:spMkLst>
        </pc:spChg>
        <pc:spChg chg="del mod">
          <ac:chgData name="Guest User" userId="" providerId="Windows Live" clId="Web-{8F4A9A2D-DB65-8CBC-EAB0-9B2CCEA29D28}" dt="2026-03-08T10:37:04.140" v="28"/>
          <ac:spMkLst>
            <pc:docMk/>
            <pc:sldMk cId="705404637" sldId="292"/>
            <ac:spMk id="5" creationId="{1EDC9FDF-3A31-B169-92FD-2A75E22CCDB9}"/>
          </ac:spMkLst>
        </pc:spChg>
        <pc:spChg chg="add del mod">
          <ac:chgData name="Guest User" userId="" providerId="Windows Live" clId="Web-{8F4A9A2D-DB65-8CBC-EAB0-9B2CCEA29D28}" dt="2026-03-08T12:49:10.528" v="193"/>
          <ac:spMkLst>
            <pc:docMk/>
            <pc:sldMk cId="705404637" sldId="292"/>
            <ac:spMk id="5" creationId="{945CD164-EE42-8C6D-3E0E-6074BD16BCA1}"/>
          </ac:spMkLst>
        </pc:spChg>
        <pc:picChg chg="del">
          <ac:chgData name="Guest User" userId="" providerId="Windows Live" clId="Web-{8F4A9A2D-DB65-8CBC-EAB0-9B2CCEA29D28}" dt="2026-03-08T10:36:59.968" v="25"/>
          <ac:picMkLst>
            <pc:docMk/>
            <pc:sldMk cId="705404637" sldId="292"/>
            <ac:picMk id="6" creationId="{04747027-4B8C-89E1-7228-80DDD758E036}"/>
          </ac:picMkLst>
        </pc:picChg>
        <pc:picChg chg="add del mod">
          <ac:chgData name="Guest User" userId="" providerId="Windows Live" clId="Web-{8F4A9A2D-DB65-8CBC-EAB0-9B2CCEA29D28}" dt="2026-03-08T12:51:41.116" v="208"/>
          <ac:picMkLst>
            <pc:docMk/>
            <pc:sldMk cId="705404637" sldId="292"/>
            <ac:picMk id="6" creationId="{A7FE17B3-A367-67EE-BB30-AEBD1F1B8EB4}"/>
          </ac:picMkLst>
        </pc:picChg>
        <pc:picChg chg="add mod">
          <ac:chgData name="Guest User" userId="" providerId="Windows Live" clId="Web-{8F4A9A2D-DB65-8CBC-EAB0-9B2CCEA29D28}" dt="2026-03-08T12:53:15.090" v="230" actId="1076"/>
          <ac:picMkLst>
            <pc:docMk/>
            <pc:sldMk cId="705404637" sldId="292"/>
            <ac:picMk id="7" creationId="{E5206E88-A0FD-0863-B792-DAFE308500FE}"/>
          </ac:picMkLst>
        </pc:picChg>
      </pc:sldChg>
      <pc:sldChg chg="add del replId">
        <pc:chgData name="Guest User" userId="" providerId="Windows Live" clId="Web-{8F4A9A2D-DB65-8CBC-EAB0-9B2CCEA29D28}" dt="2026-03-08T12:45:05.290" v="51"/>
        <pc:sldMkLst>
          <pc:docMk/>
          <pc:sldMk cId="67863993" sldId="294"/>
        </pc:sldMkLst>
      </pc:sldChg>
      <pc:sldChg chg="addSp delSp modSp add replId modNotes">
        <pc:chgData name="Guest User" userId="" providerId="Windows Live" clId="Web-{8F4A9A2D-DB65-8CBC-EAB0-9B2CCEA29D28}" dt="2026-03-08T16:30:26.998" v="932"/>
        <pc:sldMkLst>
          <pc:docMk/>
          <pc:sldMk cId="1615538748" sldId="295"/>
        </pc:sldMkLst>
        <pc:spChg chg="mod">
          <ac:chgData name="Guest User" userId="" providerId="Windows Live" clId="Web-{8F4A9A2D-DB65-8CBC-EAB0-9B2CCEA29D28}" dt="2026-03-08T16:29:15.460" v="928" actId="1076"/>
          <ac:spMkLst>
            <pc:docMk/>
            <pc:sldMk cId="1615538748" sldId="295"/>
            <ac:spMk id="2" creationId="{04CCABA3-74B6-31FD-9023-5DFED71BED3B}"/>
          </ac:spMkLst>
        </pc:spChg>
        <pc:spChg chg="mod">
          <ac:chgData name="Guest User" userId="" providerId="Windows Live" clId="Web-{8F4A9A2D-DB65-8CBC-EAB0-9B2CCEA29D28}" dt="2026-03-08T16:26:43.083" v="925" actId="1076"/>
          <ac:spMkLst>
            <pc:docMk/>
            <pc:sldMk cId="1615538748" sldId="295"/>
            <ac:spMk id="3" creationId="{549BC11B-3D31-5EEC-9BCB-CA25D6C716FE}"/>
          </ac:spMkLst>
        </pc:spChg>
        <pc:picChg chg="add del mod">
          <ac:chgData name="Guest User" userId="" providerId="Windows Live" clId="Web-{8F4A9A2D-DB65-8CBC-EAB0-9B2CCEA29D28}" dt="2026-03-08T16:13:15.118" v="872"/>
          <ac:picMkLst>
            <pc:docMk/>
            <pc:sldMk cId="1615538748" sldId="295"/>
            <ac:picMk id="4" creationId="{DFB3FC6A-5D1A-A98D-4A75-83F37DC68823}"/>
          </ac:picMkLst>
        </pc:picChg>
        <pc:picChg chg="add del mod">
          <ac:chgData name="Guest User" userId="" providerId="Windows Live" clId="Web-{8F4A9A2D-DB65-8CBC-EAB0-9B2CCEA29D28}" dt="2026-03-08T15:57:30.698" v="840"/>
          <ac:picMkLst>
            <pc:docMk/>
            <pc:sldMk cId="1615538748" sldId="295"/>
            <ac:picMk id="5" creationId="{E621A64F-C7EA-3620-F9EC-D47D6757BE71}"/>
          </ac:picMkLst>
        </pc:picChg>
        <pc:picChg chg="add del mod">
          <ac:chgData name="Guest User" userId="" providerId="Windows Live" clId="Web-{8F4A9A2D-DB65-8CBC-EAB0-9B2CCEA29D28}" dt="2026-03-08T16:13:16.602" v="873"/>
          <ac:picMkLst>
            <pc:docMk/>
            <pc:sldMk cId="1615538748" sldId="295"/>
            <ac:picMk id="6" creationId="{6E9BBA38-B7FF-7275-B411-B9F502D981C4}"/>
          </ac:picMkLst>
        </pc:picChg>
        <pc:picChg chg="add del mod">
          <ac:chgData name="Guest User" userId="" providerId="Windows Live" clId="Web-{8F4A9A2D-DB65-8CBC-EAB0-9B2CCEA29D28}" dt="2026-03-08T16:13:13.649" v="871"/>
          <ac:picMkLst>
            <pc:docMk/>
            <pc:sldMk cId="1615538748" sldId="295"/>
            <ac:picMk id="7" creationId="{4E7EE169-1BC2-0941-23F5-8854081436AE}"/>
          </ac:picMkLst>
        </pc:picChg>
        <pc:picChg chg="del">
          <ac:chgData name="Guest User" userId="" providerId="Windows Live" clId="Web-{8F4A9A2D-DB65-8CBC-EAB0-9B2CCEA29D28}" dt="2026-03-08T12:54:15.343" v="264"/>
          <ac:picMkLst>
            <pc:docMk/>
            <pc:sldMk cId="1615538748" sldId="295"/>
            <ac:picMk id="7" creationId="{55DBDA53-AFCD-6C8A-00A1-4B4C224B9DA0}"/>
          </ac:picMkLst>
        </pc:picChg>
        <pc:picChg chg="add mod">
          <ac:chgData name="Guest User" userId="" providerId="Windows Live" clId="Web-{8F4A9A2D-DB65-8CBC-EAB0-9B2CCEA29D28}" dt="2026-03-08T16:26:47.489" v="926" actId="1076"/>
          <ac:picMkLst>
            <pc:docMk/>
            <pc:sldMk cId="1615538748" sldId="295"/>
            <ac:picMk id="9" creationId="{8072F647-A52B-AC66-115B-1515C250C985}"/>
          </ac:picMkLst>
        </pc:picChg>
      </pc:sldChg>
      <pc:sldChg chg="addSp delSp modSp add replId modNotes">
        <pc:chgData name="Guest User" userId="" providerId="Windows Live" clId="Web-{8F4A9A2D-DB65-8CBC-EAB0-9B2CCEA29D28}" dt="2026-03-08T16:30:52.500" v="946" actId="14100"/>
        <pc:sldMkLst>
          <pc:docMk/>
          <pc:sldMk cId="998258934" sldId="299"/>
        </pc:sldMkLst>
        <pc:spChg chg="mod">
          <ac:chgData name="Guest User" userId="" providerId="Windows Live" clId="Web-{8F4A9A2D-DB65-8CBC-EAB0-9B2CCEA29D28}" dt="2026-03-08T16:12:51.350" v="870" actId="20577"/>
          <ac:spMkLst>
            <pc:docMk/>
            <pc:sldMk cId="998258934" sldId="299"/>
            <ac:spMk id="2" creationId="{BF1789CD-C100-0A32-D96F-73F630FA498F}"/>
          </ac:spMkLst>
        </pc:spChg>
        <pc:spChg chg="del">
          <ac:chgData name="Guest User" userId="" providerId="Windows Live" clId="Web-{8F4A9A2D-DB65-8CBC-EAB0-9B2CCEA29D28}" dt="2026-03-08T16:09:30.047" v="865"/>
          <ac:spMkLst>
            <pc:docMk/>
            <pc:sldMk cId="998258934" sldId="299"/>
            <ac:spMk id="3" creationId="{465C8711-9DAB-B614-32FB-83FA1B7561B9}"/>
          </ac:spMkLst>
        </pc:spChg>
        <pc:spChg chg="add del mod">
          <ac:chgData name="Guest User" userId="" providerId="Windows Live" clId="Web-{8F4A9A2D-DB65-8CBC-EAB0-9B2CCEA29D28}" dt="2026-03-08T16:09:39.266" v="869"/>
          <ac:spMkLst>
            <pc:docMk/>
            <pc:sldMk cId="998258934" sldId="299"/>
            <ac:spMk id="9" creationId="{CC9F75E3-FCA9-79CD-2DFD-3C90BA2575D5}"/>
          </ac:spMkLst>
        </pc:spChg>
        <pc:picChg chg="mod">
          <ac:chgData name="Guest User" userId="" providerId="Windows Live" clId="Web-{8F4A9A2D-DB65-8CBC-EAB0-9B2CCEA29D28}" dt="2026-03-08T16:30:52.500" v="946" actId="14100"/>
          <ac:picMkLst>
            <pc:docMk/>
            <pc:sldMk cId="998258934" sldId="299"/>
            <ac:picMk id="4" creationId="{B1923890-E12D-FA3F-BF4F-E3ABB143834E}"/>
          </ac:picMkLst>
        </pc:picChg>
        <pc:picChg chg="mod">
          <ac:chgData name="Guest User" userId="" providerId="Windows Live" clId="Web-{8F4A9A2D-DB65-8CBC-EAB0-9B2CCEA29D28}" dt="2026-03-08T16:30:45.140" v="942" actId="1076"/>
          <ac:picMkLst>
            <pc:docMk/>
            <pc:sldMk cId="998258934" sldId="299"/>
            <ac:picMk id="6" creationId="{E4A5B499-8D56-F43A-23ED-2589623E1148}"/>
          </ac:picMkLst>
        </pc:picChg>
        <pc:picChg chg="mod">
          <ac:chgData name="Guest User" userId="" providerId="Windows Live" clId="Web-{8F4A9A2D-DB65-8CBC-EAB0-9B2CCEA29D28}" dt="2026-03-08T16:30:43.515" v="940" actId="14100"/>
          <ac:picMkLst>
            <pc:docMk/>
            <pc:sldMk cId="998258934" sldId="299"/>
            <ac:picMk id="7" creationId="{D2208BA8-287B-8F66-F09D-B1FCA97CA064}"/>
          </ac:picMkLst>
        </pc:picChg>
      </pc:sldChg>
      <pc:sldChg chg="add del replId">
        <pc:chgData name="Guest User" userId="" providerId="Windows Live" clId="Web-{8F4A9A2D-DB65-8CBC-EAB0-9B2CCEA29D28}" dt="2026-03-08T15:58:31.717" v="843"/>
        <pc:sldMkLst>
          <pc:docMk/>
          <pc:sldMk cId="3178164195" sldId="299"/>
        </pc:sldMkLst>
      </pc:sldChg>
      <pc:sldChg chg="addSp delSp modSp add replId modNotes">
        <pc:chgData name="Guest User" userId="" providerId="Windows Live" clId="Web-{8F4A9A2D-DB65-8CBC-EAB0-9B2CCEA29D28}" dt="2026-03-08T16:30:32.389" v="934"/>
        <pc:sldMkLst>
          <pc:docMk/>
          <pc:sldMk cId="3868591665" sldId="300"/>
        </pc:sldMkLst>
        <pc:spChg chg="mod">
          <ac:chgData name="Guest User" userId="" providerId="Windows Live" clId="Web-{8F4A9A2D-DB65-8CBC-EAB0-9B2CCEA29D28}" dt="2026-03-08T16:22:46.814" v="906" actId="14100"/>
          <ac:spMkLst>
            <pc:docMk/>
            <pc:sldMk cId="3868591665" sldId="300"/>
            <ac:spMk id="2" creationId="{D2B465E9-927D-5EF6-D95E-0A2A88D227FF}"/>
          </ac:spMkLst>
        </pc:spChg>
        <pc:spChg chg="mod">
          <ac:chgData name="Guest User" userId="" providerId="Windows Live" clId="Web-{8F4A9A2D-DB65-8CBC-EAB0-9B2CCEA29D28}" dt="2026-03-08T16:26:26.426" v="919" actId="20577"/>
          <ac:spMkLst>
            <pc:docMk/>
            <pc:sldMk cId="3868591665" sldId="300"/>
            <ac:spMk id="3" creationId="{D1E1641F-6008-74ED-0B33-DDEE9618CE83}"/>
          </ac:spMkLst>
        </pc:spChg>
        <pc:spChg chg="add del mod">
          <ac:chgData name="Guest User" userId="" providerId="Windows Live" clId="Web-{8F4A9A2D-DB65-8CBC-EAB0-9B2CCEA29D28}" dt="2026-03-08T16:21:30.156" v="886"/>
          <ac:spMkLst>
            <pc:docMk/>
            <pc:sldMk cId="3868591665" sldId="300"/>
            <ac:spMk id="4" creationId="{4E48952A-983B-D1C2-D38A-723C0CB89E4E}"/>
          </ac:spMkLst>
        </pc:spChg>
        <pc:picChg chg="add del mod">
          <ac:chgData name="Guest User" userId="" providerId="Windows Live" clId="Web-{8F4A9A2D-DB65-8CBC-EAB0-9B2CCEA29D28}" dt="2026-03-08T16:21:55.235" v="891"/>
          <ac:picMkLst>
            <pc:docMk/>
            <pc:sldMk cId="3868591665" sldId="300"/>
            <ac:picMk id="5" creationId="{76F3D61E-5739-B0F2-3DE2-0803CB44048B}"/>
          </ac:picMkLst>
        </pc:picChg>
        <pc:picChg chg="add del mod">
          <ac:chgData name="Guest User" userId="" providerId="Windows Live" clId="Web-{8F4A9A2D-DB65-8CBC-EAB0-9B2CCEA29D28}" dt="2026-03-08T16:26:14.270" v="915"/>
          <ac:picMkLst>
            <pc:docMk/>
            <pc:sldMk cId="3868591665" sldId="300"/>
            <ac:picMk id="6" creationId="{7A8DD040-3787-4054-8C31-D22799DA97E8}"/>
          </ac:picMkLst>
        </pc:picChg>
        <pc:picChg chg="add del mod">
          <ac:chgData name="Guest User" userId="" providerId="Windows Live" clId="Web-{8F4A9A2D-DB65-8CBC-EAB0-9B2CCEA29D28}" dt="2026-03-08T16:22:03.547" v="893"/>
          <ac:picMkLst>
            <pc:docMk/>
            <pc:sldMk cId="3868591665" sldId="300"/>
            <ac:picMk id="7" creationId="{B3E8D779-7C91-7751-72C6-E255B9913305}"/>
          </ac:picMkLst>
        </pc:picChg>
        <pc:picChg chg="add mod">
          <ac:chgData name="Guest User" userId="" providerId="Windows Live" clId="Web-{8F4A9A2D-DB65-8CBC-EAB0-9B2CCEA29D28}" dt="2026-03-08T16:26:38.755" v="924" actId="14100"/>
          <ac:picMkLst>
            <pc:docMk/>
            <pc:sldMk cId="3868591665" sldId="300"/>
            <ac:picMk id="9" creationId="{505E922E-57AC-B7DA-32DE-52944108AAAE}"/>
          </ac:picMkLst>
        </pc:picChg>
      </pc:sldChg>
    </pc:docChg>
  </pc:docChgLst>
  <pc:docChgLst>
    <pc:chgData name="Gästanvändare" providerId="Windows Live" clId="Web-{B33A0DDB-D5F5-9868-881B-D1B13DC95B09}"/>
    <pc:docChg chg="modSld">
      <pc:chgData name="Gästanvändare" userId="" providerId="Windows Live" clId="Web-{B33A0DDB-D5F5-9868-881B-D1B13DC95B09}" dt="2026-03-08T23:29:05.257" v="20" actId="20577"/>
      <pc:docMkLst>
        <pc:docMk/>
      </pc:docMkLst>
      <pc:sldChg chg="modSp">
        <pc:chgData name="Gästanvändare" userId="" providerId="Windows Live" clId="Web-{B33A0DDB-D5F5-9868-881B-D1B13DC95B09}" dt="2026-03-08T23:24:28.751" v="2" actId="20577"/>
        <pc:sldMkLst>
          <pc:docMk/>
          <pc:sldMk cId="3471860944" sldId="293"/>
        </pc:sldMkLst>
        <pc:spChg chg="mod">
          <ac:chgData name="Gästanvändare" userId="" providerId="Windows Live" clId="Web-{B33A0DDB-D5F5-9868-881B-D1B13DC95B09}" dt="2026-03-08T23:24:28.751" v="2" actId="20577"/>
          <ac:spMkLst>
            <pc:docMk/>
            <pc:sldMk cId="3471860944" sldId="293"/>
            <ac:spMk id="9" creationId="{0C446679-5E8A-C908-B044-9E3F7216BB1E}"/>
          </ac:spMkLst>
        </pc:spChg>
      </pc:sldChg>
      <pc:sldChg chg="modSp">
        <pc:chgData name="Gästanvändare" userId="" providerId="Windows Live" clId="Web-{B33A0DDB-D5F5-9868-881B-D1B13DC95B09}" dt="2026-03-08T23:26:18.206" v="12" actId="20577"/>
        <pc:sldMkLst>
          <pc:docMk/>
          <pc:sldMk cId="2726513911" sldId="294"/>
        </pc:sldMkLst>
        <pc:spChg chg="mod">
          <ac:chgData name="Gästanvändare" userId="" providerId="Windows Live" clId="Web-{B33A0DDB-D5F5-9868-881B-D1B13DC95B09}" dt="2026-03-08T23:24:55.173" v="5" actId="20577"/>
          <ac:spMkLst>
            <pc:docMk/>
            <pc:sldMk cId="2726513911" sldId="294"/>
            <ac:spMk id="4" creationId="{6A5C81C5-D893-22D9-380E-1E04403138FF}"/>
          </ac:spMkLst>
        </pc:spChg>
        <pc:spChg chg="mod">
          <ac:chgData name="Gästanvändare" userId="" providerId="Windows Live" clId="Web-{B33A0DDB-D5F5-9868-881B-D1B13DC95B09}" dt="2026-03-08T23:26:18.206" v="12" actId="20577"/>
          <ac:spMkLst>
            <pc:docMk/>
            <pc:sldMk cId="2726513911" sldId="294"/>
            <ac:spMk id="5" creationId="{D7159001-2738-8BDF-5775-E302534BE8C5}"/>
          </ac:spMkLst>
        </pc:spChg>
        <pc:spChg chg="mod">
          <ac:chgData name="Gästanvändare" userId="" providerId="Windows Live" clId="Web-{B33A0DDB-D5F5-9868-881B-D1B13DC95B09}" dt="2026-03-08T23:25:30.111" v="9" actId="20577"/>
          <ac:spMkLst>
            <pc:docMk/>
            <pc:sldMk cId="2726513911" sldId="294"/>
            <ac:spMk id="20" creationId="{C882434E-CA01-9C4B-F154-690F2E8BA61E}"/>
          </ac:spMkLst>
        </pc:spChg>
      </pc:sldChg>
      <pc:sldChg chg="modSp">
        <pc:chgData name="Gästanvändare" userId="" providerId="Windows Live" clId="Web-{B33A0DDB-D5F5-9868-881B-D1B13DC95B09}" dt="2026-03-08T23:27:21.441" v="17" actId="20577"/>
        <pc:sldMkLst>
          <pc:docMk/>
          <pc:sldMk cId="1184512717" sldId="298"/>
        </pc:sldMkLst>
        <pc:spChg chg="mod">
          <ac:chgData name="Gästanvändare" userId="" providerId="Windows Live" clId="Web-{B33A0DDB-D5F5-9868-881B-D1B13DC95B09}" dt="2026-03-08T23:27:21.441" v="17" actId="20577"/>
          <ac:spMkLst>
            <pc:docMk/>
            <pc:sldMk cId="1184512717" sldId="298"/>
            <ac:spMk id="8" creationId="{C53883FD-20FB-A022-6BE2-5BD009773F0F}"/>
          </ac:spMkLst>
        </pc:spChg>
      </pc:sldChg>
      <pc:sldChg chg="modSp">
        <pc:chgData name="Gästanvändare" userId="" providerId="Windows Live" clId="Web-{B33A0DDB-D5F5-9868-881B-D1B13DC95B09}" dt="2026-03-08T23:29:05.257" v="20" actId="20577"/>
        <pc:sldMkLst>
          <pc:docMk/>
          <pc:sldMk cId="1289961823" sldId="302"/>
        </pc:sldMkLst>
        <pc:spChg chg="mod">
          <ac:chgData name="Gästanvändare" userId="" providerId="Windows Live" clId="Web-{B33A0DDB-D5F5-9868-881B-D1B13DC95B09}" dt="2026-03-08T23:29:05.257" v="20" actId="20577"/>
          <ac:spMkLst>
            <pc:docMk/>
            <pc:sldMk cId="1289961823" sldId="302"/>
            <ac:spMk id="10" creationId="{D652F506-9EDC-1C05-2440-6E36350F560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737F2D40-DF92-4ADE-A761-CBF896599C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sv-SE"/>
          </a:p>
        </p:txBody>
      </p:sp>
      <p:sp>
        <p:nvSpPr>
          <p:cNvPr id="3" name="Platshållare för datum 2">
            <a:extLst>
              <a:ext uri="{FF2B5EF4-FFF2-40B4-BE49-F238E27FC236}">
                <a16:creationId xmlns:a16="http://schemas.microsoft.com/office/drawing/2014/main" id="{874F42E9-55BA-437C-85B3-324B4E2BF2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9A2401B-18EB-4287-A2B7-7BB1D0449540}" type="datetime1">
              <a:rPr lang="sv-SE" smtClean="0"/>
              <a:t>2026-03-09</a:t>
            </a:fld>
            <a:endParaRPr lang="sv-SE"/>
          </a:p>
        </p:txBody>
      </p:sp>
      <p:sp>
        <p:nvSpPr>
          <p:cNvPr id="4" name="Platshållare för sidfot 3">
            <a:extLst>
              <a:ext uri="{FF2B5EF4-FFF2-40B4-BE49-F238E27FC236}">
                <a16:creationId xmlns:a16="http://schemas.microsoft.com/office/drawing/2014/main" id="{407DF0FD-84A5-462F-A0AC-B2CEF6020C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sv-SE"/>
          </a:p>
        </p:txBody>
      </p:sp>
      <p:sp>
        <p:nvSpPr>
          <p:cNvPr id="5" name="Platshållare för bildnummer 4">
            <a:extLst>
              <a:ext uri="{FF2B5EF4-FFF2-40B4-BE49-F238E27FC236}">
                <a16:creationId xmlns:a16="http://schemas.microsoft.com/office/drawing/2014/main" id="{5D85C710-014C-4C89-9B64-843B9863CE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EC605DA-80A8-4B7B-B889-6C5700BB4CEA}" type="slidenum">
              <a:rPr lang="sv-SE" smtClean="0"/>
              <a:t>‹#›</a:t>
            </a:fld>
            <a:endParaRPr lang="sv-SE"/>
          </a:p>
        </p:txBody>
      </p:sp>
    </p:spTree>
    <p:extLst>
      <p:ext uri="{BB962C8B-B14F-4D97-AF65-F5344CB8AC3E}">
        <p14:creationId xmlns:p14="http://schemas.microsoft.com/office/powerpoint/2010/main" val="216653922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sv-SE" noProof="0"/>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4085D583-34CD-44D1-A1A3-3123C9B2F31A}" type="datetime1">
              <a:rPr lang="sv-SE" noProof="0" smtClean="0"/>
              <a:t>2026-03-09</a:t>
            </a:fld>
            <a:endParaRPr lang="sv-SE" noProof="0"/>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sv-SE" noProof="0"/>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sv-SE" noProof="0"/>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3544625-0ADF-4414-89A2-9E135F0C849F}" type="slidenum">
              <a:rPr lang="sv-SE" noProof="0" smtClean="0"/>
              <a:t>‹#›</a:t>
            </a:fld>
            <a:endParaRPr lang="sv-SE" noProof="0"/>
          </a:p>
        </p:txBody>
      </p:sp>
    </p:spTree>
    <p:extLst>
      <p:ext uri="{BB962C8B-B14F-4D97-AF65-F5344CB8AC3E}">
        <p14:creationId xmlns:p14="http://schemas.microsoft.com/office/powerpoint/2010/main" val="112222809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txBody>
          <a:bodyPr/>
          <a:lstStyle/>
          <a:p>
            <a:endParaRPr lang="sv-SE"/>
          </a:p>
        </p:txBody>
      </p:sp>
      <p:sp>
        <p:nvSpPr>
          <p:cNvPr id="3" name="Platshållare för anteckningar 2"/>
          <p:cNvSpPr>
            <a:spLocks noGrp="1"/>
          </p:cNvSpPr>
          <p:nvPr>
            <p:ph type="body" idx="1"/>
          </p:nvPr>
        </p:nvSpPr>
        <p:spPr/>
        <p:txBody>
          <a:bodyPr rtlCol="0"/>
          <a:lstStyle/>
          <a:p>
            <a:endParaRPr lang="sv-SE">
              <a:ea typeface="Calibri"/>
              <a:cs typeface="Calibri"/>
            </a:endParaRPr>
          </a:p>
          <a:p>
            <a:endParaRPr lang="sv-SE">
              <a:ea typeface="Calibri"/>
              <a:cs typeface="Calibri"/>
            </a:endParaRPr>
          </a:p>
        </p:txBody>
      </p:sp>
      <p:sp>
        <p:nvSpPr>
          <p:cNvPr id="4" name="Platshållare för bildnummer 3"/>
          <p:cNvSpPr>
            <a:spLocks noGrp="1"/>
          </p:cNvSpPr>
          <p:nvPr>
            <p:ph type="sldNum" sz="quarter" idx="5"/>
          </p:nvPr>
        </p:nvSpPr>
        <p:spPr/>
        <p:txBody>
          <a:bodyPr rtlCol="0"/>
          <a:lstStyle/>
          <a:p>
            <a:pPr rtl="0"/>
            <a:fld id="{F3544625-0ADF-4414-89A2-9E135F0C849F}" type="slidenum">
              <a:rPr lang="sv-SE" smtClean="0"/>
              <a:t>1</a:t>
            </a:fld>
            <a:endParaRPr lang="sv-SE"/>
          </a:p>
        </p:txBody>
      </p:sp>
    </p:spTree>
    <p:extLst>
      <p:ext uri="{BB962C8B-B14F-4D97-AF65-F5344CB8AC3E}">
        <p14:creationId xmlns:p14="http://schemas.microsoft.com/office/powerpoint/2010/main" val="3749808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sv-SE"/>
          </a:p>
        </p:txBody>
      </p:sp>
      <p:sp>
        <p:nvSpPr>
          <p:cNvPr id="3" name="Notes Placeholder 2"/>
          <p:cNvSpPr>
            <a:spLocks noGrp="1"/>
          </p:cNvSpPr>
          <p:nvPr>
            <p:ph type="body" idx="1"/>
          </p:nvPr>
        </p:nvSpPr>
        <p:spPr/>
        <p:txBody>
          <a:bodyPr/>
          <a:lstStyle/>
          <a:p>
            <a:endParaRPr lang="sv-SE"/>
          </a:p>
        </p:txBody>
      </p:sp>
      <p:sp>
        <p:nvSpPr>
          <p:cNvPr id="4" name="Slide Number Placeholder 3"/>
          <p:cNvSpPr>
            <a:spLocks noGrp="1"/>
          </p:cNvSpPr>
          <p:nvPr>
            <p:ph type="sldNum" sz="quarter" idx="5"/>
          </p:nvPr>
        </p:nvSpPr>
        <p:spPr/>
        <p:txBody>
          <a:bodyPr/>
          <a:lstStyle/>
          <a:p>
            <a:pPr rtl="0"/>
            <a:fld id="{F3544625-0ADF-4414-89A2-9E135F0C849F}" type="slidenum">
              <a:rPr lang="sv-SE" noProof="0" smtClean="0"/>
              <a:t>2</a:t>
            </a:fld>
            <a:endParaRPr lang="sv-SE" noProof="0"/>
          </a:p>
        </p:txBody>
      </p:sp>
    </p:spTree>
    <p:extLst>
      <p:ext uri="{BB962C8B-B14F-4D97-AF65-F5344CB8AC3E}">
        <p14:creationId xmlns:p14="http://schemas.microsoft.com/office/powerpoint/2010/main" val="1883417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B846C-F3E8-8CEE-8859-D3EAE283E4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2F20D7-0323-61EB-DABD-579BAC20E70D}"/>
              </a:ext>
            </a:extLst>
          </p:cNvPr>
          <p:cNvSpPr>
            <a:spLocks noGrp="1" noRot="1" noChangeAspect="1"/>
          </p:cNvSpPr>
          <p:nvPr>
            <p:ph type="sldImg"/>
          </p:nvPr>
        </p:nvSpPr>
        <p:spPr/>
        <p:txBody>
          <a:bodyPr/>
          <a:lstStyle/>
          <a:p>
            <a:endParaRPr lang="sv-SE"/>
          </a:p>
        </p:txBody>
      </p:sp>
      <p:sp>
        <p:nvSpPr>
          <p:cNvPr id="3" name="Notes Placeholder 2">
            <a:extLst>
              <a:ext uri="{FF2B5EF4-FFF2-40B4-BE49-F238E27FC236}">
                <a16:creationId xmlns:a16="http://schemas.microsoft.com/office/drawing/2014/main" id="{CBC88E9D-C74B-E03E-4499-C023100FE4D8}"/>
              </a:ext>
            </a:extLst>
          </p:cNvPr>
          <p:cNvSpPr>
            <a:spLocks noGrp="1"/>
          </p:cNvSpPr>
          <p:nvPr>
            <p:ph type="body" idx="1"/>
          </p:nvPr>
        </p:nvSpPr>
        <p:spPr/>
        <p:txBody>
          <a:bodyPr/>
          <a:lstStyle/>
          <a:p>
            <a:endParaRPr lang="sv-SE"/>
          </a:p>
        </p:txBody>
      </p:sp>
      <p:sp>
        <p:nvSpPr>
          <p:cNvPr id="4" name="Slide Number Placeholder 3">
            <a:extLst>
              <a:ext uri="{FF2B5EF4-FFF2-40B4-BE49-F238E27FC236}">
                <a16:creationId xmlns:a16="http://schemas.microsoft.com/office/drawing/2014/main" id="{597174BC-0C95-BEEF-B746-5BF6412A9DDC}"/>
              </a:ext>
            </a:extLst>
          </p:cNvPr>
          <p:cNvSpPr>
            <a:spLocks noGrp="1"/>
          </p:cNvSpPr>
          <p:nvPr>
            <p:ph type="sldNum" sz="quarter" idx="5"/>
          </p:nvPr>
        </p:nvSpPr>
        <p:spPr/>
        <p:txBody>
          <a:bodyPr/>
          <a:lstStyle/>
          <a:p>
            <a:pPr rtl="0"/>
            <a:fld id="{F3544625-0ADF-4414-89A2-9E135F0C849F}" type="slidenum">
              <a:rPr lang="sv-SE" noProof="0" smtClean="0"/>
              <a:t>3</a:t>
            </a:fld>
            <a:endParaRPr lang="sv-SE" noProof="0"/>
          </a:p>
        </p:txBody>
      </p:sp>
    </p:spTree>
    <p:extLst>
      <p:ext uri="{BB962C8B-B14F-4D97-AF65-F5344CB8AC3E}">
        <p14:creationId xmlns:p14="http://schemas.microsoft.com/office/powerpoint/2010/main" val="2141323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9DE68-F570-D0B0-DF6D-F1206B428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0ADFC-B4F3-B728-BF1A-EEC10A2D0564}"/>
              </a:ext>
            </a:extLst>
          </p:cNvPr>
          <p:cNvSpPr>
            <a:spLocks noGrp="1" noRot="1" noChangeAspect="1"/>
          </p:cNvSpPr>
          <p:nvPr>
            <p:ph type="sldImg"/>
          </p:nvPr>
        </p:nvSpPr>
        <p:spPr/>
        <p:txBody>
          <a:bodyPr/>
          <a:lstStyle/>
          <a:p>
            <a:endParaRPr lang="sv-SE"/>
          </a:p>
        </p:txBody>
      </p:sp>
      <p:sp>
        <p:nvSpPr>
          <p:cNvPr id="3" name="Notes Placeholder 2">
            <a:extLst>
              <a:ext uri="{FF2B5EF4-FFF2-40B4-BE49-F238E27FC236}">
                <a16:creationId xmlns:a16="http://schemas.microsoft.com/office/drawing/2014/main" id="{DA8FECFF-CEB2-810D-F17D-3785E4327988}"/>
              </a:ext>
            </a:extLst>
          </p:cNvPr>
          <p:cNvSpPr>
            <a:spLocks noGrp="1"/>
          </p:cNvSpPr>
          <p:nvPr>
            <p:ph type="body" idx="1"/>
          </p:nvPr>
        </p:nvSpPr>
        <p:spPr/>
        <p:txBody>
          <a:bodyPr/>
          <a:lstStyle/>
          <a:p>
            <a:pPr>
              <a:buFont typeface="Arial"/>
              <a:buChar char="•"/>
            </a:pPr>
            <a:r>
              <a:rPr lang="sv-SE"/>
              <a:t>The </a:t>
            </a:r>
            <a:r>
              <a:rPr lang="sv-SE" err="1"/>
              <a:t>core</a:t>
            </a:r>
            <a:r>
              <a:rPr lang="sv-SE"/>
              <a:t> </a:t>
            </a:r>
            <a:r>
              <a:rPr lang="sv-SE" err="1"/>
              <a:t>functions</a:t>
            </a:r>
            <a:r>
              <a:rPr lang="sv-SE"/>
              <a:t> </a:t>
            </a:r>
            <a:r>
              <a:rPr lang="sv-SE" err="1"/>
              <a:t>of</a:t>
            </a:r>
            <a:r>
              <a:rPr lang="sv-SE"/>
              <a:t> </a:t>
            </a:r>
            <a:r>
              <a:rPr lang="sv-SE" err="1"/>
              <a:t>our</a:t>
            </a:r>
            <a:r>
              <a:rPr lang="sv-SE"/>
              <a:t> web </a:t>
            </a:r>
            <a:r>
              <a:rPr lang="sv-SE" err="1"/>
              <a:t>application</a:t>
            </a:r>
            <a:r>
              <a:rPr lang="sv-SE"/>
              <a:t> </a:t>
            </a:r>
            <a:r>
              <a:rPr lang="sv-SE" err="1"/>
              <a:t>primarily</a:t>
            </a:r>
            <a:r>
              <a:rPr lang="sv-SE"/>
              <a:t> </a:t>
            </a:r>
            <a:r>
              <a:rPr lang="sv-SE" err="1"/>
              <a:t>reside</a:t>
            </a:r>
            <a:r>
              <a:rPr lang="sv-SE"/>
              <a:t> in the session </a:t>
            </a:r>
            <a:r>
              <a:rPr lang="sv-SE" err="1"/>
              <a:t>viewer</a:t>
            </a:r>
            <a:r>
              <a:rPr lang="sv-SE"/>
              <a:t> page </a:t>
            </a:r>
            <a:r>
              <a:rPr lang="sv-SE" err="1"/>
              <a:t>where</a:t>
            </a:r>
            <a:r>
              <a:rPr lang="sv-SE"/>
              <a:t> </a:t>
            </a:r>
            <a:r>
              <a:rPr lang="sv-SE" err="1"/>
              <a:t>we</a:t>
            </a:r>
            <a:r>
              <a:rPr lang="sv-SE"/>
              <a:t> </a:t>
            </a:r>
            <a:r>
              <a:rPr lang="sv-SE" err="1"/>
              <a:t>have</a:t>
            </a:r>
            <a:r>
              <a:rPr lang="sv-SE"/>
              <a:t> </a:t>
            </a:r>
            <a:r>
              <a:rPr lang="sv-SE" err="1"/>
              <a:t>two</a:t>
            </a:r>
            <a:r>
              <a:rPr lang="sv-SE"/>
              <a:t> </a:t>
            </a:r>
            <a:r>
              <a:rPr lang="sv-SE" err="1"/>
              <a:t>processes</a:t>
            </a:r>
            <a:r>
              <a:rPr lang="sv-SE"/>
              <a:t> </a:t>
            </a:r>
            <a:r>
              <a:rPr lang="sv-SE" err="1"/>
              <a:t>that</a:t>
            </a:r>
            <a:r>
              <a:rPr lang="sv-SE"/>
              <a:t> </a:t>
            </a:r>
            <a:r>
              <a:rPr lang="sv-SE" err="1"/>
              <a:t>run</a:t>
            </a:r>
            <a:r>
              <a:rPr lang="sv-SE"/>
              <a:t> </a:t>
            </a:r>
            <a:r>
              <a:rPr lang="sv-SE" err="1"/>
              <a:t>side</a:t>
            </a:r>
            <a:r>
              <a:rPr lang="sv-SE"/>
              <a:t> by </a:t>
            </a:r>
            <a:r>
              <a:rPr lang="sv-SE" err="1"/>
              <a:t>side</a:t>
            </a:r>
            <a:r>
              <a:rPr lang="sv-SE"/>
              <a:t>.</a:t>
            </a:r>
            <a:endParaRPr lang="en-US"/>
          </a:p>
          <a:p>
            <a:pPr>
              <a:buFont typeface="Arial"/>
              <a:buChar char="•"/>
            </a:pPr>
            <a:r>
              <a:rPr lang="sv-SE"/>
              <a:t>For the videos, we have a video player here with custom controls to aid with analysis, speed and repeat with the plan to introduce single frame adjustments.</a:t>
            </a:r>
          </a:p>
          <a:p>
            <a:pPr>
              <a:buFont typeface="Arial"/>
              <a:buChar char="•"/>
            </a:pPr>
            <a:r>
              <a:rPr lang="sv-SE" err="1"/>
              <a:t>Once</a:t>
            </a:r>
            <a:r>
              <a:rPr lang="sv-SE"/>
              <a:t> </a:t>
            </a:r>
            <a:r>
              <a:rPr lang="sv-SE" err="1"/>
              <a:t>you</a:t>
            </a:r>
            <a:r>
              <a:rPr lang="sv-SE"/>
              <a:t> press the </a:t>
            </a:r>
            <a:r>
              <a:rPr lang="sv-SE" err="1"/>
              <a:t>button</a:t>
            </a:r>
            <a:r>
              <a:rPr lang="sv-SE"/>
              <a:t> </a:t>
            </a:r>
            <a:r>
              <a:rPr lang="sv-SE" err="1"/>
              <a:t>with</a:t>
            </a:r>
            <a:r>
              <a:rPr lang="sv-SE"/>
              <a:t> the </a:t>
            </a:r>
            <a:r>
              <a:rPr lang="sv-SE" err="1"/>
              <a:t>little</a:t>
            </a:r>
            <a:r>
              <a:rPr lang="sv-SE"/>
              <a:t> person the </a:t>
            </a:r>
            <a:r>
              <a:rPr lang="sv-SE" err="1"/>
              <a:t>skeleton</a:t>
            </a:r>
            <a:r>
              <a:rPr lang="sv-SE"/>
              <a:t> </a:t>
            </a:r>
            <a:r>
              <a:rPr lang="sv-SE" err="1"/>
              <a:t>tracking</a:t>
            </a:r>
            <a:r>
              <a:rPr lang="sv-SE"/>
              <a:t> </a:t>
            </a:r>
            <a:r>
              <a:rPr lang="sv-SE" err="1"/>
              <a:t>will</a:t>
            </a:r>
            <a:r>
              <a:rPr lang="sv-SE"/>
              <a:t> be </a:t>
            </a:r>
            <a:r>
              <a:rPr lang="sv-SE" err="1"/>
              <a:t>initiated</a:t>
            </a:r>
            <a:r>
              <a:rPr lang="sv-SE"/>
              <a:t>. </a:t>
            </a:r>
            <a:r>
              <a:rPr lang="sv-SE" err="1"/>
              <a:t>We</a:t>
            </a:r>
            <a:r>
              <a:rPr lang="sv-SE"/>
              <a:t> </a:t>
            </a:r>
            <a:r>
              <a:rPr lang="sv-SE" err="1"/>
              <a:t>are</a:t>
            </a:r>
            <a:r>
              <a:rPr lang="sv-SE"/>
              <a:t> </a:t>
            </a:r>
            <a:r>
              <a:rPr lang="sv-SE" err="1"/>
              <a:t>using</a:t>
            </a:r>
            <a:r>
              <a:rPr lang="sv-SE"/>
              <a:t> Googles pose </a:t>
            </a:r>
            <a:r>
              <a:rPr lang="sv-SE" err="1"/>
              <a:t>estimation</a:t>
            </a:r>
            <a:r>
              <a:rPr lang="sv-SE"/>
              <a:t> </a:t>
            </a:r>
            <a:r>
              <a:rPr lang="sv-SE" err="1"/>
              <a:t>model</a:t>
            </a:r>
            <a:r>
              <a:rPr lang="sv-SE"/>
              <a:t> </a:t>
            </a:r>
            <a:r>
              <a:rPr lang="sv-SE" err="1"/>
              <a:t>called</a:t>
            </a:r>
            <a:r>
              <a:rPr lang="sv-SE"/>
              <a:t> </a:t>
            </a:r>
            <a:r>
              <a:rPr lang="sv-SE" err="1"/>
              <a:t>MoveNet</a:t>
            </a:r>
            <a:r>
              <a:rPr lang="sv-SE"/>
              <a:t> </a:t>
            </a:r>
            <a:r>
              <a:rPr lang="sv-SE" err="1"/>
              <a:t>running</a:t>
            </a:r>
            <a:r>
              <a:rPr lang="sv-SE"/>
              <a:t> </a:t>
            </a:r>
            <a:r>
              <a:rPr lang="sv-SE" err="1"/>
              <a:t>through</a:t>
            </a:r>
            <a:r>
              <a:rPr lang="sv-SE"/>
              <a:t> </a:t>
            </a:r>
            <a:r>
              <a:rPr lang="sv-SE" err="1"/>
              <a:t>TensorFlow</a:t>
            </a:r>
            <a:endParaRPr lang="sv-SE" err="1">
              <a:ea typeface="Calibri"/>
              <a:cs typeface="Calibri"/>
            </a:endParaRPr>
          </a:p>
          <a:p>
            <a:pPr>
              <a:buFont typeface="Arial"/>
              <a:buChar char="•"/>
            </a:pPr>
            <a:r>
              <a:rPr lang="sv-SE" err="1"/>
              <a:t>This</a:t>
            </a:r>
            <a:r>
              <a:rPr lang="sv-SE"/>
              <a:t> </a:t>
            </a:r>
            <a:r>
              <a:rPr lang="sv-SE" err="1"/>
              <a:t>happens</a:t>
            </a:r>
            <a:r>
              <a:rPr lang="sv-SE"/>
              <a:t> </a:t>
            </a:r>
            <a:r>
              <a:rPr lang="sv-SE" err="1"/>
              <a:t>fully</a:t>
            </a:r>
            <a:r>
              <a:rPr lang="sv-SE"/>
              <a:t> </a:t>
            </a:r>
            <a:r>
              <a:rPr lang="sv-SE" err="1"/>
              <a:t>locally</a:t>
            </a:r>
            <a:r>
              <a:rPr lang="sv-SE"/>
              <a:t> on the </a:t>
            </a:r>
            <a:r>
              <a:rPr lang="sv-SE" err="1"/>
              <a:t>machine</a:t>
            </a:r>
            <a:r>
              <a:rPr lang="sv-SE"/>
              <a:t> </a:t>
            </a:r>
            <a:r>
              <a:rPr lang="sv-SE" err="1"/>
              <a:t>requiring</a:t>
            </a:r>
            <a:r>
              <a:rPr lang="sv-SE"/>
              <a:t> no </a:t>
            </a:r>
            <a:r>
              <a:rPr lang="sv-SE" err="1"/>
              <a:t>downloads</a:t>
            </a:r>
            <a:r>
              <a:rPr lang="sv-SE"/>
              <a:t>, just an internet </a:t>
            </a:r>
            <a:r>
              <a:rPr lang="sv-SE" err="1"/>
              <a:t>connection</a:t>
            </a:r>
            <a:r>
              <a:rPr lang="sv-SE"/>
              <a:t>.</a:t>
            </a:r>
            <a:endParaRPr lang="sv-SE">
              <a:ea typeface="Calibri"/>
              <a:cs typeface="Calibri"/>
            </a:endParaRPr>
          </a:p>
          <a:p>
            <a:pPr>
              <a:buFont typeface="Arial"/>
              <a:buChar char="•"/>
            </a:pPr>
            <a:r>
              <a:rPr lang="sv-SE" err="1"/>
              <a:t>This</a:t>
            </a:r>
            <a:r>
              <a:rPr lang="sv-SE"/>
              <a:t> </a:t>
            </a:r>
            <a:r>
              <a:rPr lang="sv-SE" err="1"/>
              <a:t>model</a:t>
            </a:r>
            <a:r>
              <a:rPr lang="sv-SE"/>
              <a:t> </a:t>
            </a:r>
            <a:r>
              <a:rPr lang="sv-SE" err="1"/>
              <a:t>detects</a:t>
            </a:r>
            <a:r>
              <a:rPr lang="sv-SE"/>
              <a:t> 17 </a:t>
            </a:r>
            <a:r>
              <a:rPr lang="sv-SE" err="1"/>
              <a:t>nodes</a:t>
            </a:r>
            <a:r>
              <a:rPr lang="sv-SE"/>
              <a:t> </a:t>
            </a:r>
            <a:r>
              <a:rPr lang="sv-SE" err="1"/>
              <a:t>across</a:t>
            </a:r>
            <a:r>
              <a:rPr lang="sv-SE"/>
              <a:t> the </a:t>
            </a:r>
            <a:r>
              <a:rPr lang="sv-SE" err="1"/>
              <a:t>body</a:t>
            </a:r>
            <a:r>
              <a:rPr lang="sv-SE"/>
              <a:t> (</a:t>
            </a:r>
            <a:r>
              <a:rPr lang="sv-SE" err="1"/>
              <a:t>primarily</a:t>
            </a:r>
            <a:r>
              <a:rPr lang="sv-SE"/>
              <a:t> at the joints) and </a:t>
            </a:r>
            <a:r>
              <a:rPr lang="sv-SE" err="1"/>
              <a:t>overlays</a:t>
            </a:r>
            <a:r>
              <a:rPr lang="sv-SE"/>
              <a:t> </a:t>
            </a:r>
            <a:r>
              <a:rPr lang="sv-SE" err="1"/>
              <a:t>them</a:t>
            </a:r>
            <a:r>
              <a:rPr lang="sv-SE"/>
              <a:t> on the video in real </a:t>
            </a:r>
            <a:r>
              <a:rPr lang="sv-SE" err="1"/>
              <a:t>time</a:t>
            </a:r>
            <a:r>
              <a:rPr lang="sv-SE"/>
              <a:t>.</a:t>
            </a:r>
            <a:endParaRPr lang="en-US"/>
          </a:p>
          <a:p>
            <a:pPr>
              <a:buFont typeface="Arial"/>
              <a:buChar char="•"/>
            </a:pPr>
            <a:r>
              <a:rPr lang="sv-SE" err="1"/>
              <a:t>Currently</a:t>
            </a:r>
            <a:r>
              <a:rPr lang="sv-SE"/>
              <a:t> </a:t>
            </a:r>
            <a:r>
              <a:rPr lang="sv-SE" err="1"/>
              <a:t>this</a:t>
            </a:r>
            <a:r>
              <a:rPr lang="sv-SE"/>
              <a:t> is </a:t>
            </a:r>
            <a:r>
              <a:rPr lang="sv-SE" err="1"/>
              <a:t>primarily</a:t>
            </a:r>
            <a:r>
              <a:rPr lang="sv-SE"/>
              <a:t> for observation purposes, </a:t>
            </a:r>
            <a:r>
              <a:rPr lang="sv-SE" err="1"/>
              <a:t>but</a:t>
            </a:r>
            <a:r>
              <a:rPr lang="sv-SE"/>
              <a:t> </a:t>
            </a:r>
            <a:r>
              <a:rPr lang="sv-SE" err="1"/>
              <a:t>we</a:t>
            </a:r>
            <a:r>
              <a:rPr lang="sv-SE"/>
              <a:t> </a:t>
            </a:r>
            <a:r>
              <a:rPr lang="sv-SE" err="1"/>
              <a:t>have</a:t>
            </a:r>
            <a:r>
              <a:rPr lang="sv-SE"/>
              <a:t> </a:t>
            </a:r>
            <a:r>
              <a:rPr lang="sv-SE" err="1"/>
              <a:t>built</a:t>
            </a:r>
            <a:r>
              <a:rPr lang="sv-SE"/>
              <a:t> a joint </a:t>
            </a:r>
            <a:r>
              <a:rPr lang="sv-SE" err="1"/>
              <a:t>angle</a:t>
            </a:r>
            <a:r>
              <a:rPr lang="sv-SE"/>
              <a:t> </a:t>
            </a:r>
            <a:r>
              <a:rPr lang="sv-SE" err="1"/>
              <a:t>calculation</a:t>
            </a:r>
            <a:r>
              <a:rPr lang="sv-SE"/>
              <a:t> </a:t>
            </a:r>
            <a:r>
              <a:rPr lang="sv-SE" err="1"/>
              <a:t>tool</a:t>
            </a:r>
            <a:r>
              <a:rPr lang="sv-SE"/>
              <a:t> </a:t>
            </a:r>
            <a:r>
              <a:rPr lang="sv-SE" err="1"/>
              <a:t>that</a:t>
            </a:r>
            <a:r>
              <a:rPr lang="sv-SE"/>
              <a:t> </a:t>
            </a:r>
            <a:r>
              <a:rPr lang="sv-SE" err="1"/>
              <a:t>takes</a:t>
            </a:r>
            <a:r>
              <a:rPr lang="sv-SE"/>
              <a:t> the positions </a:t>
            </a:r>
            <a:r>
              <a:rPr lang="sv-SE" err="1"/>
              <a:t>of</a:t>
            </a:r>
            <a:r>
              <a:rPr lang="sv-SE"/>
              <a:t> </a:t>
            </a:r>
            <a:r>
              <a:rPr lang="sv-SE" err="1"/>
              <a:t>selected</a:t>
            </a:r>
            <a:r>
              <a:rPr lang="sv-SE"/>
              <a:t> </a:t>
            </a:r>
            <a:r>
              <a:rPr lang="sv-SE" err="1"/>
              <a:t>nodes</a:t>
            </a:r>
            <a:r>
              <a:rPr lang="sv-SE"/>
              <a:t> and </a:t>
            </a:r>
            <a:r>
              <a:rPr lang="sv-SE" err="1"/>
              <a:t>calculates</a:t>
            </a:r>
            <a:r>
              <a:rPr lang="sv-SE"/>
              <a:t> and displays the </a:t>
            </a:r>
            <a:r>
              <a:rPr lang="sv-SE" err="1"/>
              <a:t>angle</a:t>
            </a:r>
            <a:r>
              <a:rPr lang="sv-SE"/>
              <a:t> </a:t>
            </a:r>
            <a:r>
              <a:rPr lang="sv-SE" err="1"/>
              <a:t>formed</a:t>
            </a:r>
            <a:r>
              <a:rPr lang="sv-SE"/>
              <a:t> by </a:t>
            </a:r>
            <a:r>
              <a:rPr lang="sv-SE" err="1"/>
              <a:t>them</a:t>
            </a:r>
            <a:r>
              <a:rPr lang="sv-SE"/>
              <a:t>, </a:t>
            </a:r>
            <a:r>
              <a:rPr lang="sv-SE" err="1"/>
              <a:t>seen</a:t>
            </a:r>
            <a:r>
              <a:rPr lang="sv-SE"/>
              <a:t> </a:t>
            </a:r>
            <a:r>
              <a:rPr lang="sv-SE" err="1"/>
              <a:t>here</a:t>
            </a:r>
            <a:r>
              <a:rPr lang="sv-SE"/>
              <a:t>. </a:t>
            </a:r>
            <a:r>
              <a:rPr lang="sv-SE" err="1"/>
              <a:t>This</a:t>
            </a:r>
            <a:r>
              <a:rPr lang="sv-SE"/>
              <a:t> has </a:t>
            </a:r>
            <a:r>
              <a:rPr lang="sv-SE" err="1"/>
              <a:t>its</a:t>
            </a:r>
            <a:r>
              <a:rPr lang="sv-SE"/>
              <a:t> limitations </a:t>
            </a:r>
            <a:r>
              <a:rPr lang="sv-SE" err="1"/>
              <a:t>due</a:t>
            </a:r>
            <a:r>
              <a:rPr lang="sv-SE"/>
              <a:t> to the pose </a:t>
            </a:r>
            <a:r>
              <a:rPr lang="sv-SE" err="1"/>
              <a:t>estimation</a:t>
            </a:r>
            <a:r>
              <a:rPr lang="sv-SE"/>
              <a:t> </a:t>
            </a:r>
            <a:r>
              <a:rPr lang="sv-SE" err="1"/>
              <a:t>being</a:t>
            </a:r>
            <a:r>
              <a:rPr lang="sv-SE"/>
              <a:t> 2D </a:t>
            </a:r>
            <a:r>
              <a:rPr lang="sv-SE" err="1"/>
              <a:t>but</a:t>
            </a:r>
            <a:r>
              <a:rPr lang="sv-SE"/>
              <a:t> </a:t>
            </a:r>
            <a:r>
              <a:rPr lang="sv-SE" err="1"/>
              <a:t>will</a:t>
            </a:r>
            <a:r>
              <a:rPr lang="sv-SE"/>
              <a:t> </a:t>
            </a:r>
            <a:r>
              <a:rPr lang="sv-SE" err="1"/>
              <a:t>eventually</a:t>
            </a:r>
            <a:r>
              <a:rPr lang="sv-SE"/>
              <a:t> be </a:t>
            </a:r>
            <a:r>
              <a:rPr lang="sv-SE" err="1"/>
              <a:t>used</a:t>
            </a:r>
            <a:r>
              <a:rPr lang="sv-SE"/>
              <a:t> in </a:t>
            </a:r>
            <a:r>
              <a:rPr lang="sv-SE" err="1"/>
              <a:t>conjunction</a:t>
            </a:r>
            <a:r>
              <a:rPr lang="sv-SE"/>
              <a:t> </a:t>
            </a:r>
            <a:r>
              <a:rPr lang="sv-SE" err="1"/>
              <a:t>with</a:t>
            </a:r>
            <a:r>
              <a:rPr lang="sv-SE"/>
              <a:t> </a:t>
            </a:r>
            <a:r>
              <a:rPr lang="sv-SE" err="1"/>
              <a:t>angle</a:t>
            </a:r>
            <a:r>
              <a:rPr lang="sv-SE"/>
              <a:t> </a:t>
            </a:r>
            <a:r>
              <a:rPr lang="sv-SE" err="1"/>
              <a:t>calculations</a:t>
            </a:r>
            <a:r>
              <a:rPr lang="sv-SE"/>
              <a:t> from </a:t>
            </a:r>
            <a:r>
              <a:rPr lang="sv-SE" err="1"/>
              <a:t>multiple</a:t>
            </a:r>
            <a:r>
              <a:rPr lang="sv-SE"/>
              <a:t> IMU </a:t>
            </a:r>
            <a:r>
              <a:rPr lang="sv-SE" err="1"/>
              <a:t>sources</a:t>
            </a:r>
            <a:r>
              <a:rPr lang="sv-SE"/>
              <a:t>.</a:t>
            </a:r>
            <a:endParaRPr lang="sv-SE">
              <a:ea typeface="Calibri"/>
              <a:cs typeface="Calibri"/>
            </a:endParaRPr>
          </a:p>
          <a:p>
            <a:pPr marL="171450" indent="-171450">
              <a:buFont typeface="Arial"/>
              <a:buChar char="•"/>
            </a:pPr>
            <a:endParaRPr lang="sv-SE">
              <a:ea typeface="Calibri"/>
              <a:cs typeface="Calibri"/>
            </a:endParaRPr>
          </a:p>
        </p:txBody>
      </p:sp>
      <p:sp>
        <p:nvSpPr>
          <p:cNvPr id="4" name="Slide Number Placeholder 3">
            <a:extLst>
              <a:ext uri="{FF2B5EF4-FFF2-40B4-BE49-F238E27FC236}">
                <a16:creationId xmlns:a16="http://schemas.microsoft.com/office/drawing/2014/main" id="{70BAA69D-C09C-CBE6-52E6-A889222208D9}"/>
              </a:ext>
            </a:extLst>
          </p:cNvPr>
          <p:cNvSpPr>
            <a:spLocks noGrp="1"/>
          </p:cNvSpPr>
          <p:nvPr>
            <p:ph type="sldNum" sz="quarter" idx="5"/>
          </p:nvPr>
        </p:nvSpPr>
        <p:spPr/>
        <p:txBody>
          <a:bodyPr/>
          <a:lstStyle/>
          <a:p>
            <a:pPr rtl="0"/>
            <a:fld id="{F3544625-0ADF-4414-89A2-9E135F0C849F}" type="slidenum">
              <a:rPr lang="sv-SE" noProof="0" smtClean="0"/>
              <a:t>4</a:t>
            </a:fld>
            <a:endParaRPr lang="sv-SE" noProof="0"/>
          </a:p>
        </p:txBody>
      </p:sp>
    </p:spTree>
    <p:extLst>
      <p:ext uri="{BB962C8B-B14F-4D97-AF65-F5344CB8AC3E}">
        <p14:creationId xmlns:p14="http://schemas.microsoft.com/office/powerpoint/2010/main" val="949710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EA902-1300-2995-4026-BC2E8103F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9F0E4E-C2C8-77FA-22D1-50184F016A82}"/>
              </a:ext>
            </a:extLst>
          </p:cNvPr>
          <p:cNvSpPr>
            <a:spLocks noGrp="1" noRot="1" noChangeAspect="1"/>
          </p:cNvSpPr>
          <p:nvPr>
            <p:ph type="sldImg"/>
          </p:nvPr>
        </p:nvSpPr>
        <p:spPr/>
        <p:txBody>
          <a:bodyPr/>
          <a:lstStyle/>
          <a:p>
            <a:endParaRPr lang="sv-SE"/>
          </a:p>
        </p:txBody>
      </p:sp>
      <p:sp>
        <p:nvSpPr>
          <p:cNvPr id="3" name="Notes Placeholder 2">
            <a:extLst>
              <a:ext uri="{FF2B5EF4-FFF2-40B4-BE49-F238E27FC236}">
                <a16:creationId xmlns:a16="http://schemas.microsoft.com/office/drawing/2014/main" id="{6AB32B84-D219-6868-0E55-21EFDDCDCF97}"/>
              </a:ext>
            </a:extLst>
          </p:cNvPr>
          <p:cNvSpPr>
            <a:spLocks noGrp="1"/>
          </p:cNvSpPr>
          <p:nvPr>
            <p:ph type="body" idx="1"/>
          </p:nvPr>
        </p:nvSpPr>
        <p:spPr/>
        <p:txBody>
          <a:bodyPr/>
          <a:lstStyle/>
          <a:p>
            <a:pPr>
              <a:buFont typeface="Arial"/>
              <a:buChar char="•"/>
            </a:pPr>
            <a:r>
              <a:rPr lang="sv-SE" err="1"/>
              <a:t>Regarding</a:t>
            </a:r>
            <a:r>
              <a:rPr lang="sv-SE"/>
              <a:t> the IMU data </a:t>
            </a:r>
            <a:r>
              <a:rPr lang="sv-SE" err="1"/>
              <a:t>there</a:t>
            </a:r>
            <a:r>
              <a:rPr lang="sv-SE"/>
              <a:t> </a:t>
            </a:r>
            <a:r>
              <a:rPr lang="sv-SE" err="1"/>
              <a:t>are</a:t>
            </a:r>
            <a:r>
              <a:rPr lang="sv-SE"/>
              <a:t> </a:t>
            </a:r>
            <a:r>
              <a:rPr lang="sv-SE" err="1"/>
              <a:t>several</a:t>
            </a:r>
            <a:r>
              <a:rPr lang="sv-SE"/>
              <a:t> </a:t>
            </a:r>
            <a:r>
              <a:rPr lang="sv-SE" err="1"/>
              <a:t>processing</a:t>
            </a:r>
            <a:r>
              <a:rPr lang="sv-SE"/>
              <a:t> steps </a:t>
            </a:r>
            <a:r>
              <a:rPr lang="sv-SE" err="1"/>
              <a:t>that</a:t>
            </a:r>
            <a:r>
              <a:rPr lang="sv-SE"/>
              <a:t> </a:t>
            </a:r>
            <a:r>
              <a:rPr lang="sv-SE" err="1"/>
              <a:t>take</a:t>
            </a:r>
            <a:r>
              <a:rPr lang="sv-SE"/>
              <a:t> </a:t>
            </a:r>
            <a:r>
              <a:rPr lang="sv-SE" err="1"/>
              <a:t>place</a:t>
            </a:r>
            <a:r>
              <a:rPr lang="sv-SE"/>
              <a:t> </a:t>
            </a:r>
            <a:r>
              <a:rPr lang="sv-SE" err="1"/>
              <a:t>upon</a:t>
            </a:r>
            <a:r>
              <a:rPr lang="sv-SE"/>
              <a:t> </a:t>
            </a:r>
            <a:r>
              <a:rPr lang="sv-SE" err="1"/>
              <a:t>loading</a:t>
            </a:r>
            <a:r>
              <a:rPr lang="sv-SE"/>
              <a:t> </a:t>
            </a:r>
            <a:r>
              <a:rPr lang="sv-SE" err="1"/>
              <a:t>into</a:t>
            </a:r>
            <a:r>
              <a:rPr lang="sv-SE"/>
              <a:t> the session </a:t>
            </a:r>
            <a:r>
              <a:rPr lang="sv-SE" err="1"/>
              <a:t>viewer</a:t>
            </a:r>
            <a:r>
              <a:rPr lang="sv-SE"/>
              <a:t> page.</a:t>
            </a:r>
            <a:endParaRPr lang="en-US"/>
          </a:p>
          <a:p>
            <a:pPr>
              <a:buFont typeface="Arial"/>
              <a:buChar char="•"/>
            </a:pPr>
            <a:r>
              <a:rPr lang="sv-SE" err="1"/>
              <a:t>There</a:t>
            </a:r>
            <a:r>
              <a:rPr lang="sv-SE"/>
              <a:t> is the option to </a:t>
            </a:r>
            <a:r>
              <a:rPr lang="sv-SE" err="1"/>
              <a:t>view</a:t>
            </a:r>
            <a:r>
              <a:rPr lang="sv-SE"/>
              <a:t> the </a:t>
            </a:r>
            <a:r>
              <a:rPr lang="sv-SE" err="1"/>
              <a:t>raw</a:t>
            </a:r>
            <a:r>
              <a:rPr lang="sv-SE"/>
              <a:t> </a:t>
            </a:r>
            <a:r>
              <a:rPr lang="sv-SE" err="1"/>
              <a:t>csv</a:t>
            </a:r>
            <a:r>
              <a:rPr lang="sv-SE"/>
              <a:t> data </a:t>
            </a:r>
            <a:r>
              <a:rPr lang="sv-SE" err="1"/>
              <a:t>that</a:t>
            </a:r>
            <a:r>
              <a:rPr lang="sv-SE"/>
              <a:t> </a:t>
            </a:r>
            <a:r>
              <a:rPr lang="sv-SE" err="1"/>
              <a:t>we</a:t>
            </a:r>
            <a:r>
              <a:rPr lang="sv-SE"/>
              <a:t> </a:t>
            </a:r>
            <a:r>
              <a:rPr lang="sv-SE" err="1"/>
              <a:t>require</a:t>
            </a:r>
            <a:r>
              <a:rPr lang="sv-SE"/>
              <a:t> the IMU data to be in the form </a:t>
            </a:r>
            <a:r>
              <a:rPr lang="sv-SE" err="1"/>
              <a:t>of</a:t>
            </a:r>
            <a:r>
              <a:rPr lang="sv-SE"/>
              <a:t> </a:t>
            </a:r>
            <a:r>
              <a:rPr lang="sv-SE" err="1"/>
              <a:t>but</a:t>
            </a:r>
            <a:r>
              <a:rPr lang="sv-SE"/>
              <a:t> </a:t>
            </a:r>
            <a:r>
              <a:rPr lang="sv-SE" err="1"/>
              <a:t>most</a:t>
            </a:r>
            <a:r>
              <a:rPr lang="sv-SE"/>
              <a:t> </a:t>
            </a:r>
            <a:r>
              <a:rPr lang="sv-SE" err="1"/>
              <a:t>of</a:t>
            </a:r>
            <a:r>
              <a:rPr lang="sv-SE"/>
              <a:t> the </a:t>
            </a:r>
            <a:r>
              <a:rPr lang="sv-SE" err="1"/>
              <a:t>analysis</a:t>
            </a:r>
            <a:r>
              <a:rPr lang="sv-SE"/>
              <a:t> </a:t>
            </a:r>
            <a:r>
              <a:rPr lang="sv-SE" err="1"/>
              <a:t>happens</a:t>
            </a:r>
            <a:r>
              <a:rPr lang="sv-SE"/>
              <a:t> </a:t>
            </a:r>
            <a:r>
              <a:rPr lang="sv-SE" err="1"/>
              <a:t>after</a:t>
            </a:r>
            <a:r>
              <a:rPr lang="sv-SE"/>
              <a:t> a </a:t>
            </a:r>
            <a:r>
              <a:rPr lang="sv-SE" err="1"/>
              <a:t>few</a:t>
            </a:r>
            <a:r>
              <a:rPr lang="sv-SE"/>
              <a:t> </a:t>
            </a:r>
            <a:r>
              <a:rPr lang="sv-SE" err="1"/>
              <a:t>key</a:t>
            </a:r>
            <a:r>
              <a:rPr lang="sv-SE"/>
              <a:t> steps.</a:t>
            </a:r>
            <a:endParaRPr lang="sv-SE">
              <a:ea typeface="Calibri"/>
              <a:cs typeface="Calibri"/>
            </a:endParaRPr>
          </a:p>
          <a:p>
            <a:pPr>
              <a:buFont typeface="Arial"/>
              <a:buChar char="•"/>
            </a:pPr>
            <a:r>
              <a:rPr lang="sv-SE"/>
              <a:t>Part </a:t>
            </a:r>
            <a:r>
              <a:rPr lang="sv-SE" err="1"/>
              <a:t>of</a:t>
            </a:r>
            <a:r>
              <a:rPr lang="sv-SE"/>
              <a:t> the </a:t>
            </a:r>
            <a:r>
              <a:rPr lang="sv-SE" err="1"/>
              <a:t>goal</a:t>
            </a:r>
            <a:r>
              <a:rPr lang="sv-SE"/>
              <a:t> is to be </a:t>
            </a:r>
            <a:r>
              <a:rPr lang="sv-SE" err="1"/>
              <a:t>able</a:t>
            </a:r>
            <a:r>
              <a:rPr lang="sv-SE"/>
              <a:t> to </a:t>
            </a:r>
            <a:r>
              <a:rPr lang="sv-SE" err="1"/>
              <a:t>use</a:t>
            </a:r>
            <a:r>
              <a:rPr lang="sv-SE"/>
              <a:t> </a:t>
            </a:r>
            <a:r>
              <a:rPr lang="sv-SE" err="1"/>
              <a:t>this</a:t>
            </a:r>
            <a:r>
              <a:rPr lang="sv-SE"/>
              <a:t> </a:t>
            </a:r>
            <a:r>
              <a:rPr lang="sv-SE" err="1"/>
              <a:t>webapp</a:t>
            </a:r>
            <a:r>
              <a:rPr lang="sv-SE"/>
              <a:t> </a:t>
            </a:r>
            <a:r>
              <a:rPr lang="sv-SE" err="1"/>
              <a:t>with</a:t>
            </a:r>
            <a:r>
              <a:rPr lang="sv-SE"/>
              <a:t> </a:t>
            </a:r>
            <a:r>
              <a:rPr lang="sv-SE" err="1"/>
              <a:t>any</a:t>
            </a:r>
            <a:r>
              <a:rPr lang="sv-SE"/>
              <a:t> IMU sensor or data and so it must be </a:t>
            </a:r>
            <a:r>
              <a:rPr lang="sv-SE" err="1"/>
              <a:t>able</a:t>
            </a:r>
            <a:r>
              <a:rPr lang="sv-SE"/>
              <a:t> to </a:t>
            </a:r>
            <a:r>
              <a:rPr lang="sv-SE" err="1"/>
              <a:t>handle</a:t>
            </a:r>
            <a:r>
              <a:rPr lang="sv-SE"/>
              <a:t> </a:t>
            </a:r>
            <a:r>
              <a:rPr lang="sv-SE" err="1"/>
              <a:t>varying</a:t>
            </a:r>
            <a:r>
              <a:rPr lang="sv-SE"/>
              <a:t> </a:t>
            </a:r>
            <a:r>
              <a:rPr lang="sv-SE" err="1"/>
              <a:t>sample</a:t>
            </a:r>
            <a:r>
              <a:rPr lang="sv-SE"/>
              <a:t> rates. Thus, the </a:t>
            </a:r>
            <a:r>
              <a:rPr lang="sv-SE" err="1"/>
              <a:t>first</a:t>
            </a:r>
            <a:r>
              <a:rPr lang="sv-SE"/>
              <a:t> step is to </a:t>
            </a:r>
            <a:r>
              <a:rPr lang="sv-SE" err="1"/>
              <a:t>figure</a:t>
            </a:r>
            <a:r>
              <a:rPr lang="sv-SE"/>
              <a:t> </a:t>
            </a:r>
            <a:r>
              <a:rPr lang="sv-SE" err="1"/>
              <a:t>out</a:t>
            </a:r>
            <a:r>
              <a:rPr lang="sv-SE"/>
              <a:t> </a:t>
            </a:r>
            <a:r>
              <a:rPr lang="sv-SE" err="1"/>
              <a:t>what</a:t>
            </a:r>
            <a:r>
              <a:rPr lang="sv-SE"/>
              <a:t> the </a:t>
            </a:r>
            <a:r>
              <a:rPr lang="sv-SE" err="1"/>
              <a:t>sample</a:t>
            </a:r>
            <a:r>
              <a:rPr lang="sv-SE"/>
              <a:t> rate, </a:t>
            </a:r>
            <a:r>
              <a:rPr lang="sv-SE" err="1"/>
              <a:t>which</a:t>
            </a:r>
            <a:r>
              <a:rPr lang="sv-SE"/>
              <a:t> </a:t>
            </a:r>
            <a:r>
              <a:rPr lang="sv-SE" err="1"/>
              <a:t>we</a:t>
            </a:r>
            <a:r>
              <a:rPr lang="sv-SE"/>
              <a:t> </a:t>
            </a:r>
            <a:r>
              <a:rPr lang="sv-SE" err="1"/>
              <a:t>are</a:t>
            </a:r>
            <a:r>
              <a:rPr lang="sv-SE"/>
              <a:t> </a:t>
            </a:r>
            <a:r>
              <a:rPr lang="sv-SE" err="1"/>
              <a:t>calculating</a:t>
            </a:r>
            <a:r>
              <a:rPr lang="sv-SE"/>
              <a:t> </a:t>
            </a:r>
            <a:r>
              <a:rPr lang="sv-SE" err="1"/>
              <a:t>based</a:t>
            </a:r>
            <a:r>
              <a:rPr lang="sv-SE"/>
              <a:t> on the median </a:t>
            </a:r>
            <a:r>
              <a:rPr lang="sv-SE" err="1"/>
              <a:t>differences</a:t>
            </a:r>
            <a:r>
              <a:rPr lang="sv-SE"/>
              <a:t> </a:t>
            </a:r>
            <a:r>
              <a:rPr lang="sv-SE" err="1"/>
              <a:t>between</a:t>
            </a:r>
            <a:r>
              <a:rPr lang="sv-SE"/>
              <a:t> the </a:t>
            </a:r>
            <a:r>
              <a:rPr lang="sv-SE" err="1"/>
              <a:t>timestamp</a:t>
            </a:r>
            <a:r>
              <a:rPr lang="sv-SE"/>
              <a:t> </a:t>
            </a:r>
            <a:r>
              <a:rPr lang="sv-SE" err="1"/>
              <a:t>values</a:t>
            </a:r>
            <a:r>
              <a:rPr lang="sv-SE"/>
              <a:t>.</a:t>
            </a:r>
            <a:endParaRPr lang="sv-SE">
              <a:ea typeface="Calibri"/>
              <a:cs typeface="Calibri"/>
            </a:endParaRPr>
          </a:p>
          <a:p>
            <a:pPr>
              <a:buFont typeface="Arial"/>
              <a:buChar char="•"/>
            </a:pPr>
            <a:r>
              <a:rPr lang="sv-SE" err="1"/>
              <a:t>Similarly</a:t>
            </a:r>
            <a:r>
              <a:rPr lang="sv-SE"/>
              <a:t>, the </a:t>
            </a:r>
            <a:r>
              <a:rPr lang="sv-SE" err="1"/>
              <a:t>units</a:t>
            </a:r>
            <a:r>
              <a:rPr lang="sv-SE"/>
              <a:t> for the </a:t>
            </a:r>
            <a:r>
              <a:rPr lang="sv-SE" err="1"/>
              <a:t>gyroscope</a:t>
            </a:r>
            <a:r>
              <a:rPr lang="sv-SE"/>
              <a:t> </a:t>
            </a:r>
            <a:r>
              <a:rPr lang="sv-SE" err="1"/>
              <a:t>are</a:t>
            </a:r>
            <a:r>
              <a:rPr lang="sv-SE"/>
              <a:t> </a:t>
            </a:r>
            <a:r>
              <a:rPr lang="sv-SE" err="1"/>
              <a:t>checked</a:t>
            </a:r>
            <a:r>
              <a:rPr lang="sv-SE"/>
              <a:t> to </a:t>
            </a:r>
            <a:r>
              <a:rPr lang="sv-SE" err="1"/>
              <a:t>confirm</a:t>
            </a:r>
            <a:r>
              <a:rPr lang="sv-SE"/>
              <a:t> </a:t>
            </a:r>
            <a:r>
              <a:rPr lang="sv-SE" err="1"/>
              <a:t>if</a:t>
            </a:r>
            <a:r>
              <a:rPr lang="sv-SE"/>
              <a:t> </a:t>
            </a:r>
            <a:r>
              <a:rPr lang="sv-SE" err="1"/>
              <a:t>they</a:t>
            </a:r>
            <a:r>
              <a:rPr lang="sv-SE"/>
              <a:t> </a:t>
            </a:r>
            <a:r>
              <a:rPr lang="sv-SE" err="1"/>
              <a:t>are</a:t>
            </a:r>
            <a:r>
              <a:rPr lang="sv-SE"/>
              <a:t> in </a:t>
            </a:r>
            <a:r>
              <a:rPr lang="sv-SE" err="1"/>
              <a:t>degrees</a:t>
            </a:r>
            <a:r>
              <a:rPr lang="sv-SE"/>
              <a:t> per second or radians per second, </a:t>
            </a:r>
            <a:r>
              <a:rPr lang="sv-SE" err="1"/>
              <a:t>based</a:t>
            </a:r>
            <a:r>
              <a:rPr lang="sv-SE"/>
              <a:t> on a 75</a:t>
            </a:r>
            <a:r>
              <a:rPr lang="sv-SE" baseline="30000"/>
              <a:t>th</a:t>
            </a:r>
            <a:r>
              <a:rPr lang="sv-SE"/>
              <a:t> </a:t>
            </a:r>
            <a:r>
              <a:rPr lang="sv-SE" err="1"/>
              <a:t>percentile</a:t>
            </a:r>
            <a:r>
              <a:rPr lang="sv-SE"/>
              <a:t> </a:t>
            </a:r>
            <a:r>
              <a:rPr lang="sv-SE" err="1"/>
              <a:t>threshold</a:t>
            </a:r>
            <a:r>
              <a:rPr lang="sv-SE"/>
              <a:t> </a:t>
            </a:r>
            <a:r>
              <a:rPr lang="sv-SE" err="1"/>
              <a:t>of</a:t>
            </a:r>
            <a:r>
              <a:rPr lang="sv-SE"/>
              <a:t> approx. 0.5.</a:t>
            </a:r>
            <a:endParaRPr lang="sv-SE">
              <a:ea typeface="Calibri"/>
              <a:cs typeface="Calibri"/>
            </a:endParaRPr>
          </a:p>
          <a:p>
            <a:pPr>
              <a:buFont typeface="Arial"/>
              <a:buChar char="•"/>
            </a:pPr>
            <a:r>
              <a:rPr lang="sv-SE"/>
              <a:t>Before </a:t>
            </a:r>
            <a:r>
              <a:rPr lang="sv-SE" err="1"/>
              <a:t>moving</a:t>
            </a:r>
            <a:r>
              <a:rPr lang="sv-SE"/>
              <a:t> on to sensor fusion </a:t>
            </a:r>
            <a:r>
              <a:rPr lang="sv-SE" err="1"/>
              <a:t>we</a:t>
            </a:r>
            <a:r>
              <a:rPr lang="sv-SE"/>
              <a:t> </a:t>
            </a:r>
            <a:r>
              <a:rPr lang="sv-SE" err="1"/>
              <a:t>need</a:t>
            </a:r>
            <a:r>
              <a:rPr lang="sv-SE"/>
              <a:t> to </a:t>
            </a:r>
            <a:r>
              <a:rPr lang="sv-SE" err="1"/>
              <a:t>account</a:t>
            </a:r>
            <a:r>
              <a:rPr lang="sv-SE"/>
              <a:t> for the hard </a:t>
            </a:r>
            <a:r>
              <a:rPr lang="sv-SE" err="1"/>
              <a:t>iron</a:t>
            </a:r>
            <a:r>
              <a:rPr lang="sv-SE"/>
              <a:t> bias </a:t>
            </a:r>
            <a:r>
              <a:rPr lang="sv-SE" err="1"/>
              <a:t>of</a:t>
            </a:r>
            <a:r>
              <a:rPr lang="sv-SE"/>
              <a:t> the IMU sensor. </a:t>
            </a:r>
            <a:r>
              <a:rPr lang="sv-SE" err="1"/>
              <a:t>This</a:t>
            </a:r>
            <a:r>
              <a:rPr lang="sv-SE"/>
              <a:t> is a </a:t>
            </a:r>
            <a:r>
              <a:rPr lang="sv-SE" err="1"/>
              <a:t>fixed</a:t>
            </a:r>
            <a:r>
              <a:rPr lang="sv-SE"/>
              <a:t> </a:t>
            </a:r>
            <a:r>
              <a:rPr lang="sv-SE" err="1"/>
              <a:t>magnetic</a:t>
            </a:r>
            <a:r>
              <a:rPr lang="sv-SE"/>
              <a:t> offset </a:t>
            </a:r>
            <a:r>
              <a:rPr lang="sv-SE" err="1"/>
              <a:t>caused</a:t>
            </a:r>
            <a:r>
              <a:rPr lang="sv-SE"/>
              <a:t> by the </a:t>
            </a:r>
            <a:r>
              <a:rPr lang="sv-SE" err="1"/>
              <a:t>ferromagnetic</a:t>
            </a:r>
            <a:r>
              <a:rPr lang="sv-SE"/>
              <a:t> material inside the sensor </a:t>
            </a:r>
            <a:r>
              <a:rPr lang="sv-SE" err="1"/>
              <a:t>itself</a:t>
            </a:r>
            <a:r>
              <a:rPr lang="sv-SE"/>
              <a:t>, </a:t>
            </a:r>
            <a:r>
              <a:rPr lang="sv-SE" err="1"/>
              <a:t>which</a:t>
            </a:r>
            <a:r>
              <a:rPr lang="sv-SE"/>
              <a:t> is </a:t>
            </a:r>
            <a:r>
              <a:rPr lang="sv-SE" err="1"/>
              <a:t>large</a:t>
            </a:r>
            <a:r>
              <a:rPr lang="sv-SE"/>
              <a:t> </a:t>
            </a:r>
            <a:r>
              <a:rPr lang="sv-SE" err="1"/>
              <a:t>enough</a:t>
            </a:r>
            <a:r>
              <a:rPr lang="sv-SE"/>
              <a:t> relative to the </a:t>
            </a:r>
            <a:r>
              <a:rPr lang="sv-SE" err="1"/>
              <a:t>earths</a:t>
            </a:r>
            <a:r>
              <a:rPr lang="sv-SE"/>
              <a:t> </a:t>
            </a:r>
            <a:r>
              <a:rPr lang="sv-SE" err="1"/>
              <a:t>magnetic</a:t>
            </a:r>
            <a:r>
              <a:rPr lang="sv-SE"/>
              <a:t> </a:t>
            </a:r>
            <a:r>
              <a:rPr lang="sv-SE" err="1"/>
              <a:t>field</a:t>
            </a:r>
            <a:r>
              <a:rPr lang="sv-SE"/>
              <a:t> to </a:t>
            </a:r>
            <a:r>
              <a:rPr lang="sv-SE" err="1"/>
              <a:t>significantly</a:t>
            </a:r>
            <a:r>
              <a:rPr lang="sv-SE"/>
              <a:t> </a:t>
            </a:r>
            <a:r>
              <a:rPr lang="sv-SE" err="1"/>
              <a:t>influence</a:t>
            </a:r>
            <a:r>
              <a:rPr lang="sv-SE"/>
              <a:t> the </a:t>
            </a:r>
            <a:r>
              <a:rPr lang="sv-SE" err="1"/>
              <a:t>raw</a:t>
            </a:r>
            <a:r>
              <a:rPr lang="sv-SE"/>
              <a:t> magnetometer </a:t>
            </a:r>
            <a:r>
              <a:rPr lang="sv-SE" err="1"/>
              <a:t>reading</a:t>
            </a:r>
            <a:r>
              <a:rPr lang="sv-SE"/>
              <a:t>, </a:t>
            </a:r>
            <a:r>
              <a:rPr lang="sv-SE" err="1"/>
              <a:t>impacting</a:t>
            </a:r>
            <a:r>
              <a:rPr lang="sv-SE"/>
              <a:t> the </a:t>
            </a:r>
            <a:r>
              <a:rPr lang="sv-SE" err="1"/>
              <a:t>heading</a:t>
            </a:r>
            <a:r>
              <a:rPr lang="sv-SE"/>
              <a:t> signal.</a:t>
            </a:r>
            <a:endParaRPr lang="en-US"/>
          </a:p>
          <a:p>
            <a:pPr>
              <a:buFont typeface="Arial"/>
              <a:buChar char="•"/>
            </a:pPr>
            <a:r>
              <a:rPr lang="sv-SE"/>
              <a:t>To </a:t>
            </a:r>
            <a:r>
              <a:rPr lang="sv-SE" err="1"/>
              <a:t>remove</a:t>
            </a:r>
            <a:r>
              <a:rPr lang="sv-SE"/>
              <a:t> it, the median </a:t>
            </a:r>
            <a:r>
              <a:rPr lang="sv-SE" err="1"/>
              <a:t>of</a:t>
            </a:r>
            <a:r>
              <a:rPr lang="sv-SE"/>
              <a:t> </a:t>
            </a:r>
            <a:r>
              <a:rPr lang="sv-SE" err="1"/>
              <a:t>each</a:t>
            </a:r>
            <a:r>
              <a:rPr lang="sv-SE"/>
              <a:t> </a:t>
            </a:r>
            <a:r>
              <a:rPr lang="sv-SE" err="1"/>
              <a:t>axis</a:t>
            </a:r>
            <a:r>
              <a:rPr lang="sv-SE"/>
              <a:t> </a:t>
            </a:r>
            <a:r>
              <a:rPr lang="sv-SE" err="1"/>
              <a:t>across</a:t>
            </a:r>
            <a:r>
              <a:rPr lang="sv-SE"/>
              <a:t> the </a:t>
            </a:r>
            <a:r>
              <a:rPr lang="sv-SE" err="1"/>
              <a:t>entire</a:t>
            </a:r>
            <a:r>
              <a:rPr lang="sv-SE"/>
              <a:t> recording is </a:t>
            </a:r>
            <a:r>
              <a:rPr lang="sv-SE" err="1"/>
              <a:t>subtracted</a:t>
            </a:r>
            <a:r>
              <a:rPr lang="sv-SE"/>
              <a:t> from the </a:t>
            </a:r>
            <a:r>
              <a:rPr lang="sv-SE" err="1"/>
              <a:t>raw</a:t>
            </a:r>
            <a:r>
              <a:rPr lang="sv-SE"/>
              <a:t> data. </a:t>
            </a:r>
            <a:endParaRPr lang="sv-SE">
              <a:ea typeface="Calibri"/>
              <a:cs typeface="Calibri"/>
            </a:endParaRPr>
          </a:p>
          <a:p>
            <a:pPr>
              <a:buFont typeface="Arial"/>
              <a:buChar char="•"/>
            </a:pPr>
            <a:r>
              <a:rPr lang="sv-SE" err="1"/>
              <a:t>Next</a:t>
            </a:r>
            <a:r>
              <a:rPr lang="sv-SE"/>
              <a:t>, </a:t>
            </a:r>
            <a:r>
              <a:rPr lang="sv-SE" err="1"/>
              <a:t>we</a:t>
            </a:r>
            <a:r>
              <a:rPr lang="sv-SE"/>
              <a:t> </a:t>
            </a:r>
            <a:r>
              <a:rPr lang="sv-SE" err="1"/>
              <a:t>run</a:t>
            </a:r>
            <a:r>
              <a:rPr lang="sv-SE"/>
              <a:t> the data </a:t>
            </a:r>
            <a:r>
              <a:rPr lang="sv-SE" err="1"/>
              <a:t>through</a:t>
            </a:r>
            <a:r>
              <a:rPr lang="sv-SE"/>
              <a:t> the </a:t>
            </a:r>
            <a:r>
              <a:rPr lang="sv-SE" err="1"/>
              <a:t>Madgwick</a:t>
            </a:r>
            <a:r>
              <a:rPr lang="sv-SE"/>
              <a:t> </a:t>
            </a:r>
            <a:r>
              <a:rPr lang="sv-SE" err="1"/>
              <a:t>algorithm</a:t>
            </a:r>
            <a:r>
              <a:rPr lang="sv-SE"/>
              <a:t> </a:t>
            </a:r>
            <a:r>
              <a:rPr lang="sv-SE" err="1"/>
              <a:t>using</a:t>
            </a:r>
            <a:r>
              <a:rPr lang="sv-SE"/>
              <a:t> the AHRS </a:t>
            </a:r>
            <a:r>
              <a:rPr lang="sv-SE" err="1"/>
              <a:t>toolbox</a:t>
            </a:r>
            <a:r>
              <a:rPr lang="sv-SE"/>
              <a:t>. </a:t>
            </a:r>
            <a:r>
              <a:rPr lang="sv-SE" err="1"/>
              <a:t>This</a:t>
            </a:r>
            <a:r>
              <a:rPr lang="sv-SE"/>
              <a:t> </a:t>
            </a:r>
            <a:r>
              <a:rPr lang="sv-SE" err="1"/>
              <a:t>uses</a:t>
            </a:r>
            <a:r>
              <a:rPr lang="sv-SE"/>
              <a:t> the data from </a:t>
            </a:r>
            <a:r>
              <a:rPr lang="sv-SE" err="1"/>
              <a:t>each</a:t>
            </a:r>
            <a:r>
              <a:rPr lang="sv-SE"/>
              <a:t> </a:t>
            </a:r>
            <a:r>
              <a:rPr lang="sv-SE" err="1"/>
              <a:t>of</a:t>
            </a:r>
            <a:r>
              <a:rPr lang="sv-SE"/>
              <a:t> the accelerometer, </a:t>
            </a:r>
            <a:r>
              <a:rPr lang="sv-SE" err="1"/>
              <a:t>gyroscope</a:t>
            </a:r>
            <a:r>
              <a:rPr lang="sv-SE"/>
              <a:t> and magnetometer and </a:t>
            </a:r>
            <a:r>
              <a:rPr lang="sv-SE" err="1"/>
              <a:t>produces</a:t>
            </a:r>
            <a:r>
              <a:rPr lang="sv-SE"/>
              <a:t> a </a:t>
            </a:r>
            <a:r>
              <a:rPr lang="sv-SE" err="1"/>
              <a:t>quaternion</a:t>
            </a:r>
            <a:r>
              <a:rPr lang="sv-SE"/>
              <a:t> for </a:t>
            </a:r>
            <a:r>
              <a:rPr lang="sv-SE" err="1"/>
              <a:t>every</a:t>
            </a:r>
            <a:r>
              <a:rPr lang="sv-SE"/>
              <a:t> </a:t>
            </a:r>
            <a:r>
              <a:rPr lang="sv-SE" err="1"/>
              <a:t>sample</a:t>
            </a:r>
            <a:r>
              <a:rPr lang="sv-SE"/>
              <a:t>.</a:t>
            </a:r>
            <a:endParaRPr lang="sv-SE">
              <a:ea typeface="Calibri"/>
              <a:cs typeface="Calibri"/>
            </a:endParaRPr>
          </a:p>
          <a:p>
            <a:pPr>
              <a:buFont typeface="Arial"/>
              <a:buChar char="•"/>
            </a:pPr>
            <a:r>
              <a:rPr lang="sv-SE"/>
              <a:t>A </a:t>
            </a:r>
            <a:r>
              <a:rPr lang="sv-SE" err="1"/>
              <a:t>quaternion</a:t>
            </a:r>
            <a:r>
              <a:rPr lang="sv-SE"/>
              <a:t> is a </a:t>
            </a:r>
            <a:r>
              <a:rPr lang="sv-SE" err="1"/>
              <a:t>four-component</a:t>
            </a:r>
            <a:r>
              <a:rPr lang="sv-SE"/>
              <a:t> representation </a:t>
            </a:r>
            <a:r>
              <a:rPr lang="sv-SE" err="1"/>
              <a:t>of</a:t>
            </a:r>
            <a:r>
              <a:rPr lang="sv-SE"/>
              <a:t> </a:t>
            </a:r>
            <a:r>
              <a:rPr lang="sv-SE" err="1"/>
              <a:t>orientation</a:t>
            </a:r>
            <a:r>
              <a:rPr lang="sv-SE"/>
              <a:t> in 3D space </a:t>
            </a:r>
            <a:r>
              <a:rPr lang="sv-SE" err="1"/>
              <a:t>that</a:t>
            </a:r>
            <a:r>
              <a:rPr lang="sv-SE"/>
              <a:t> </a:t>
            </a:r>
            <a:r>
              <a:rPr lang="sv-SE" err="1"/>
              <a:t>avoids</a:t>
            </a:r>
            <a:r>
              <a:rPr lang="sv-SE"/>
              <a:t> the </a:t>
            </a:r>
            <a:r>
              <a:rPr lang="sv-SE" err="1"/>
              <a:t>gimbal</a:t>
            </a:r>
            <a:r>
              <a:rPr lang="sv-SE"/>
              <a:t> lock problems </a:t>
            </a:r>
            <a:r>
              <a:rPr lang="sv-SE" err="1"/>
              <a:t>you</a:t>
            </a:r>
            <a:r>
              <a:rPr lang="sv-SE"/>
              <a:t> get </a:t>
            </a:r>
            <a:r>
              <a:rPr lang="sv-SE" err="1"/>
              <a:t>with</a:t>
            </a:r>
            <a:r>
              <a:rPr lang="sv-SE"/>
              <a:t> </a:t>
            </a:r>
            <a:r>
              <a:rPr lang="sv-SE" err="1"/>
              <a:t>traditional</a:t>
            </a:r>
            <a:r>
              <a:rPr lang="sv-SE"/>
              <a:t> Euler </a:t>
            </a:r>
            <a:r>
              <a:rPr lang="sv-SE" err="1"/>
              <a:t>angles</a:t>
            </a:r>
            <a:r>
              <a:rPr lang="sv-SE"/>
              <a:t>.</a:t>
            </a:r>
            <a:endParaRPr lang="sv-SE">
              <a:ea typeface="Calibri"/>
              <a:cs typeface="Calibri"/>
            </a:endParaRPr>
          </a:p>
          <a:p>
            <a:pPr>
              <a:buFont typeface="Arial"/>
              <a:buChar char="•"/>
            </a:pPr>
            <a:r>
              <a:rPr lang="sv-SE" err="1"/>
              <a:t>Madgwick</a:t>
            </a:r>
            <a:r>
              <a:rPr lang="sv-SE"/>
              <a:t> </a:t>
            </a:r>
            <a:r>
              <a:rPr lang="sv-SE" err="1"/>
              <a:t>works</a:t>
            </a:r>
            <a:r>
              <a:rPr lang="sv-SE"/>
              <a:t> by </a:t>
            </a:r>
            <a:r>
              <a:rPr lang="sv-SE" err="1"/>
              <a:t>using</a:t>
            </a:r>
            <a:r>
              <a:rPr lang="sv-SE"/>
              <a:t> the accelerometer and magnetometer as </a:t>
            </a:r>
            <a:r>
              <a:rPr lang="sv-SE" err="1"/>
              <a:t>stable</a:t>
            </a:r>
            <a:r>
              <a:rPr lang="sv-SE"/>
              <a:t> </a:t>
            </a:r>
            <a:r>
              <a:rPr lang="sv-SE" err="1"/>
              <a:t>reference</a:t>
            </a:r>
            <a:r>
              <a:rPr lang="sv-SE"/>
              <a:t> </a:t>
            </a:r>
            <a:r>
              <a:rPr lang="sv-SE" err="1"/>
              <a:t>vectors</a:t>
            </a:r>
            <a:r>
              <a:rPr lang="sv-SE"/>
              <a:t> to </a:t>
            </a:r>
            <a:r>
              <a:rPr lang="sv-SE" err="1"/>
              <a:t>continuously</a:t>
            </a:r>
            <a:r>
              <a:rPr lang="sv-SE"/>
              <a:t> </a:t>
            </a:r>
            <a:r>
              <a:rPr lang="sv-SE" err="1"/>
              <a:t>correct</a:t>
            </a:r>
            <a:r>
              <a:rPr lang="sv-SE"/>
              <a:t> the drift </a:t>
            </a:r>
            <a:r>
              <a:rPr lang="sv-SE" err="1"/>
              <a:t>that</a:t>
            </a:r>
            <a:r>
              <a:rPr lang="sv-SE"/>
              <a:t> </a:t>
            </a:r>
            <a:r>
              <a:rPr lang="sv-SE" err="1"/>
              <a:t>accumulates</a:t>
            </a:r>
            <a:r>
              <a:rPr lang="sv-SE"/>
              <a:t> in the </a:t>
            </a:r>
            <a:r>
              <a:rPr lang="sv-SE" err="1"/>
              <a:t>gyroscope</a:t>
            </a:r>
            <a:endParaRPr lang="sv-SE" err="1">
              <a:ea typeface="Calibri"/>
              <a:cs typeface="Calibri"/>
            </a:endParaRPr>
          </a:p>
          <a:p>
            <a:pPr>
              <a:buFont typeface="Arial"/>
              <a:buChar char="•"/>
            </a:pPr>
            <a:r>
              <a:rPr lang="sv-SE"/>
              <a:t>The filter </a:t>
            </a:r>
            <a:r>
              <a:rPr lang="sv-SE" err="1"/>
              <a:t>also</a:t>
            </a:r>
            <a:r>
              <a:rPr lang="sv-SE"/>
              <a:t> has a 50-sample </a:t>
            </a:r>
            <a:r>
              <a:rPr lang="sv-SE" err="1"/>
              <a:t>warm-up</a:t>
            </a:r>
            <a:r>
              <a:rPr lang="sv-SE"/>
              <a:t> period at the start </a:t>
            </a:r>
            <a:r>
              <a:rPr lang="sv-SE" err="1"/>
              <a:t>since</a:t>
            </a:r>
            <a:r>
              <a:rPr lang="sv-SE"/>
              <a:t> it </a:t>
            </a:r>
            <a:r>
              <a:rPr lang="sv-SE" err="1"/>
              <a:t>initialises</a:t>
            </a:r>
            <a:r>
              <a:rPr lang="sv-SE"/>
              <a:t> </a:t>
            </a:r>
            <a:r>
              <a:rPr lang="sv-SE" err="1"/>
              <a:t>with</a:t>
            </a:r>
            <a:r>
              <a:rPr lang="sv-SE"/>
              <a:t> no </a:t>
            </a:r>
            <a:r>
              <a:rPr lang="sv-SE" err="1"/>
              <a:t>knowledge</a:t>
            </a:r>
            <a:r>
              <a:rPr lang="sv-SE"/>
              <a:t> </a:t>
            </a:r>
            <a:r>
              <a:rPr lang="sv-SE" err="1"/>
              <a:t>of</a:t>
            </a:r>
            <a:r>
              <a:rPr lang="sv-SE"/>
              <a:t> </a:t>
            </a:r>
            <a:r>
              <a:rPr lang="sv-SE" err="1"/>
              <a:t>orientation</a:t>
            </a:r>
            <a:r>
              <a:rPr lang="sv-SE"/>
              <a:t> and </a:t>
            </a:r>
            <a:r>
              <a:rPr lang="sv-SE" err="1"/>
              <a:t>takes</a:t>
            </a:r>
            <a:r>
              <a:rPr lang="sv-SE"/>
              <a:t> a short </a:t>
            </a:r>
            <a:r>
              <a:rPr lang="sv-SE" err="1"/>
              <a:t>time</a:t>
            </a:r>
            <a:r>
              <a:rPr lang="sv-SE"/>
              <a:t> to </a:t>
            </a:r>
            <a:r>
              <a:rPr lang="sv-SE" err="1"/>
              <a:t>converge</a:t>
            </a:r>
            <a:r>
              <a:rPr lang="sv-SE"/>
              <a:t>, so </a:t>
            </a:r>
            <a:r>
              <a:rPr lang="sv-SE" err="1"/>
              <a:t>those</a:t>
            </a:r>
            <a:r>
              <a:rPr lang="sv-SE"/>
              <a:t> </a:t>
            </a:r>
            <a:r>
              <a:rPr lang="sv-SE" err="1"/>
              <a:t>first</a:t>
            </a:r>
            <a:r>
              <a:rPr lang="sv-SE"/>
              <a:t> </a:t>
            </a:r>
            <a:r>
              <a:rPr lang="sv-SE" err="1"/>
              <a:t>samples</a:t>
            </a:r>
            <a:r>
              <a:rPr lang="sv-SE"/>
              <a:t> </a:t>
            </a:r>
            <a:r>
              <a:rPr lang="sv-SE" err="1"/>
              <a:t>are</a:t>
            </a:r>
            <a:r>
              <a:rPr lang="sv-SE"/>
              <a:t> not </a:t>
            </a:r>
            <a:r>
              <a:rPr lang="sv-SE" err="1"/>
              <a:t>fully</a:t>
            </a:r>
            <a:r>
              <a:rPr lang="sv-SE"/>
              <a:t> </a:t>
            </a:r>
            <a:r>
              <a:rPr lang="sv-SE" err="1"/>
              <a:t>trusted</a:t>
            </a:r>
            <a:r>
              <a:rPr lang="sv-SE"/>
              <a:t>.</a:t>
            </a:r>
            <a:endParaRPr lang="sv-SE">
              <a:ea typeface="Calibri"/>
              <a:cs typeface="Calibri"/>
            </a:endParaRPr>
          </a:p>
          <a:p>
            <a:pPr>
              <a:buFont typeface="Arial"/>
              <a:buChar char="•"/>
            </a:pPr>
            <a:endParaRPr lang="sv-SE">
              <a:ea typeface="Calibri"/>
              <a:cs typeface="Calibri"/>
            </a:endParaRPr>
          </a:p>
        </p:txBody>
      </p:sp>
      <p:sp>
        <p:nvSpPr>
          <p:cNvPr id="4" name="Slide Number Placeholder 3">
            <a:extLst>
              <a:ext uri="{FF2B5EF4-FFF2-40B4-BE49-F238E27FC236}">
                <a16:creationId xmlns:a16="http://schemas.microsoft.com/office/drawing/2014/main" id="{08A3CD67-5578-69E4-1E87-ACD40B3D2AFF}"/>
              </a:ext>
            </a:extLst>
          </p:cNvPr>
          <p:cNvSpPr>
            <a:spLocks noGrp="1"/>
          </p:cNvSpPr>
          <p:nvPr>
            <p:ph type="sldNum" sz="quarter" idx="5"/>
          </p:nvPr>
        </p:nvSpPr>
        <p:spPr/>
        <p:txBody>
          <a:bodyPr/>
          <a:lstStyle/>
          <a:p>
            <a:pPr rtl="0"/>
            <a:fld id="{F3544625-0ADF-4414-89A2-9E135F0C849F}" type="slidenum">
              <a:rPr lang="sv-SE" noProof="0" smtClean="0"/>
              <a:t>5</a:t>
            </a:fld>
            <a:endParaRPr lang="sv-SE" noProof="0"/>
          </a:p>
        </p:txBody>
      </p:sp>
    </p:spTree>
    <p:extLst>
      <p:ext uri="{BB962C8B-B14F-4D97-AF65-F5344CB8AC3E}">
        <p14:creationId xmlns:p14="http://schemas.microsoft.com/office/powerpoint/2010/main" val="4051643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80370-80F9-3C3E-D7B1-C7E4B4EDA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EC7608-B987-B318-94F3-8146016C1503}"/>
              </a:ext>
            </a:extLst>
          </p:cNvPr>
          <p:cNvSpPr>
            <a:spLocks noGrp="1" noRot="1" noChangeAspect="1"/>
          </p:cNvSpPr>
          <p:nvPr>
            <p:ph type="sldImg"/>
          </p:nvPr>
        </p:nvSpPr>
        <p:spPr/>
        <p:txBody>
          <a:bodyPr/>
          <a:lstStyle/>
          <a:p>
            <a:endParaRPr lang="sv-SE"/>
          </a:p>
        </p:txBody>
      </p:sp>
      <p:sp>
        <p:nvSpPr>
          <p:cNvPr id="3" name="Notes Placeholder 2">
            <a:extLst>
              <a:ext uri="{FF2B5EF4-FFF2-40B4-BE49-F238E27FC236}">
                <a16:creationId xmlns:a16="http://schemas.microsoft.com/office/drawing/2014/main" id="{96FB63DC-F7BA-BF8B-E06A-68FC1FABE459}"/>
              </a:ext>
            </a:extLst>
          </p:cNvPr>
          <p:cNvSpPr>
            <a:spLocks noGrp="1"/>
          </p:cNvSpPr>
          <p:nvPr>
            <p:ph type="body" idx="1"/>
          </p:nvPr>
        </p:nvSpPr>
        <p:spPr/>
        <p:txBody>
          <a:bodyPr/>
          <a:lstStyle/>
          <a:p>
            <a:pPr>
              <a:buFont typeface="Arial"/>
              <a:buChar char="•"/>
            </a:pPr>
            <a:r>
              <a:rPr lang="sv-SE"/>
              <a:t>Once we have quaternions for every sample, we can use these to remove gravity from the acceleration data to isolate linear accelerations.</a:t>
            </a:r>
            <a:endParaRPr lang="en-US"/>
          </a:p>
          <a:p>
            <a:pPr>
              <a:buFont typeface="Arial"/>
              <a:buChar char="•"/>
            </a:pPr>
            <a:r>
              <a:rPr lang="sv-SE"/>
              <a:t>At every sample we use the conjugate of the quaternion to rotate the known world gravity vector [0,0,1] into the body frame to subtract it from the raw accelerometer data. This is then rotated back into the world frame so that the axes are consistent throughout the recording. </a:t>
            </a:r>
          </a:p>
          <a:p>
            <a:pPr>
              <a:buFont typeface="Arial"/>
              <a:buChar char="•"/>
            </a:pPr>
            <a:r>
              <a:rPr lang="sv-SE"/>
              <a:t>This resulting world-frame linear acceleration is the direct input to the ZUPT integration in the next step, from which velocity and displacement are derived</a:t>
            </a:r>
          </a:p>
          <a:p>
            <a:pPr>
              <a:buFont typeface="Arial"/>
              <a:buChar char="•"/>
            </a:pPr>
            <a:r>
              <a:rPr lang="sv-SE"/>
              <a:t>Zero velocity update is a technique to correct drift in IMUS by detecting when the sensor is stationary.</a:t>
            </a:r>
          </a:p>
          <a:p>
            <a:pPr>
              <a:buFont typeface="Arial"/>
              <a:buChar char="•"/>
            </a:pPr>
            <a:r>
              <a:rPr lang="sv-SE"/>
              <a:t>This is threshold based for which the system currently scans for 8 consecutive samples where the rotation of the gyroscope is below 8 degrees per second, and the acceleration is between 0.8 and 1.2G’s (sitting still with gravity). Each of these points are classified as a ZUPT and at each point the velocity is hard reset to zero.</a:t>
            </a:r>
          </a:p>
          <a:p>
            <a:pPr>
              <a:buFont typeface="Arial"/>
              <a:buChar char="•"/>
            </a:pPr>
            <a:r>
              <a:rPr lang="sv-SE"/>
              <a:t>Between these ZUPT points, trapezoidal integration is used to give us velocity and from that, displacement.</a:t>
            </a:r>
            <a:endParaRPr lang="en-US"/>
          </a:p>
          <a:p>
            <a:pPr>
              <a:buFont typeface="Arial"/>
              <a:buChar char="•"/>
            </a:pPr>
            <a:r>
              <a:rPr lang="sv-SE"/>
              <a:t>Not all signals go through the full fusion pipeline. Alongside the fusion steps, a 20 Hz low-pass IIR filter is also applied to the raw magnitude signals, removing high frequency noise while preserving all meaningful human motion like running or throwing. </a:t>
            </a:r>
          </a:p>
          <a:p>
            <a:pPr>
              <a:buFont typeface="Arial"/>
              <a:buChar char="•"/>
            </a:pPr>
            <a:endParaRPr lang="sv-SE">
              <a:ea typeface="Calibri"/>
              <a:cs typeface="Calibri"/>
            </a:endParaRPr>
          </a:p>
        </p:txBody>
      </p:sp>
      <p:sp>
        <p:nvSpPr>
          <p:cNvPr id="4" name="Slide Number Placeholder 3">
            <a:extLst>
              <a:ext uri="{FF2B5EF4-FFF2-40B4-BE49-F238E27FC236}">
                <a16:creationId xmlns:a16="http://schemas.microsoft.com/office/drawing/2014/main" id="{47A32636-CC73-F641-9C0D-F04D1975BBA7}"/>
              </a:ext>
            </a:extLst>
          </p:cNvPr>
          <p:cNvSpPr>
            <a:spLocks noGrp="1"/>
          </p:cNvSpPr>
          <p:nvPr>
            <p:ph type="sldNum" sz="quarter" idx="5"/>
          </p:nvPr>
        </p:nvSpPr>
        <p:spPr/>
        <p:txBody>
          <a:bodyPr/>
          <a:lstStyle/>
          <a:p>
            <a:pPr rtl="0"/>
            <a:fld id="{F3544625-0ADF-4414-89A2-9E135F0C849F}" type="slidenum">
              <a:rPr lang="sv-SE" noProof="0" smtClean="0"/>
              <a:t>6</a:t>
            </a:fld>
            <a:endParaRPr lang="sv-SE" noProof="0"/>
          </a:p>
        </p:txBody>
      </p:sp>
    </p:spTree>
    <p:extLst>
      <p:ext uri="{BB962C8B-B14F-4D97-AF65-F5344CB8AC3E}">
        <p14:creationId xmlns:p14="http://schemas.microsoft.com/office/powerpoint/2010/main" val="2186330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2CADB-611F-303E-F129-B178977EC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991A5-8387-05EE-0661-B18E4FC37C5E}"/>
              </a:ext>
            </a:extLst>
          </p:cNvPr>
          <p:cNvSpPr>
            <a:spLocks noGrp="1" noRot="1" noChangeAspect="1"/>
          </p:cNvSpPr>
          <p:nvPr>
            <p:ph type="sldImg"/>
          </p:nvPr>
        </p:nvSpPr>
        <p:spPr/>
        <p:txBody>
          <a:bodyPr/>
          <a:lstStyle/>
          <a:p>
            <a:endParaRPr lang="sv-SE"/>
          </a:p>
        </p:txBody>
      </p:sp>
      <p:sp>
        <p:nvSpPr>
          <p:cNvPr id="3" name="Notes Placeholder 2">
            <a:extLst>
              <a:ext uri="{FF2B5EF4-FFF2-40B4-BE49-F238E27FC236}">
                <a16:creationId xmlns:a16="http://schemas.microsoft.com/office/drawing/2014/main" id="{05AAF0CA-F888-1FA5-C845-C155943E300C}"/>
              </a:ext>
            </a:extLst>
          </p:cNvPr>
          <p:cNvSpPr>
            <a:spLocks noGrp="1"/>
          </p:cNvSpPr>
          <p:nvPr>
            <p:ph type="body" idx="1"/>
          </p:nvPr>
        </p:nvSpPr>
        <p:spPr/>
        <p:txBody>
          <a:bodyPr/>
          <a:lstStyle/>
          <a:p>
            <a:pPr>
              <a:buFont typeface="Arial"/>
              <a:buChar char="•"/>
            </a:pPr>
            <a:r>
              <a:rPr lang="sv-SE"/>
              <a:t>The output </a:t>
            </a:r>
            <a:r>
              <a:rPr lang="sv-SE" err="1"/>
              <a:t>of</a:t>
            </a:r>
            <a:r>
              <a:rPr lang="sv-SE"/>
              <a:t> all </a:t>
            </a:r>
            <a:r>
              <a:rPr lang="sv-SE" err="1"/>
              <a:t>these</a:t>
            </a:r>
            <a:r>
              <a:rPr lang="sv-SE"/>
              <a:t> </a:t>
            </a:r>
            <a:r>
              <a:rPr lang="sv-SE" err="1"/>
              <a:t>processing</a:t>
            </a:r>
            <a:r>
              <a:rPr lang="sv-SE"/>
              <a:t> steps is </a:t>
            </a:r>
            <a:r>
              <a:rPr lang="sv-SE" err="1"/>
              <a:t>then</a:t>
            </a:r>
            <a:r>
              <a:rPr lang="sv-SE"/>
              <a:t> </a:t>
            </a:r>
            <a:r>
              <a:rPr lang="sv-SE" err="1"/>
              <a:t>visualised</a:t>
            </a:r>
            <a:r>
              <a:rPr lang="sv-SE"/>
              <a:t> in the IMU </a:t>
            </a:r>
            <a:r>
              <a:rPr lang="sv-SE" err="1"/>
              <a:t>graphs</a:t>
            </a:r>
            <a:r>
              <a:rPr lang="sv-SE"/>
              <a:t> </a:t>
            </a:r>
            <a:r>
              <a:rPr lang="sv-SE" err="1"/>
              <a:t>tab</a:t>
            </a:r>
            <a:r>
              <a:rPr lang="sv-SE"/>
              <a:t>, </a:t>
            </a:r>
            <a:r>
              <a:rPr lang="sv-SE" err="1"/>
              <a:t>which</a:t>
            </a:r>
            <a:r>
              <a:rPr lang="sv-SE"/>
              <a:t> </a:t>
            </a:r>
            <a:r>
              <a:rPr lang="sv-SE" err="1"/>
              <a:t>plots</a:t>
            </a:r>
            <a:r>
              <a:rPr lang="sv-SE"/>
              <a:t> the </a:t>
            </a:r>
            <a:r>
              <a:rPr lang="sv-SE" err="1"/>
              <a:t>raw</a:t>
            </a:r>
            <a:r>
              <a:rPr lang="sv-SE"/>
              <a:t> and </a:t>
            </a:r>
            <a:r>
              <a:rPr lang="sv-SE" err="1"/>
              <a:t>processed</a:t>
            </a:r>
            <a:r>
              <a:rPr lang="sv-SE"/>
              <a:t> signals over </a:t>
            </a:r>
            <a:r>
              <a:rPr lang="sv-SE" err="1"/>
              <a:t>time</a:t>
            </a:r>
            <a:r>
              <a:rPr lang="sv-SE"/>
              <a:t> </a:t>
            </a:r>
            <a:r>
              <a:rPr lang="sv-SE" err="1"/>
              <a:t>with</a:t>
            </a:r>
            <a:r>
              <a:rPr lang="sv-SE"/>
              <a:t> a cursor </a:t>
            </a:r>
            <a:r>
              <a:rPr lang="sv-SE" err="1"/>
              <a:t>synced</a:t>
            </a:r>
            <a:r>
              <a:rPr lang="sv-SE"/>
              <a:t> to video playback, and the sensor fusion 3D </a:t>
            </a:r>
            <a:r>
              <a:rPr lang="sv-SE" err="1"/>
              <a:t>tab</a:t>
            </a:r>
            <a:r>
              <a:rPr lang="sv-SE"/>
              <a:t> </a:t>
            </a:r>
            <a:r>
              <a:rPr lang="sv-SE" err="1"/>
              <a:t>which</a:t>
            </a:r>
            <a:r>
              <a:rPr lang="sv-SE"/>
              <a:t> shows a 3D </a:t>
            </a:r>
            <a:r>
              <a:rPr lang="sv-SE" err="1"/>
              <a:t>model</a:t>
            </a:r>
            <a:r>
              <a:rPr lang="sv-SE"/>
              <a:t> </a:t>
            </a:r>
            <a:r>
              <a:rPr lang="sv-SE" err="1"/>
              <a:t>rotating</a:t>
            </a:r>
            <a:r>
              <a:rPr lang="sv-SE"/>
              <a:t> in real </a:t>
            </a:r>
            <a:r>
              <a:rPr lang="sv-SE" err="1"/>
              <a:t>time</a:t>
            </a:r>
            <a:r>
              <a:rPr lang="sv-SE"/>
              <a:t> driven </a:t>
            </a:r>
            <a:r>
              <a:rPr lang="sv-SE" err="1"/>
              <a:t>directly</a:t>
            </a:r>
            <a:r>
              <a:rPr lang="sv-SE"/>
              <a:t> by the </a:t>
            </a:r>
            <a:r>
              <a:rPr lang="sv-SE" err="1"/>
              <a:t>quaternions</a:t>
            </a:r>
            <a:r>
              <a:rPr lang="sv-SE"/>
              <a:t>.</a:t>
            </a:r>
            <a:endParaRPr lang="en-US"/>
          </a:p>
          <a:p>
            <a:pPr>
              <a:buFont typeface="Arial"/>
              <a:buChar char="•"/>
            </a:pPr>
            <a:r>
              <a:rPr lang="sv-SE"/>
              <a:t>From the IMU data </a:t>
            </a:r>
            <a:r>
              <a:rPr lang="sv-SE" err="1"/>
              <a:t>we</a:t>
            </a:r>
            <a:r>
              <a:rPr lang="sv-SE"/>
              <a:t> </a:t>
            </a:r>
            <a:r>
              <a:rPr lang="sv-SE" err="1"/>
              <a:t>also</a:t>
            </a:r>
            <a:r>
              <a:rPr lang="sv-SE"/>
              <a:t> </a:t>
            </a:r>
            <a:r>
              <a:rPr lang="sv-SE" err="1"/>
              <a:t>calculate</a:t>
            </a:r>
            <a:r>
              <a:rPr lang="sv-SE"/>
              <a:t> and display </a:t>
            </a:r>
            <a:r>
              <a:rPr lang="sv-SE" err="1"/>
              <a:t>several</a:t>
            </a:r>
            <a:r>
              <a:rPr lang="sv-SE"/>
              <a:t> </a:t>
            </a:r>
            <a:r>
              <a:rPr lang="sv-SE" err="1"/>
              <a:t>metrics</a:t>
            </a:r>
            <a:r>
              <a:rPr lang="sv-SE"/>
              <a:t> to </a:t>
            </a:r>
            <a:r>
              <a:rPr lang="sv-SE" err="1"/>
              <a:t>aid</a:t>
            </a:r>
            <a:r>
              <a:rPr lang="sv-SE"/>
              <a:t> </a:t>
            </a:r>
            <a:r>
              <a:rPr lang="sv-SE" err="1"/>
              <a:t>with</a:t>
            </a:r>
            <a:r>
              <a:rPr lang="sv-SE"/>
              <a:t> </a:t>
            </a:r>
            <a:r>
              <a:rPr lang="sv-SE" err="1"/>
              <a:t>analysis</a:t>
            </a:r>
            <a:r>
              <a:rPr lang="sv-SE"/>
              <a:t>.</a:t>
            </a:r>
            <a:endParaRPr lang="sv-SE">
              <a:ea typeface="Calibri"/>
              <a:cs typeface="Calibri"/>
            </a:endParaRPr>
          </a:p>
          <a:p>
            <a:pPr marL="171450" indent="-171450">
              <a:buFont typeface="Arial"/>
              <a:buChar char="•"/>
            </a:pPr>
            <a:endParaRPr lang="sv-SE">
              <a:ea typeface="Calibri"/>
              <a:cs typeface="Calibri"/>
            </a:endParaRPr>
          </a:p>
        </p:txBody>
      </p:sp>
      <p:sp>
        <p:nvSpPr>
          <p:cNvPr id="4" name="Slide Number Placeholder 3">
            <a:extLst>
              <a:ext uri="{FF2B5EF4-FFF2-40B4-BE49-F238E27FC236}">
                <a16:creationId xmlns:a16="http://schemas.microsoft.com/office/drawing/2014/main" id="{0A1E6B2A-36A1-0989-7340-A2DCBBCEB7DE}"/>
              </a:ext>
            </a:extLst>
          </p:cNvPr>
          <p:cNvSpPr>
            <a:spLocks noGrp="1"/>
          </p:cNvSpPr>
          <p:nvPr>
            <p:ph type="sldNum" sz="quarter" idx="5"/>
          </p:nvPr>
        </p:nvSpPr>
        <p:spPr/>
        <p:txBody>
          <a:bodyPr/>
          <a:lstStyle/>
          <a:p>
            <a:pPr rtl="0"/>
            <a:fld id="{F3544625-0ADF-4414-89A2-9E135F0C849F}" type="slidenum">
              <a:rPr lang="sv-SE" noProof="0" smtClean="0"/>
              <a:t>7</a:t>
            </a:fld>
            <a:endParaRPr lang="sv-SE" noProof="0"/>
          </a:p>
        </p:txBody>
      </p:sp>
    </p:spTree>
    <p:extLst>
      <p:ext uri="{BB962C8B-B14F-4D97-AF65-F5344CB8AC3E}">
        <p14:creationId xmlns:p14="http://schemas.microsoft.com/office/powerpoint/2010/main" val="3764218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604EE-ED5E-1C3E-17F9-7EA4D05A7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6289C-EB3B-F105-C7EA-23499D7618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BF188C-517A-DC2A-FF0D-2159024CDA6F}"/>
              </a:ext>
            </a:extLst>
          </p:cNvPr>
          <p:cNvSpPr>
            <a:spLocks noGrp="1"/>
          </p:cNvSpPr>
          <p:nvPr>
            <p:ph type="body" idx="1"/>
          </p:nvPr>
        </p:nvSpPr>
        <p:spPr/>
        <p:txBody>
          <a:bodyPr/>
          <a:lstStyle/>
          <a:p>
            <a:pPr marL="285750" indent="-285750">
              <a:buFont typeface="Arial"/>
              <a:buChar char="•"/>
            </a:pPr>
            <a:r>
              <a:rPr lang="en-SE"/>
              <a:t>Looking at the next steps for </a:t>
            </a:r>
            <a:r>
              <a:rPr lang="en-SE" b="0" i="1" err="1"/>
              <a:t>MoveSync</a:t>
            </a:r>
            <a:r>
              <a:rPr lang="en-SE"/>
              <a:t>, there are three main directions.</a:t>
            </a:r>
          </a:p>
          <a:p>
            <a:pPr marL="285750" indent="-285750">
              <a:buFont typeface="Arial"/>
              <a:buChar char="•"/>
            </a:pPr>
            <a:endParaRPr lang="en-SE"/>
          </a:p>
          <a:p>
            <a:pPr marL="285750" indent="-285750">
              <a:buFont typeface="Arial"/>
              <a:buChar char="•"/>
            </a:pPr>
            <a:r>
              <a:rPr lang="en-SE"/>
              <a:t>First, would like to make the system m</a:t>
            </a:r>
            <a:r>
              <a:rPr lang="sv-SE"/>
              <a:t>or</a:t>
            </a:r>
            <a:r>
              <a:rPr lang="en-SE"/>
              <a:t>e useful in real scenarios.</a:t>
            </a:r>
          </a:p>
          <a:p>
            <a:pPr marL="742950" lvl="1" indent="-285750">
              <a:buFont typeface="Arial"/>
              <a:buChar char="•"/>
            </a:pPr>
            <a:endParaRPr lang="en-SE"/>
          </a:p>
          <a:p>
            <a:pPr marL="742950" lvl="1" indent="-285750">
              <a:buFont typeface="Arial"/>
              <a:buChar char="•"/>
            </a:pPr>
            <a:r>
              <a:rPr lang="en-SE"/>
              <a:t>A key feature we would like to improve is the critical value calculations. As Alex talked about, when integrating acceleration twice, even small sensor noise can lead to large errors in the final result.</a:t>
            </a:r>
          </a:p>
          <a:p>
            <a:pPr marL="742950" lvl="1" indent="-285750">
              <a:buFont typeface="Arial"/>
              <a:buChar char="•"/>
            </a:pPr>
            <a:endParaRPr lang="en-SE"/>
          </a:p>
          <a:p>
            <a:pPr marL="742950" lvl="1" indent="-285750">
              <a:buFont typeface="Arial"/>
              <a:buChar char="•"/>
            </a:pPr>
            <a:r>
              <a:rPr lang="en-SE"/>
              <a:t>Another key feature we would like to add is the session comparison. This would allow users to compare multiple recordings and identify differences between trials, between users, or over time.</a:t>
            </a:r>
          </a:p>
          <a:p>
            <a:pPr marL="742950" lvl="1" indent="-285750">
              <a:buFont typeface="Arial"/>
              <a:buChar char="•"/>
            </a:pPr>
            <a:endParaRPr lang="en-SE"/>
          </a:p>
          <a:p>
            <a:pPr marL="285750" lvl="0" indent="-285750">
              <a:buFont typeface="Arial"/>
              <a:buChar char="•"/>
            </a:pPr>
            <a:r>
              <a:rPr lang="en-SE"/>
              <a:t>Second, we also see potential to develop </a:t>
            </a:r>
            <a:r>
              <a:rPr lang="en-SE" i="1" err="1"/>
              <a:t>MoveSync</a:t>
            </a:r>
            <a:r>
              <a:rPr lang="en-SE" i="1"/>
              <a:t> </a:t>
            </a:r>
            <a:r>
              <a:rPr lang="en-SE"/>
              <a:t>more as a learning tool, where the most important information is presented in a clear and intuitive way, while still al</a:t>
            </a:r>
            <a:r>
              <a:rPr lang="sv-SE"/>
              <a:t>l</a:t>
            </a:r>
            <a:r>
              <a:rPr lang="en-SE"/>
              <a:t>owing access to more detailed graphs and analysis when needed.</a:t>
            </a:r>
          </a:p>
          <a:p>
            <a:pPr marL="285750" lvl="0" indent="-285750">
              <a:buFont typeface="Arial"/>
              <a:buChar char="•"/>
            </a:pPr>
            <a:endParaRPr lang="en-SE"/>
          </a:p>
          <a:p>
            <a:pPr marL="285750" lvl="0" indent="-285750">
              <a:buFont typeface="Arial"/>
              <a:buChar char="•"/>
            </a:pPr>
            <a:r>
              <a:rPr lang="en-SE"/>
              <a:t>Finally, in PCC3, we will discuss with our supervisor about future improvements and implementations of </a:t>
            </a:r>
            <a:r>
              <a:rPr lang="en-SE" err="1"/>
              <a:t>MoveSync</a:t>
            </a:r>
            <a:r>
              <a:rPr lang="en-SE"/>
              <a:t>.</a:t>
            </a:r>
          </a:p>
        </p:txBody>
      </p:sp>
      <p:sp>
        <p:nvSpPr>
          <p:cNvPr id="4" name="Slide Number Placeholder 3">
            <a:extLst>
              <a:ext uri="{FF2B5EF4-FFF2-40B4-BE49-F238E27FC236}">
                <a16:creationId xmlns:a16="http://schemas.microsoft.com/office/drawing/2014/main" id="{F4CA2FC0-EC35-8483-DBC9-B6041444B5CB}"/>
              </a:ext>
            </a:extLst>
          </p:cNvPr>
          <p:cNvSpPr>
            <a:spLocks noGrp="1"/>
          </p:cNvSpPr>
          <p:nvPr>
            <p:ph type="sldNum" sz="quarter" idx="5"/>
          </p:nvPr>
        </p:nvSpPr>
        <p:spPr/>
        <p:txBody>
          <a:bodyPr/>
          <a:lstStyle/>
          <a:p>
            <a:pPr rtl="0"/>
            <a:fld id="{F3544625-0ADF-4414-89A2-9E135F0C849F}" type="slidenum">
              <a:rPr lang="sv-SE" noProof="0" smtClean="0"/>
              <a:t>13</a:t>
            </a:fld>
            <a:endParaRPr lang="sv-SE" noProof="0"/>
          </a:p>
        </p:txBody>
      </p:sp>
    </p:spTree>
    <p:extLst>
      <p:ext uri="{BB962C8B-B14F-4D97-AF65-F5344CB8AC3E}">
        <p14:creationId xmlns:p14="http://schemas.microsoft.com/office/powerpoint/2010/main" val="31874498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sv-SE"/>
          </a:p>
        </p:txBody>
      </p:sp>
      <p:sp>
        <p:nvSpPr>
          <p:cNvPr id="3" name="Notes Placeholder 2"/>
          <p:cNvSpPr>
            <a:spLocks noGrp="1"/>
          </p:cNvSpPr>
          <p:nvPr>
            <p:ph type="body" idx="1"/>
          </p:nvPr>
        </p:nvSpPr>
        <p:spPr/>
        <p:txBody>
          <a:bodyPr/>
          <a:lstStyle/>
          <a:p>
            <a:pPr marL="171450" indent="-171450">
              <a:buFont typeface="Arial"/>
              <a:buChar char="•"/>
            </a:pPr>
            <a:r>
              <a:rPr lang="en-SE">
                <a:ea typeface="Calibri"/>
                <a:cs typeface="Calibri"/>
              </a:rPr>
              <a:t>In conclusion, the current </a:t>
            </a:r>
            <a:r>
              <a:rPr lang="en-SE" i="1">
                <a:ea typeface="Calibri"/>
                <a:cs typeface="Calibri"/>
              </a:rPr>
              <a:t>MoveSync </a:t>
            </a:r>
            <a:r>
              <a:rPr lang="en-SE" i="0">
                <a:ea typeface="Calibri"/>
                <a:cs typeface="Calibri"/>
              </a:rPr>
              <a:t>system is successfully developed as a browser-based motion tracking prototype for sports performance analysis without requiring specialized equipment.</a:t>
            </a:r>
            <a:endParaRPr lang="sv-SE" i="0">
              <a:ea typeface="Calibri"/>
              <a:cs typeface="Calibri"/>
            </a:endParaRPr>
          </a:p>
          <a:p>
            <a:pPr marL="171450" indent="-171450">
              <a:buFont typeface="Arial"/>
              <a:buChar char="•"/>
            </a:pPr>
            <a:endParaRPr lang="sv-SE" i="0">
              <a:ea typeface="Calibri"/>
              <a:cs typeface="Calibri"/>
            </a:endParaRPr>
          </a:p>
          <a:p>
            <a:pPr marL="171450" indent="-171450">
              <a:buFont typeface="Arial"/>
              <a:buChar char="•"/>
            </a:pPr>
            <a:r>
              <a:rPr lang="sv-SE" i="0">
                <a:ea typeface="Calibri"/>
                <a:cs typeface="Calibri"/>
              </a:rPr>
              <a:t>Future </a:t>
            </a:r>
            <a:r>
              <a:rPr lang="sv-SE" i="0" err="1">
                <a:ea typeface="Calibri"/>
                <a:cs typeface="Calibri"/>
              </a:rPr>
              <a:t>improvements</a:t>
            </a:r>
            <a:r>
              <a:rPr lang="sv-SE" i="0">
                <a:ea typeface="Calibri"/>
                <a:cs typeface="Calibri"/>
              </a:rPr>
              <a:t> </a:t>
            </a:r>
            <a:r>
              <a:rPr lang="sv-SE" i="0" err="1">
                <a:ea typeface="Calibri"/>
                <a:cs typeface="Calibri"/>
              </a:rPr>
              <a:t>will</a:t>
            </a:r>
            <a:r>
              <a:rPr lang="sv-SE" i="0">
                <a:ea typeface="Calibri"/>
                <a:cs typeface="Calibri"/>
              </a:rPr>
              <a:t> </a:t>
            </a:r>
            <a:r>
              <a:rPr lang="sv-SE" i="0" err="1">
                <a:ea typeface="Calibri"/>
                <a:cs typeface="Calibri"/>
              </a:rPr>
              <a:t>improve</a:t>
            </a:r>
            <a:r>
              <a:rPr lang="sv-SE" i="0">
                <a:ea typeface="Calibri"/>
                <a:cs typeface="Calibri"/>
              </a:rPr>
              <a:t> its </a:t>
            </a:r>
            <a:r>
              <a:rPr lang="sv-SE" i="0" err="1">
                <a:ea typeface="Calibri"/>
                <a:cs typeface="Calibri"/>
              </a:rPr>
              <a:t>capabilities</a:t>
            </a:r>
            <a:r>
              <a:rPr lang="sv-SE" i="0">
                <a:ea typeface="Calibri"/>
                <a:cs typeface="Calibri"/>
              </a:rPr>
              <a:t>.</a:t>
            </a:r>
            <a:endParaRPr lang="en-SE" i="0">
              <a:ea typeface="Calibri"/>
              <a:cs typeface="Calibri"/>
            </a:endParaRPr>
          </a:p>
          <a:p>
            <a:pPr marL="0" indent="0">
              <a:buFont typeface="Arial"/>
              <a:buNone/>
            </a:pPr>
            <a:endParaRPr lang="en-SE"/>
          </a:p>
          <a:p>
            <a:pPr marL="171450" indent="-171450">
              <a:buFont typeface="Arial"/>
              <a:buChar char="•"/>
            </a:pPr>
            <a:r>
              <a:rPr lang="en-SE" i="1"/>
              <a:t>MoveSync </a:t>
            </a:r>
            <a:r>
              <a:rPr lang="sv-SE"/>
              <a:t>is </a:t>
            </a:r>
            <a:r>
              <a:rPr lang="en-SE"/>
              <a:t>currently available as open-</a:t>
            </a:r>
            <a:r>
              <a:rPr lang="sv-SE"/>
              <a:t>source </a:t>
            </a:r>
            <a:r>
              <a:rPr lang="en-SE"/>
              <a:t>through this GitHub link</a:t>
            </a:r>
            <a:r>
              <a:rPr lang="sv-SE"/>
              <a:t>. </a:t>
            </a:r>
            <a:r>
              <a:rPr lang="en-SE"/>
              <a:t>Feel free </a:t>
            </a:r>
            <a:r>
              <a:rPr lang="sv-SE"/>
              <a:t>to try </a:t>
            </a:r>
            <a:r>
              <a:rPr lang="en-SE"/>
              <a:t>it out.</a:t>
            </a:r>
            <a:r>
              <a:rPr lang="sv-SE"/>
              <a:t> </a:t>
            </a:r>
            <a:r>
              <a:rPr lang="en-SE"/>
              <a:t>W</a:t>
            </a:r>
            <a:r>
              <a:rPr lang="sv-SE"/>
              <a:t>e </a:t>
            </a:r>
            <a:r>
              <a:rPr lang="en-SE"/>
              <a:t>appreciate any </a:t>
            </a:r>
            <a:r>
              <a:rPr lang="sv-SE"/>
              <a:t>feedback or suggestions.</a:t>
            </a:r>
            <a:endParaRPr lang="sv-SE">
              <a:ea typeface="Calibri"/>
              <a:cs typeface="Calibri"/>
            </a:endParaRPr>
          </a:p>
        </p:txBody>
      </p:sp>
      <p:sp>
        <p:nvSpPr>
          <p:cNvPr id="4" name="Slide Number Placeholder 3"/>
          <p:cNvSpPr>
            <a:spLocks noGrp="1"/>
          </p:cNvSpPr>
          <p:nvPr>
            <p:ph type="sldNum" sz="quarter" idx="5"/>
          </p:nvPr>
        </p:nvSpPr>
        <p:spPr/>
        <p:txBody>
          <a:bodyPr/>
          <a:lstStyle/>
          <a:p>
            <a:pPr rtl="0"/>
            <a:fld id="{F3544625-0ADF-4414-89A2-9E135F0C849F}" type="slidenum">
              <a:rPr lang="sv-SE" noProof="0" smtClean="0"/>
              <a:t>14</a:t>
            </a:fld>
            <a:endParaRPr lang="sv-SE" noProof="0"/>
          </a:p>
        </p:txBody>
      </p:sp>
    </p:spTree>
    <p:extLst>
      <p:ext uri="{BB962C8B-B14F-4D97-AF65-F5344CB8AC3E}">
        <p14:creationId xmlns:p14="http://schemas.microsoft.com/office/powerpoint/2010/main" val="1623803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txBody>
          <a:bodyPr/>
          <a:lstStyle/>
          <a:p>
            <a:endParaRPr lang="sv-SE"/>
          </a:p>
        </p:txBody>
      </p:sp>
      <p:sp>
        <p:nvSpPr>
          <p:cNvPr id="3" name="Platshållare för anteckningar 2"/>
          <p:cNvSpPr>
            <a:spLocks noGrp="1"/>
          </p:cNvSpPr>
          <p:nvPr>
            <p:ph type="body" idx="1"/>
          </p:nvPr>
        </p:nvSpPr>
        <p:spPr/>
        <p:txBody>
          <a:bodyPr rtlCol="0"/>
          <a:lstStyle/>
          <a:p>
            <a:pPr rtl="0"/>
            <a:endParaRPr lang="sv-SE"/>
          </a:p>
        </p:txBody>
      </p:sp>
      <p:sp>
        <p:nvSpPr>
          <p:cNvPr id="4" name="Platshållare för bildnummer 3"/>
          <p:cNvSpPr>
            <a:spLocks noGrp="1"/>
          </p:cNvSpPr>
          <p:nvPr>
            <p:ph type="sldNum" sz="quarter" idx="5"/>
          </p:nvPr>
        </p:nvSpPr>
        <p:spPr/>
        <p:txBody>
          <a:bodyPr rtlCol="0"/>
          <a:lstStyle/>
          <a:p>
            <a:pPr rtl="0"/>
            <a:fld id="{F3544625-0ADF-4414-89A2-9E135F0C849F}" type="slidenum">
              <a:rPr lang="sv-SE" smtClean="0"/>
              <a:t>15</a:t>
            </a:fld>
            <a:endParaRPr lang="sv-SE"/>
          </a:p>
        </p:txBody>
      </p:sp>
    </p:spTree>
    <p:extLst>
      <p:ext uri="{BB962C8B-B14F-4D97-AF65-F5344CB8AC3E}">
        <p14:creationId xmlns:p14="http://schemas.microsoft.com/office/powerpoint/2010/main" val="204834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bg>
      <p:bgRef idx="1003">
        <a:schemeClr val="bg2"/>
      </p:bgRef>
    </p:bg>
    <p:spTree>
      <p:nvGrpSpPr>
        <p:cNvPr id="1" name=""/>
        <p:cNvGrpSpPr/>
        <p:nvPr/>
      </p:nvGrpSpPr>
      <p:grpSpPr>
        <a:xfrm>
          <a:off x="0" y="0"/>
          <a:ext cx="0" cy="0"/>
          <a:chOff x="0" y="0"/>
          <a:chExt cx="0" cy="0"/>
        </a:xfrm>
      </p:grpSpPr>
      <p:pic>
        <p:nvPicPr>
          <p:cNvPr id="7" name="Bild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ctrTitle" hasCustomPrompt="1"/>
          </p:nvPr>
        </p:nvSpPr>
        <p:spPr>
          <a:xfrm>
            <a:off x="3962399" y="1964267"/>
            <a:ext cx="7197726" cy="2421464"/>
          </a:xfrm>
        </p:spPr>
        <p:txBody>
          <a:bodyPr rtlCol="0" anchor="b">
            <a:normAutofit/>
          </a:bodyPr>
          <a:lstStyle>
            <a:lvl1pPr algn="r">
              <a:defRPr sz="4800">
                <a:effectLst/>
              </a:defRPr>
            </a:lvl1pPr>
          </a:lstStyle>
          <a:p>
            <a:pPr rtl="0"/>
            <a:r>
              <a:rPr lang="sv-SE" noProof="0"/>
              <a:t>Klicka här för att ändra format</a:t>
            </a:r>
          </a:p>
        </p:txBody>
      </p:sp>
      <p:sp>
        <p:nvSpPr>
          <p:cNvPr id="3" name="Underrubrik 2"/>
          <p:cNvSpPr>
            <a:spLocks noGrp="1"/>
          </p:cNvSpPr>
          <p:nvPr>
            <p:ph type="subTitle" idx="1" hasCustomPrompt="1"/>
          </p:nvPr>
        </p:nvSpPr>
        <p:spPr>
          <a:xfrm>
            <a:off x="3962399" y="4385732"/>
            <a:ext cx="7197726" cy="1405467"/>
          </a:xfrm>
        </p:spPr>
        <p:txBody>
          <a:bodyPr rtlCol="0"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sv-SE" noProof="0"/>
              <a:t>Klicka om du vill redigera mall för underrubrikformat</a:t>
            </a:r>
          </a:p>
        </p:txBody>
      </p:sp>
      <p:sp>
        <p:nvSpPr>
          <p:cNvPr id="4" name="Platshållare för datum 3"/>
          <p:cNvSpPr>
            <a:spLocks noGrp="1"/>
          </p:cNvSpPr>
          <p:nvPr>
            <p:ph type="dt" sz="half" idx="10"/>
          </p:nvPr>
        </p:nvSpPr>
        <p:spPr>
          <a:xfrm>
            <a:off x="8932558" y="5870575"/>
            <a:ext cx="1600200" cy="377825"/>
          </a:xfrm>
        </p:spPr>
        <p:txBody>
          <a:bodyPr rtlCol="0"/>
          <a:lstStyle/>
          <a:p>
            <a:pPr rtl="0"/>
            <a:fld id="{CD83ECEB-5441-4727-88B7-182FC5A31FE2}" type="datetime1">
              <a:rPr lang="sv-SE" noProof="0" smtClean="0"/>
              <a:t>2026-03-09</a:t>
            </a:fld>
            <a:endParaRPr lang="sv-SE" noProof="0"/>
          </a:p>
        </p:txBody>
      </p:sp>
      <p:sp>
        <p:nvSpPr>
          <p:cNvPr id="5" name="Platshållare för sidfot 4"/>
          <p:cNvSpPr>
            <a:spLocks noGrp="1"/>
          </p:cNvSpPr>
          <p:nvPr>
            <p:ph type="ftr" sz="quarter" idx="11"/>
          </p:nvPr>
        </p:nvSpPr>
        <p:spPr>
          <a:xfrm>
            <a:off x="3962399" y="5870575"/>
            <a:ext cx="4893958" cy="377825"/>
          </a:xfrm>
        </p:spPr>
        <p:txBody>
          <a:bodyPr rtlCol="0"/>
          <a:lstStyle/>
          <a:p>
            <a:pPr rtl="0"/>
            <a:endParaRPr lang="sv-SE" noProof="0"/>
          </a:p>
        </p:txBody>
      </p:sp>
      <p:sp>
        <p:nvSpPr>
          <p:cNvPr id="6" name="Platshållare för bildnummer 5"/>
          <p:cNvSpPr>
            <a:spLocks noGrp="1"/>
          </p:cNvSpPr>
          <p:nvPr>
            <p:ph type="sldNum" sz="quarter" idx="12"/>
          </p:nvPr>
        </p:nvSpPr>
        <p:spPr>
          <a:xfrm>
            <a:off x="10608958" y="5870575"/>
            <a:ext cx="551167" cy="377825"/>
          </a:xfrm>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220232501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pic>
        <p:nvPicPr>
          <p:cNvPr id="7" name="Bild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p:txBody>
          <a:bodyPr rtlCol="0"/>
          <a:lstStyle/>
          <a:p>
            <a:pPr rtl="0"/>
            <a:r>
              <a:rPr lang="sv-SE" noProof="0"/>
              <a:t>Klicka här för att ändra format</a:t>
            </a:r>
          </a:p>
        </p:txBody>
      </p:sp>
      <p:sp>
        <p:nvSpPr>
          <p:cNvPr id="3" name="Platshållare för innehåll 2"/>
          <p:cNvSpPr>
            <a:spLocks noGrp="1"/>
          </p:cNvSpPr>
          <p:nvPr>
            <p:ph idx="1" hasCustomPrompt="1"/>
          </p:nvPr>
        </p:nvSpPr>
        <p:spPr/>
        <p:txBody>
          <a:bodyPr rtlCol="0" anchor="ct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10"/>
          </p:nvPr>
        </p:nvSpPr>
        <p:spPr/>
        <p:txBody>
          <a:bodyPr rtlCol="0"/>
          <a:lstStyle/>
          <a:p>
            <a:pPr rtl="0"/>
            <a:fld id="{AEBDE11D-4346-43B8-951D-2BDF33493F92}" type="datetime1">
              <a:rPr lang="sv-SE" noProof="0" smtClean="0"/>
              <a:t>2026-03-09</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t>‹#›</a:t>
            </a:fld>
            <a:endParaRPr lang="sv-SE" noProof="0"/>
          </a:p>
        </p:txBody>
      </p:sp>
    </p:spTree>
    <p:extLst>
      <p:ext uri="{BB962C8B-B14F-4D97-AF65-F5344CB8AC3E}">
        <p14:creationId xmlns:p14="http://schemas.microsoft.com/office/powerpoint/2010/main" val="246654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pic>
        <p:nvPicPr>
          <p:cNvPr id="7" name="Bild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a:xfrm>
            <a:off x="685800" y="3308581"/>
            <a:ext cx="10131427" cy="1468800"/>
          </a:xfrm>
        </p:spPr>
        <p:txBody>
          <a:bodyPr rtlCol="0" anchor="b"/>
          <a:lstStyle>
            <a:lvl1pPr algn="l">
              <a:defRPr sz="4000" b="0" cap="all"/>
            </a:lvl1pPr>
          </a:lstStyle>
          <a:p>
            <a:pPr rtl="0"/>
            <a:r>
              <a:rPr lang="sv-SE" noProof="0"/>
              <a:t>Klicka här för att ändra format</a:t>
            </a:r>
          </a:p>
        </p:txBody>
      </p:sp>
      <p:sp>
        <p:nvSpPr>
          <p:cNvPr id="3" name="Platshållare för text 2"/>
          <p:cNvSpPr>
            <a:spLocks noGrp="1"/>
          </p:cNvSpPr>
          <p:nvPr>
            <p:ph type="body" idx="1" hasCustomPrompt="1"/>
          </p:nvPr>
        </p:nvSpPr>
        <p:spPr>
          <a:xfrm>
            <a:off x="685799" y="4777381"/>
            <a:ext cx="10131428" cy="860400"/>
          </a:xfrm>
        </p:spPr>
        <p:txBody>
          <a:bodyPr rtlCol="0"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v-SE" noProof="0"/>
              <a:t>Redigera format för bakgrundstext</a:t>
            </a:r>
          </a:p>
        </p:txBody>
      </p:sp>
      <p:sp>
        <p:nvSpPr>
          <p:cNvPr id="4" name="Platshållare för datum 3"/>
          <p:cNvSpPr>
            <a:spLocks noGrp="1"/>
          </p:cNvSpPr>
          <p:nvPr>
            <p:ph type="dt" sz="half" idx="10"/>
          </p:nvPr>
        </p:nvSpPr>
        <p:spPr/>
        <p:txBody>
          <a:bodyPr rtlCol="0"/>
          <a:lstStyle/>
          <a:p>
            <a:pPr rtl="0"/>
            <a:fld id="{4959FBE4-3442-404B-B419-A6EA24456675}" type="datetime1">
              <a:rPr lang="sv-SE" noProof="0" smtClean="0"/>
              <a:t>2026-03-09</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107458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
    <p:spTree>
      <p:nvGrpSpPr>
        <p:cNvPr id="1" name=""/>
        <p:cNvGrpSpPr/>
        <p:nvPr/>
      </p:nvGrpSpPr>
      <p:grpSpPr>
        <a:xfrm>
          <a:off x="0" y="0"/>
          <a:ext cx="0" cy="0"/>
          <a:chOff x="0" y="0"/>
          <a:chExt cx="0" cy="0"/>
        </a:xfrm>
      </p:grpSpPr>
      <p:pic>
        <p:nvPicPr>
          <p:cNvPr id="8" name="Bild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p:txBody>
          <a:bodyPr rtlCol="0"/>
          <a:lstStyle/>
          <a:p>
            <a:pPr rtl="0"/>
            <a:r>
              <a:rPr lang="sv-SE" noProof="0"/>
              <a:t>Klicka här för att ändra format</a:t>
            </a:r>
          </a:p>
        </p:txBody>
      </p:sp>
      <p:sp>
        <p:nvSpPr>
          <p:cNvPr id="3" name="Platshållare för innehåll 2"/>
          <p:cNvSpPr>
            <a:spLocks noGrp="1"/>
          </p:cNvSpPr>
          <p:nvPr>
            <p:ph sz="half" idx="1" hasCustomPrompt="1"/>
          </p:nvPr>
        </p:nvSpPr>
        <p:spPr>
          <a:xfrm>
            <a:off x="685802" y="2142067"/>
            <a:ext cx="4995334" cy="3649134"/>
          </a:xfrm>
        </p:spPr>
        <p:txBody>
          <a:bodyPr rtlCol="0">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innehåll 3"/>
          <p:cNvSpPr>
            <a:spLocks noGrp="1"/>
          </p:cNvSpPr>
          <p:nvPr>
            <p:ph sz="half" idx="2" hasCustomPrompt="1"/>
          </p:nvPr>
        </p:nvSpPr>
        <p:spPr>
          <a:xfrm>
            <a:off x="5821895" y="2142067"/>
            <a:ext cx="4995332" cy="3649133"/>
          </a:xfrm>
        </p:spPr>
        <p:txBody>
          <a:bodyPr rtlCol="0">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5" name="Platshållare för datum 4"/>
          <p:cNvSpPr>
            <a:spLocks noGrp="1"/>
          </p:cNvSpPr>
          <p:nvPr>
            <p:ph type="dt" sz="half" idx="10"/>
          </p:nvPr>
        </p:nvSpPr>
        <p:spPr/>
        <p:txBody>
          <a:bodyPr rtlCol="0"/>
          <a:lstStyle/>
          <a:p>
            <a:pPr rtl="0"/>
            <a:fld id="{52A4060D-B5B8-44B9-8F26-0FB82E3B4C8E}" type="datetime1">
              <a:rPr lang="sv-SE" noProof="0" smtClean="0"/>
              <a:t>2026-03-09</a:t>
            </a:fld>
            <a:endParaRPr lang="sv-SE" noProof="0"/>
          </a:p>
        </p:txBody>
      </p:sp>
      <p:sp>
        <p:nvSpPr>
          <p:cNvPr id="6" name="Platshållare för sidfot 5"/>
          <p:cNvSpPr>
            <a:spLocks noGrp="1"/>
          </p:cNvSpPr>
          <p:nvPr>
            <p:ph type="ftr" sz="quarter" idx="11"/>
          </p:nvPr>
        </p:nvSpPr>
        <p:spPr/>
        <p:txBody>
          <a:bodyPr rtlCol="0"/>
          <a:lstStyle/>
          <a:p>
            <a:pPr rtl="0"/>
            <a:endParaRPr lang="sv-SE" noProof="0"/>
          </a:p>
        </p:txBody>
      </p:sp>
      <p:sp>
        <p:nvSpPr>
          <p:cNvPr id="7" name="Platshållare för bildnummer 6"/>
          <p:cNvSpPr>
            <a:spLocks noGrp="1"/>
          </p:cNvSpPr>
          <p:nvPr>
            <p:ph type="sldNum" sz="quarter" idx="12"/>
          </p:nvPr>
        </p:nvSpPr>
        <p:spPr/>
        <p:txBody>
          <a:bodyPr rtlCol="0"/>
          <a:lstStyle/>
          <a:p>
            <a:pPr rtl="0"/>
            <a:fld id="{69E57DC2-970A-4B3E-BB1C-7A09969E49DF}" type="slidenum">
              <a:rPr lang="sv-SE" noProof="0" smtClean="0"/>
              <a:t>‹#›</a:t>
            </a:fld>
            <a:endParaRPr lang="sv-SE" noProof="0"/>
          </a:p>
        </p:txBody>
      </p:sp>
    </p:spTree>
    <p:extLst>
      <p:ext uri="{BB962C8B-B14F-4D97-AF65-F5344CB8AC3E}">
        <p14:creationId xmlns:p14="http://schemas.microsoft.com/office/powerpoint/2010/main" val="162310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hasCustomPrompt="1"/>
          </p:nvPr>
        </p:nvSpPr>
        <p:spPr/>
        <p:txBody>
          <a:bodyPr rtlCol="0"/>
          <a:lstStyle>
            <a:lvl1pPr>
              <a:defRPr/>
            </a:lvl1pPr>
          </a:lstStyle>
          <a:p>
            <a:pPr rtl="0"/>
            <a:r>
              <a:rPr lang="sv-SE" noProof="0"/>
              <a:t>Klicka här för att ändra format</a:t>
            </a:r>
          </a:p>
        </p:txBody>
      </p:sp>
      <p:sp>
        <p:nvSpPr>
          <p:cNvPr id="3" name="Platshållare för text 2"/>
          <p:cNvSpPr>
            <a:spLocks noGrp="1"/>
          </p:cNvSpPr>
          <p:nvPr>
            <p:ph type="body" idx="1" hasCustomPrompt="1"/>
          </p:nvPr>
        </p:nvSpPr>
        <p:spPr>
          <a:xfrm>
            <a:off x="973670" y="2218267"/>
            <a:ext cx="4709054"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v-SE" noProof="0"/>
              <a:t>Redigera format för bakgrundstext</a:t>
            </a:r>
          </a:p>
        </p:txBody>
      </p:sp>
      <p:sp>
        <p:nvSpPr>
          <p:cNvPr id="4" name="Platshållare för innehåll 3"/>
          <p:cNvSpPr>
            <a:spLocks noGrp="1"/>
          </p:cNvSpPr>
          <p:nvPr>
            <p:ph sz="half" idx="2" hasCustomPrompt="1"/>
          </p:nvPr>
        </p:nvSpPr>
        <p:spPr>
          <a:xfrm>
            <a:off x="685801" y="2870201"/>
            <a:ext cx="4996923" cy="2920998"/>
          </a:xfrm>
        </p:spPr>
        <p:txBody>
          <a:bodyPr rtlCol="0" anchor="t">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5" name="Platshållare för text 4"/>
          <p:cNvSpPr>
            <a:spLocks noGrp="1"/>
          </p:cNvSpPr>
          <p:nvPr>
            <p:ph type="body" sz="quarter" idx="3" hasCustomPrompt="1"/>
          </p:nvPr>
        </p:nvSpPr>
        <p:spPr>
          <a:xfrm>
            <a:off x="6096003" y="2226734"/>
            <a:ext cx="4722813"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v-SE" noProof="0"/>
              <a:t>Redigera format för bakgrundstext</a:t>
            </a:r>
          </a:p>
        </p:txBody>
      </p:sp>
      <p:sp>
        <p:nvSpPr>
          <p:cNvPr id="6" name="Platshållare för innehåll 5"/>
          <p:cNvSpPr>
            <a:spLocks noGrp="1"/>
          </p:cNvSpPr>
          <p:nvPr>
            <p:ph sz="quarter" idx="4" hasCustomPrompt="1"/>
          </p:nvPr>
        </p:nvSpPr>
        <p:spPr>
          <a:xfrm>
            <a:off x="5823483" y="2870201"/>
            <a:ext cx="4995334" cy="2920998"/>
          </a:xfrm>
        </p:spPr>
        <p:txBody>
          <a:bodyPr rtlCol="0" anchor="t">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7" name="Platshållare för datum 6"/>
          <p:cNvSpPr>
            <a:spLocks noGrp="1"/>
          </p:cNvSpPr>
          <p:nvPr>
            <p:ph type="dt" sz="half" idx="10"/>
          </p:nvPr>
        </p:nvSpPr>
        <p:spPr/>
        <p:txBody>
          <a:bodyPr rtlCol="0"/>
          <a:lstStyle/>
          <a:p>
            <a:pPr rtl="0"/>
            <a:fld id="{D22F245A-560C-4E7C-A562-0A2D32B92CD5}" type="datetime1">
              <a:rPr lang="sv-SE" noProof="0" smtClean="0"/>
              <a:t>2026-03-09</a:t>
            </a:fld>
            <a:endParaRPr lang="sv-SE" noProof="0"/>
          </a:p>
        </p:txBody>
      </p:sp>
      <p:sp>
        <p:nvSpPr>
          <p:cNvPr id="8" name="Platshållare för sidfot 7"/>
          <p:cNvSpPr>
            <a:spLocks noGrp="1"/>
          </p:cNvSpPr>
          <p:nvPr>
            <p:ph type="ftr" sz="quarter" idx="11"/>
          </p:nvPr>
        </p:nvSpPr>
        <p:spPr/>
        <p:txBody>
          <a:bodyPr rtlCol="0"/>
          <a:lstStyle/>
          <a:p>
            <a:pPr rtl="0"/>
            <a:endParaRPr lang="sv-SE" noProof="0"/>
          </a:p>
        </p:txBody>
      </p:sp>
      <p:sp>
        <p:nvSpPr>
          <p:cNvPr id="9" name="Platshållare för bildnummer 8"/>
          <p:cNvSpPr>
            <a:spLocks noGrp="1"/>
          </p:cNvSpPr>
          <p:nvPr>
            <p:ph type="sldNum" sz="quarter" idx="12"/>
          </p:nvPr>
        </p:nvSpPr>
        <p:spPr/>
        <p:txBody>
          <a:bodyPr rtlCol="0"/>
          <a:lstStyle/>
          <a:p>
            <a:pPr rtl="0"/>
            <a:fld id="{69E57DC2-970A-4B3E-BB1C-7A09969E49DF}" type="slidenum">
              <a:rPr lang="sv-SE" noProof="0" smtClean="0"/>
              <a:t>‹#›</a:t>
            </a:fld>
            <a:endParaRPr lang="sv-SE" noProof="0"/>
          </a:p>
        </p:txBody>
      </p:sp>
    </p:spTree>
    <p:extLst>
      <p:ext uri="{BB962C8B-B14F-4D97-AF65-F5344CB8AC3E}">
        <p14:creationId xmlns:p14="http://schemas.microsoft.com/office/powerpoint/2010/main" val="1987299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pic>
        <p:nvPicPr>
          <p:cNvPr id="6" name="Bild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p:txBody>
          <a:bodyPr rtlCol="0"/>
          <a:lstStyle/>
          <a:p>
            <a:pPr rtl="0"/>
            <a:r>
              <a:rPr lang="sv-SE" noProof="0"/>
              <a:t>Klicka här för att ändra format</a:t>
            </a:r>
          </a:p>
        </p:txBody>
      </p:sp>
      <p:sp>
        <p:nvSpPr>
          <p:cNvPr id="3" name="Platshållare för datum 2"/>
          <p:cNvSpPr>
            <a:spLocks noGrp="1"/>
          </p:cNvSpPr>
          <p:nvPr>
            <p:ph type="dt" sz="half" idx="10"/>
          </p:nvPr>
        </p:nvSpPr>
        <p:spPr/>
        <p:txBody>
          <a:bodyPr rtlCol="0"/>
          <a:lstStyle/>
          <a:p>
            <a:pPr rtl="0"/>
            <a:fld id="{C160C7A8-76DA-4E7D-B5DB-E14C28DA885C}" type="datetime1">
              <a:rPr lang="sv-SE" noProof="0" smtClean="0"/>
              <a:t>2026-03-09</a:t>
            </a:fld>
            <a:endParaRPr lang="sv-SE" noProof="0"/>
          </a:p>
        </p:txBody>
      </p:sp>
      <p:sp>
        <p:nvSpPr>
          <p:cNvPr id="4" name="Platshållare för sidfot 3"/>
          <p:cNvSpPr>
            <a:spLocks noGrp="1"/>
          </p:cNvSpPr>
          <p:nvPr>
            <p:ph type="ftr" sz="quarter" idx="11"/>
          </p:nvPr>
        </p:nvSpPr>
        <p:spPr/>
        <p:txBody>
          <a:bodyPr rtlCol="0"/>
          <a:lstStyle/>
          <a:p>
            <a:pPr rtl="0"/>
            <a:endParaRPr lang="sv-SE" noProof="0"/>
          </a:p>
        </p:txBody>
      </p:sp>
      <p:sp>
        <p:nvSpPr>
          <p:cNvPr id="5" name="Platshållare för bildnummer 4"/>
          <p:cNvSpPr>
            <a:spLocks noGrp="1"/>
          </p:cNvSpPr>
          <p:nvPr>
            <p:ph type="sldNum" sz="quarter" idx="12"/>
          </p:nvPr>
        </p:nvSpPr>
        <p:spPr/>
        <p:txBody>
          <a:bodyPr rtlCol="0"/>
          <a:lstStyle/>
          <a:p>
            <a:pPr rtl="0"/>
            <a:fld id="{69E57DC2-970A-4B3E-BB1C-7A09969E49DF}" type="slidenum">
              <a:rPr lang="sv-SE" noProof="0" smtClean="0"/>
              <a:t>‹#›</a:t>
            </a:fld>
            <a:endParaRPr lang="sv-SE" noProof="0"/>
          </a:p>
        </p:txBody>
      </p:sp>
    </p:spTree>
    <p:extLst>
      <p:ext uri="{BB962C8B-B14F-4D97-AF65-F5344CB8AC3E}">
        <p14:creationId xmlns:p14="http://schemas.microsoft.com/office/powerpoint/2010/main" val="4240550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pic>
        <p:nvPicPr>
          <p:cNvPr id="5" name="Bild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Platshållare för datum 1"/>
          <p:cNvSpPr>
            <a:spLocks noGrp="1"/>
          </p:cNvSpPr>
          <p:nvPr>
            <p:ph type="dt" sz="half" idx="10"/>
          </p:nvPr>
        </p:nvSpPr>
        <p:spPr/>
        <p:txBody>
          <a:bodyPr rtlCol="0"/>
          <a:lstStyle/>
          <a:p>
            <a:pPr rtl="0"/>
            <a:fld id="{7F6D0FD2-9F96-46D2-907F-9DF3A7DEC7A4}" type="datetime1">
              <a:rPr lang="sv-SE" noProof="0" smtClean="0"/>
              <a:t>2026-03-09</a:t>
            </a:fld>
            <a:endParaRPr lang="sv-SE" noProof="0"/>
          </a:p>
        </p:txBody>
      </p:sp>
      <p:sp>
        <p:nvSpPr>
          <p:cNvPr id="3" name="Platshållare för sidfot 2"/>
          <p:cNvSpPr>
            <a:spLocks noGrp="1"/>
          </p:cNvSpPr>
          <p:nvPr>
            <p:ph type="ftr" sz="quarter" idx="11"/>
          </p:nvPr>
        </p:nvSpPr>
        <p:spPr/>
        <p:txBody>
          <a:bodyPr rtlCol="0"/>
          <a:lstStyle/>
          <a:p>
            <a:pPr rtl="0"/>
            <a:endParaRPr lang="sv-SE" noProof="0"/>
          </a:p>
        </p:txBody>
      </p:sp>
      <p:sp>
        <p:nvSpPr>
          <p:cNvPr id="4" name="Platshållare för bildnummer 3"/>
          <p:cNvSpPr>
            <a:spLocks noGrp="1"/>
          </p:cNvSpPr>
          <p:nvPr>
            <p:ph type="sldNum" sz="quarter" idx="12"/>
          </p:nvPr>
        </p:nvSpPr>
        <p:spPr/>
        <p:txBody>
          <a:bodyPr rtlCol="0"/>
          <a:lstStyle/>
          <a:p>
            <a:pPr rtl="0"/>
            <a:fld id="{69E57DC2-970A-4B3E-BB1C-7A09969E49DF}" type="slidenum">
              <a:rPr lang="sv-SE" noProof="0" smtClean="0"/>
              <a:t>‹#›</a:t>
            </a:fld>
            <a:endParaRPr lang="sv-SE" noProof="0"/>
          </a:p>
        </p:txBody>
      </p:sp>
    </p:spTree>
    <p:extLst>
      <p:ext uri="{BB962C8B-B14F-4D97-AF65-F5344CB8AC3E}">
        <p14:creationId xmlns:p14="http://schemas.microsoft.com/office/powerpoint/2010/main" val="3293073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pic>
        <p:nvPicPr>
          <p:cNvPr id="8" name="Bild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a:xfrm>
            <a:off x="685800" y="2074333"/>
            <a:ext cx="3680885" cy="1371600"/>
          </a:xfrm>
        </p:spPr>
        <p:txBody>
          <a:bodyPr rtlCol="0" anchor="b">
            <a:normAutofit/>
          </a:bodyPr>
          <a:lstStyle>
            <a:lvl1pPr algn="l">
              <a:defRPr sz="2400" b="0"/>
            </a:lvl1pPr>
          </a:lstStyle>
          <a:p>
            <a:pPr rtl="0"/>
            <a:r>
              <a:rPr lang="sv-SE" noProof="0"/>
              <a:t>Klicka här för att ändra format</a:t>
            </a:r>
          </a:p>
        </p:txBody>
      </p:sp>
      <p:sp>
        <p:nvSpPr>
          <p:cNvPr id="3" name="Platshållare för innehåll 2"/>
          <p:cNvSpPr>
            <a:spLocks noGrp="1"/>
          </p:cNvSpPr>
          <p:nvPr>
            <p:ph idx="1" hasCustomPrompt="1"/>
          </p:nvPr>
        </p:nvSpPr>
        <p:spPr>
          <a:xfrm>
            <a:off x="4648201" y="609601"/>
            <a:ext cx="6169026" cy="5181600"/>
          </a:xfrm>
        </p:spPr>
        <p:txBody>
          <a:bodyPr rtlCol="0" anchor="ctr">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text 3"/>
          <p:cNvSpPr>
            <a:spLocks noGrp="1"/>
          </p:cNvSpPr>
          <p:nvPr>
            <p:ph type="body" sz="half" idx="2" hasCustomPrompt="1"/>
          </p:nvPr>
        </p:nvSpPr>
        <p:spPr>
          <a:xfrm>
            <a:off x="685800" y="3445933"/>
            <a:ext cx="3680885" cy="1828800"/>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v-SE" noProof="0"/>
              <a:t>Redigera format för bakgrundstext</a:t>
            </a:r>
          </a:p>
        </p:txBody>
      </p:sp>
      <p:sp>
        <p:nvSpPr>
          <p:cNvPr id="5" name="Platshållare för datum 4"/>
          <p:cNvSpPr>
            <a:spLocks noGrp="1"/>
          </p:cNvSpPr>
          <p:nvPr>
            <p:ph type="dt" sz="half" idx="10"/>
          </p:nvPr>
        </p:nvSpPr>
        <p:spPr/>
        <p:txBody>
          <a:bodyPr rtlCol="0"/>
          <a:lstStyle/>
          <a:p>
            <a:pPr rtl="0"/>
            <a:fld id="{E97DFD9F-CC83-429C-AFCE-E9EF6DB36A20}" type="datetime1">
              <a:rPr lang="sv-SE" noProof="0" smtClean="0"/>
              <a:t>2026-03-09</a:t>
            </a:fld>
            <a:endParaRPr lang="sv-SE" noProof="0"/>
          </a:p>
        </p:txBody>
      </p:sp>
      <p:sp>
        <p:nvSpPr>
          <p:cNvPr id="6" name="Platshållare för sidfot 5"/>
          <p:cNvSpPr>
            <a:spLocks noGrp="1"/>
          </p:cNvSpPr>
          <p:nvPr>
            <p:ph type="ftr" sz="quarter" idx="11"/>
          </p:nvPr>
        </p:nvSpPr>
        <p:spPr/>
        <p:txBody>
          <a:bodyPr rtlCol="0"/>
          <a:lstStyle/>
          <a:p>
            <a:pPr rtl="0"/>
            <a:endParaRPr lang="sv-SE" noProof="0"/>
          </a:p>
        </p:txBody>
      </p:sp>
      <p:sp>
        <p:nvSpPr>
          <p:cNvPr id="7" name="Platshållare för bildnummer 6"/>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114097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pic>
        <p:nvPicPr>
          <p:cNvPr id="8" name="Bild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a:xfrm>
            <a:off x="685800" y="1600200"/>
            <a:ext cx="6164653" cy="1371600"/>
          </a:xfrm>
        </p:spPr>
        <p:txBody>
          <a:bodyPr rtlCol="0" anchor="b">
            <a:normAutofit/>
          </a:bodyPr>
          <a:lstStyle>
            <a:lvl1pPr algn="l">
              <a:defRPr sz="2800" b="0"/>
            </a:lvl1pPr>
          </a:lstStyle>
          <a:p>
            <a:pPr rtl="0"/>
            <a:r>
              <a:rPr lang="sv-SE" noProof="0"/>
              <a:t>Klicka här för att ändra format</a:t>
            </a:r>
          </a:p>
        </p:txBody>
      </p:sp>
      <p:sp>
        <p:nvSpPr>
          <p:cNvPr id="14" name="Platshållare för bild 2"/>
          <p:cNvSpPr>
            <a:spLocks noGrp="1" noChangeAspect="1"/>
          </p:cNvSpPr>
          <p:nvPr>
            <p:ph type="pic" idx="1" hasCustomPrompt="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sv-SE" noProof="0"/>
              <a:t>Klicka på ikonen för att lägga till bild</a:t>
            </a:r>
          </a:p>
        </p:txBody>
      </p:sp>
      <p:sp>
        <p:nvSpPr>
          <p:cNvPr id="4" name="Platshållare för text 3"/>
          <p:cNvSpPr>
            <a:spLocks noGrp="1"/>
          </p:cNvSpPr>
          <p:nvPr>
            <p:ph type="body" sz="half" idx="2" hasCustomPrompt="1"/>
          </p:nvPr>
        </p:nvSpPr>
        <p:spPr>
          <a:xfrm>
            <a:off x="685800" y="2971800"/>
            <a:ext cx="6164653" cy="1828800"/>
          </a:xfrm>
        </p:spPr>
        <p:txBody>
          <a:bodyPr rtlCol="0"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v-SE" noProof="0"/>
              <a:t>Redigera format för bakgrundstext</a:t>
            </a:r>
          </a:p>
        </p:txBody>
      </p:sp>
      <p:sp>
        <p:nvSpPr>
          <p:cNvPr id="5" name="Platshållare för datum 4"/>
          <p:cNvSpPr>
            <a:spLocks noGrp="1"/>
          </p:cNvSpPr>
          <p:nvPr>
            <p:ph type="dt" sz="half" idx="10"/>
          </p:nvPr>
        </p:nvSpPr>
        <p:spPr/>
        <p:txBody>
          <a:bodyPr rtlCol="0"/>
          <a:lstStyle/>
          <a:p>
            <a:pPr rtl="0"/>
            <a:fld id="{91456BC3-3945-4E7F-A497-5D8D72D7D57E}" type="datetime1">
              <a:rPr lang="sv-SE" noProof="0" smtClean="0"/>
              <a:t>2026-03-09</a:t>
            </a:fld>
            <a:endParaRPr lang="sv-SE" noProof="0"/>
          </a:p>
        </p:txBody>
      </p:sp>
      <p:sp>
        <p:nvSpPr>
          <p:cNvPr id="6" name="Platshållare för sidfot 5"/>
          <p:cNvSpPr>
            <a:spLocks noGrp="1"/>
          </p:cNvSpPr>
          <p:nvPr>
            <p:ph type="ftr" sz="quarter" idx="11"/>
          </p:nvPr>
        </p:nvSpPr>
        <p:spPr/>
        <p:txBody>
          <a:bodyPr rtlCol="0"/>
          <a:lstStyle/>
          <a:p>
            <a:pPr rtl="0"/>
            <a:endParaRPr lang="sv-SE" noProof="0"/>
          </a:p>
        </p:txBody>
      </p:sp>
      <p:sp>
        <p:nvSpPr>
          <p:cNvPr id="7" name="Platshållare för bildnummer 6"/>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217908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abild med bildtext">
    <p:spTree>
      <p:nvGrpSpPr>
        <p:cNvPr id="1" name=""/>
        <p:cNvGrpSpPr/>
        <p:nvPr/>
      </p:nvGrpSpPr>
      <p:grpSpPr>
        <a:xfrm>
          <a:off x="0" y="0"/>
          <a:ext cx="0" cy="0"/>
          <a:chOff x="0" y="0"/>
          <a:chExt cx="0" cy="0"/>
        </a:xfrm>
      </p:grpSpPr>
      <p:pic>
        <p:nvPicPr>
          <p:cNvPr id="8" name="Bild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a:xfrm>
            <a:off x="685800" y="4732865"/>
            <a:ext cx="10131427" cy="566738"/>
          </a:xfrm>
        </p:spPr>
        <p:txBody>
          <a:bodyPr rtlCol="0" anchor="b">
            <a:normAutofit/>
          </a:bodyPr>
          <a:lstStyle>
            <a:lvl1pPr algn="l">
              <a:defRPr sz="2400" b="0"/>
            </a:lvl1pPr>
          </a:lstStyle>
          <a:p>
            <a:pPr rtl="0"/>
            <a:r>
              <a:rPr lang="sv-SE" noProof="0"/>
              <a:t>Klicka här för att ändra format</a:t>
            </a:r>
          </a:p>
        </p:txBody>
      </p:sp>
      <p:sp>
        <p:nvSpPr>
          <p:cNvPr id="3" name="Platshållare för bild 2"/>
          <p:cNvSpPr>
            <a:spLocks noGrp="1" noChangeAspect="1"/>
          </p:cNvSpPr>
          <p:nvPr>
            <p:ph type="pic" idx="1" hasCustomPrompt="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sv-SE" noProof="0"/>
              <a:t>Klicka på ikonen för att lägga till bild</a:t>
            </a:r>
          </a:p>
        </p:txBody>
      </p:sp>
      <p:sp>
        <p:nvSpPr>
          <p:cNvPr id="4" name="Platshållare för text 3"/>
          <p:cNvSpPr>
            <a:spLocks noGrp="1"/>
          </p:cNvSpPr>
          <p:nvPr>
            <p:ph type="body" sz="half" idx="2" hasCustomPrompt="1"/>
          </p:nvPr>
        </p:nvSpPr>
        <p:spPr>
          <a:xfrm>
            <a:off x="685800" y="5299603"/>
            <a:ext cx="10131427" cy="49371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v-SE" noProof="0"/>
              <a:t>Redigera format för bakgrundstext</a:t>
            </a:r>
          </a:p>
        </p:txBody>
      </p:sp>
      <p:sp>
        <p:nvSpPr>
          <p:cNvPr id="5" name="Platshållare för datum 4"/>
          <p:cNvSpPr>
            <a:spLocks noGrp="1"/>
          </p:cNvSpPr>
          <p:nvPr>
            <p:ph type="dt" sz="half" idx="10"/>
          </p:nvPr>
        </p:nvSpPr>
        <p:spPr/>
        <p:txBody>
          <a:bodyPr rtlCol="0"/>
          <a:lstStyle/>
          <a:p>
            <a:pPr rtl="0"/>
            <a:fld id="{387C4F2A-F9C6-4EB3-9F10-BBA128E56BC4}" type="datetime1">
              <a:rPr lang="sv-SE" noProof="0" smtClean="0"/>
              <a:t>2026-03-09</a:t>
            </a:fld>
            <a:endParaRPr lang="sv-SE" noProof="0"/>
          </a:p>
        </p:txBody>
      </p:sp>
      <p:sp>
        <p:nvSpPr>
          <p:cNvPr id="6" name="Platshållare för sidfot 5"/>
          <p:cNvSpPr>
            <a:spLocks noGrp="1"/>
          </p:cNvSpPr>
          <p:nvPr>
            <p:ph type="ftr" sz="quarter" idx="11"/>
          </p:nvPr>
        </p:nvSpPr>
        <p:spPr/>
        <p:txBody>
          <a:bodyPr rtlCol="0"/>
          <a:lstStyle/>
          <a:p>
            <a:pPr rtl="0"/>
            <a:endParaRPr lang="sv-SE" noProof="0"/>
          </a:p>
        </p:txBody>
      </p:sp>
      <p:sp>
        <p:nvSpPr>
          <p:cNvPr id="7" name="Platshållare för bildnummer 6"/>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3386312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el och bildtext">
    <p:spTree>
      <p:nvGrpSpPr>
        <p:cNvPr id="1" name=""/>
        <p:cNvGrpSpPr/>
        <p:nvPr/>
      </p:nvGrpSpPr>
      <p:grpSpPr>
        <a:xfrm>
          <a:off x="0" y="0"/>
          <a:ext cx="0" cy="0"/>
          <a:chOff x="0" y="0"/>
          <a:chExt cx="0" cy="0"/>
        </a:xfrm>
      </p:grpSpPr>
      <p:pic>
        <p:nvPicPr>
          <p:cNvPr id="7" name="Bild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a:xfrm>
            <a:off x="685801" y="609601"/>
            <a:ext cx="10131427" cy="3124199"/>
          </a:xfrm>
        </p:spPr>
        <p:txBody>
          <a:bodyPr rtlCol="0" anchor="ctr">
            <a:normAutofit/>
          </a:bodyPr>
          <a:lstStyle>
            <a:lvl1pPr algn="l">
              <a:defRPr sz="3200" b="0" cap="none"/>
            </a:lvl1pPr>
          </a:lstStyle>
          <a:p>
            <a:pPr rtl="0"/>
            <a:r>
              <a:rPr lang="sv-SE" noProof="0"/>
              <a:t>Klicka här för att ändra format</a:t>
            </a:r>
          </a:p>
        </p:txBody>
      </p:sp>
      <p:sp>
        <p:nvSpPr>
          <p:cNvPr id="3" name="Platshållare för text 2"/>
          <p:cNvSpPr>
            <a:spLocks noGrp="1"/>
          </p:cNvSpPr>
          <p:nvPr>
            <p:ph type="body" idx="1" hasCustomPrompt="1"/>
          </p:nvPr>
        </p:nvSpPr>
        <p:spPr>
          <a:xfrm>
            <a:off x="685800" y="4343400"/>
            <a:ext cx="10131428" cy="1447800"/>
          </a:xfrm>
        </p:spPr>
        <p:txBody>
          <a:bodyPr rtlCol="0"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v-SE" noProof="0"/>
              <a:t>Redigera format för bakgrundstext</a:t>
            </a:r>
          </a:p>
        </p:txBody>
      </p:sp>
      <p:sp>
        <p:nvSpPr>
          <p:cNvPr id="4" name="Platshållare för datum 3"/>
          <p:cNvSpPr>
            <a:spLocks noGrp="1"/>
          </p:cNvSpPr>
          <p:nvPr>
            <p:ph type="dt" sz="half" idx="10"/>
          </p:nvPr>
        </p:nvSpPr>
        <p:spPr/>
        <p:txBody>
          <a:bodyPr rtlCol="0"/>
          <a:lstStyle/>
          <a:p>
            <a:pPr rtl="0"/>
            <a:fld id="{CFE5FE89-5E4C-40E2-B8D4-5BC1A760F578}" type="datetime1">
              <a:rPr lang="sv-SE" noProof="0" smtClean="0"/>
              <a:t>2026-03-09</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349800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 med bildtext">
    <p:spTree>
      <p:nvGrpSpPr>
        <p:cNvPr id="1" name=""/>
        <p:cNvGrpSpPr/>
        <p:nvPr/>
      </p:nvGrpSpPr>
      <p:grpSpPr>
        <a:xfrm>
          <a:off x="0" y="0"/>
          <a:ext cx="0" cy="0"/>
          <a:chOff x="0" y="0"/>
          <a:chExt cx="0" cy="0"/>
        </a:xfrm>
      </p:grpSpPr>
      <p:pic>
        <p:nvPicPr>
          <p:cNvPr id="11" name="Bild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ruta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sv-SE" sz="8000" noProof="0">
                <a:solidFill>
                  <a:schemeClr val="tx1"/>
                </a:solidFill>
                <a:effectLst/>
              </a:rPr>
              <a:t>”</a:t>
            </a:r>
          </a:p>
        </p:txBody>
      </p:sp>
      <p:sp>
        <p:nvSpPr>
          <p:cNvPr id="14" name="Textruta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sv-SE" sz="8000" noProof="0">
                <a:solidFill>
                  <a:schemeClr val="tx1"/>
                </a:solidFill>
                <a:effectLst/>
              </a:rPr>
              <a:t>”</a:t>
            </a:r>
          </a:p>
        </p:txBody>
      </p:sp>
      <p:sp>
        <p:nvSpPr>
          <p:cNvPr id="16" name="Rubrik 1"/>
          <p:cNvSpPr>
            <a:spLocks noGrp="1"/>
          </p:cNvSpPr>
          <p:nvPr>
            <p:ph type="title" hasCustomPrompt="1"/>
          </p:nvPr>
        </p:nvSpPr>
        <p:spPr>
          <a:xfrm>
            <a:off x="992267" y="609601"/>
            <a:ext cx="9550399" cy="2743199"/>
          </a:xfrm>
        </p:spPr>
        <p:txBody>
          <a:bodyPr rtlCol="0" anchor="ctr">
            <a:normAutofit/>
          </a:bodyPr>
          <a:lstStyle>
            <a:lvl1pPr algn="l">
              <a:defRPr sz="3200" b="0" cap="none">
                <a:solidFill>
                  <a:schemeClr val="tx1"/>
                </a:solidFill>
              </a:defRPr>
            </a:lvl1pPr>
          </a:lstStyle>
          <a:p>
            <a:pPr rtl="0"/>
            <a:r>
              <a:rPr lang="sv-SE" noProof="0"/>
              <a:t>Klicka här för att ändra format</a:t>
            </a:r>
          </a:p>
        </p:txBody>
      </p:sp>
      <p:sp>
        <p:nvSpPr>
          <p:cNvPr id="10" name="Platshållare för text 9"/>
          <p:cNvSpPr>
            <a:spLocks noGrp="1"/>
          </p:cNvSpPr>
          <p:nvPr>
            <p:ph type="body" sz="quarter" idx="13" hasCustomPrompt="1"/>
          </p:nvPr>
        </p:nvSpPr>
        <p:spPr>
          <a:xfrm>
            <a:off x="1097875" y="3352800"/>
            <a:ext cx="9339184" cy="381000"/>
          </a:xfrm>
        </p:spPr>
        <p:txBody>
          <a:bodyPr rtlCol="0"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rtl="0"/>
            <a:r>
              <a:rPr lang="sv-SE" noProof="0"/>
              <a:t>Redigera format för bakgrundstext</a:t>
            </a:r>
          </a:p>
        </p:txBody>
      </p:sp>
      <p:sp>
        <p:nvSpPr>
          <p:cNvPr id="3" name="Platshållare för text 2"/>
          <p:cNvSpPr>
            <a:spLocks noGrp="1"/>
          </p:cNvSpPr>
          <p:nvPr>
            <p:ph type="body" idx="1" hasCustomPrompt="1"/>
          </p:nvPr>
        </p:nvSpPr>
        <p:spPr>
          <a:xfrm>
            <a:off x="687465" y="4343400"/>
            <a:ext cx="10152367" cy="1447800"/>
          </a:xfrm>
        </p:spPr>
        <p:txBody>
          <a:bodyPr rtlCol="0"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v-SE" noProof="0"/>
              <a:t>Redigera format för bakgrundstext</a:t>
            </a:r>
          </a:p>
        </p:txBody>
      </p:sp>
      <p:sp>
        <p:nvSpPr>
          <p:cNvPr id="4" name="Platshållare för datum 3"/>
          <p:cNvSpPr>
            <a:spLocks noGrp="1"/>
          </p:cNvSpPr>
          <p:nvPr>
            <p:ph type="dt" sz="half" idx="10"/>
          </p:nvPr>
        </p:nvSpPr>
        <p:spPr/>
        <p:txBody>
          <a:bodyPr rtlCol="0"/>
          <a:lstStyle/>
          <a:p>
            <a:pPr rtl="0"/>
            <a:fld id="{9AE3B24B-56F7-4075-B2D0-F9E280249A3A}" type="datetime1">
              <a:rPr lang="sv-SE" noProof="0" smtClean="0"/>
              <a:t>2026-03-09</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320505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nkort">
    <p:spTree>
      <p:nvGrpSpPr>
        <p:cNvPr id="1" name=""/>
        <p:cNvGrpSpPr/>
        <p:nvPr/>
      </p:nvGrpSpPr>
      <p:grpSpPr>
        <a:xfrm>
          <a:off x="0" y="0"/>
          <a:ext cx="0" cy="0"/>
          <a:chOff x="0" y="0"/>
          <a:chExt cx="0" cy="0"/>
        </a:xfrm>
      </p:grpSpPr>
      <p:pic>
        <p:nvPicPr>
          <p:cNvPr id="7" name="Bild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a:xfrm>
            <a:off x="685802" y="3308581"/>
            <a:ext cx="10131425" cy="1468800"/>
          </a:xfrm>
        </p:spPr>
        <p:txBody>
          <a:bodyPr rtlCol="0" anchor="b">
            <a:normAutofit/>
          </a:bodyPr>
          <a:lstStyle>
            <a:lvl1pPr algn="l">
              <a:defRPr sz="3200" b="0" cap="none"/>
            </a:lvl1pPr>
          </a:lstStyle>
          <a:p>
            <a:pPr rtl="0"/>
            <a:r>
              <a:rPr lang="sv-SE" noProof="0"/>
              <a:t>Klicka här för att ändra format</a:t>
            </a:r>
          </a:p>
        </p:txBody>
      </p:sp>
      <p:sp>
        <p:nvSpPr>
          <p:cNvPr id="3" name="Platshållare för text 2"/>
          <p:cNvSpPr>
            <a:spLocks noGrp="1"/>
          </p:cNvSpPr>
          <p:nvPr>
            <p:ph type="body" idx="1" hasCustomPrompt="1"/>
          </p:nvPr>
        </p:nvSpPr>
        <p:spPr>
          <a:xfrm>
            <a:off x="685801" y="4777381"/>
            <a:ext cx="10131426" cy="860400"/>
          </a:xfrm>
        </p:spPr>
        <p:txBody>
          <a:bodyPr rtlCol="0"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v-SE" noProof="0"/>
              <a:t>Redigera format för bakgrundstext</a:t>
            </a:r>
          </a:p>
        </p:txBody>
      </p:sp>
      <p:sp>
        <p:nvSpPr>
          <p:cNvPr id="4" name="Platshållare för datum 3"/>
          <p:cNvSpPr>
            <a:spLocks noGrp="1"/>
          </p:cNvSpPr>
          <p:nvPr>
            <p:ph type="dt" sz="half" idx="10"/>
          </p:nvPr>
        </p:nvSpPr>
        <p:spPr/>
        <p:txBody>
          <a:bodyPr rtlCol="0"/>
          <a:lstStyle/>
          <a:p>
            <a:pPr rtl="0"/>
            <a:fld id="{7652968B-0FA8-4EB4-990A-598AAB3FB930}" type="datetime1">
              <a:rPr lang="sv-SE" noProof="0" smtClean="0"/>
              <a:t>2026-03-09</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2178569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t namnkort">
    <p:spTree>
      <p:nvGrpSpPr>
        <p:cNvPr id="1" name=""/>
        <p:cNvGrpSpPr/>
        <p:nvPr/>
      </p:nvGrpSpPr>
      <p:grpSpPr>
        <a:xfrm>
          <a:off x="0" y="0"/>
          <a:ext cx="0" cy="0"/>
          <a:chOff x="0" y="0"/>
          <a:chExt cx="0" cy="0"/>
        </a:xfrm>
      </p:grpSpPr>
      <p:pic>
        <p:nvPicPr>
          <p:cNvPr id="11" name="Bild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ruta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sv-SE" sz="8000" noProof="0">
                <a:solidFill>
                  <a:schemeClr val="tx1"/>
                </a:solidFill>
                <a:effectLst/>
              </a:rPr>
              <a:t>”</a:t>
            </a:r>
          </a:p>
        </p:txBody>
      </p:sp>
      <p:sp>
        <p:nvSpPr>
          <p:cNvPr id="14" name="Textruta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sv-SE" sz="8000" noProof="0">
                <a:solidFill>
                  <a:schemeClr val="tx1"/>
                </a:solidFill>
                <a:effectLst/>
              </a:rPr>
              <a:t>”</a:t>
            </a:r>
          </a:p>
        </p:txBody>
      </p:sp>
      <p:sp>
        <p:nvSpPr>
          <p:cNvPr id="16" name="Rubrik 1"/>
          <p:cNvSpPr>
            <a:spLocks noGrp="1"/>
          </p:cNvSpPr>
          <p:nvPr>
            <p:ph type="title" hasCustomPrompt="1"/>
          </p:nvPr>
        </p:nvSpPr>
        <p:spPr>
          <a:xfrm>
            <a:off x="992267" y="609601"/>
            <a:ext cx="9550399" cy="2743199"/>
          </a:xfrm>
        </p:spPr>
        <p:txBody>
          <a:bodyPr rtlCol="0" anchor="ctr">
            <a:normAutofit/>
          </a:bodyPr>
          <a:lstStyle>
            <a:lvl1pPr algn="l">
              <a:defRPr sz="3200" b="0" cap="none">
                <a:solidFill>
                  <a:schemeClr val="tx1"/>
                </a:solidFill>
              </a:defRPr>
            </a:lvl1pPr>
          </a:lstStyle>
          <a:p>
            <a:pPr rtl="0"/>
            <a:r>
              <a:rPr lang="sv-SE" noProof="0"/>
              <a:t>Klicka här för att ändra format</a:t>
            </a:r>
          </a:p>
        </p:txBody>
      </p:sp>
      <p:sp>
        <p:nvSpPr>
          <p:cNvPr id="10" name="Platshållare för text 9"/>
          <p:cNvSpPr>
            <a:spLocks noGrp="1"/>
          </p:cNvSpPr>
          <p:nvPr>
            <p:ph type="body" sz="quarter" idx="13" hasCustomPrompt="1"/>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rtl="0">
              <a:spcBef>
                <a:spcPct val="0"/>
              </a:spcBef>
              <a:buNone/>
            </a:pPr>
            <a:r>
              <a:rPr lang="sv-SE" noProof="0"/>
              <a:t>Redigera format för bakgrundstext</a:t>
            </a:r>
          </a:p>
        </p:txBody>
      </p:sp>
      <p:sp>
        <p:nvSpPr>
          <p:cNvPr id="3" name="Platshållare för text 2"/>
          <p:cNvSpPr>
            <a:spLocks noGrp="1"/>
          </p:cNvSpPr>
          <p:nvPr>
            <p:ph type="body" idx="1" hasCustomPrompt="1"/>
          </p:nvPr>
        </p:nvSpPr>
        <p:spPr>
          <a:xfrm>
            <a:off x="685799" y="4775200"/>
            <a:ext cx="10135436" cy="1016000"/>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v-SE" noProof="0"/>
              <a:t>Redigera format för bakgrundstext</a:t>
            </a:r>
          </a:p>
        </p:txBody>
      </p:sp>
      <p:sp>
        <p:nvSpPr>
          <p:cNvPr id="4" name="Platshållare för datum 3"/>
          <p:cNvSpPr>
            <a:spLocks noGrp="1"/>
          </p:cNvSpPr>
          <p:nvPr>
            <p:ph type="dt" sz="half" idx="10"/>
          </p:nvPr>
        </p:nvSpPr>
        <p:spPr/>
        <p:txBody>
          <a:bodyPr rtlCol="0"/>
          <a:lstStyle/>
          <a:p>
            <a:pPr rtl="0"/>
            <a:fld id="{3465684B-BEC8-42E1-BB00-FC0D41C81B9C}" type="datetime1">
              <a:rPr lang="sv-SE" noProof="0" smtClean="0"/>
              <a:t>2026-03-09</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304418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ant eller falskt">
    <p:spTree>
      <p:nvGrpSpPr>
        <p:cNvPr id="1" name=""/>
        <p:cNvGrpSpPr/>
        <p:nvPr/>
      </p:nvGrpSpPr>
      <p:grpSpPr>
        <a:xfrm>
          <a:off x="0" y="0"/>
          <a:ext cx="0" cy="0"/>
          <a:chOff x="0" y="0"/>
          <a:chExt cx="0" cy="0"/>
        </a:xfrm>
      </p:grpSpPr>
      <p:pic>
        <p:nvPicPr>
          <p:cNvPr id="8" name="Bild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a:xfrm>
            <a:off x="685801" y="609601"/>
            <a:ext cx="10131427" cy="2743199"/>
          </a:xfrm>
        </p:spPr>
        <p:txBody>
          <a:bodyPr vert="horz" lIns="91440" tIns="45720" rIns="91440" bIns="45720" rtlCol="0" anchor="ctr">
            <a:normAutofit/>
          </a:bodyPr>
          <a:lstStyle>
            <a:lvl1pPr>
              <a:defRPr lang="en-US" b="0" dirty="0"/>
            </a:lvl1pPr>
          </a:lstStyle>
          <a:p>
            <a:pPr marL="0" lvl="0" rtl="0"/>
            <a:r>
              <a:rPr lang="sv-SE" noProof="0"/>
              <a:t>Klicka här för att ändra format</a:t>
            </a:r>
          </a:p>
        </p:txBody>
      </p:sp>
      <p:sp>
        <p:nvSpPr>
          <p:cNvPr id="10" name="Platshållare för text 9"/>
          <p:cNvSpPr>
            <a:spLocks noGrp="1"/>
          </p:cNvSpPr>
          <p:nvPr>
            <p:ph type="body" sz="quarter" idx="13" hasCustomPrompt="1"/>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rtl="0">
              <a:spcBef>
                <a:spcPct val="0"/>
              </a:spcBef>
              <a:buNone/>
            </a:pPr>
            <a:r>
              <a:rPr lang="sv-SE" noProof="0"/>
              <a:t>Redigera format för bakgrundstext</a:t>
            </a:r>
          </a:p>
        </p:txBody>
      </p:sp>
      <p:sp>
        <p:nvSpPr>
          <p:cNvPr id="3" name="Platshållare för text 2"/>
          <p:cNvSpPr>
            <a:spLocks noGrp="1"/>
          </p:cNvSpPr>
          <p:nvPr>
            <p:ph type="body" idx="1" hasCustomPrompt="1"/>
          </p:nvPr>
        </p:nvSpPr>
        <p:spPr>
          <a:xfrm>
            <a:off x="685800" y="4343400"/>
            <a:ext cx="10131428" cy="1447800"/>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v-SE" noProof="0"/>
              <a:t>Redigera format för bakgrundstext</a:t>
            </a:r>
          </a:p>
        </p:txBody>
      </p:sp>
      <p:sp>
        <p:nvSpPr>
          <p:cNvPr id="4" name="Platshållare för datum 3"/>
          <p:cNvSpPr>
            <a:spLocks noGrp="1"/>
          </p:cNvSpPr>
          <p:nvPr>
            <p:ph type="dt" sz="half" idx="10"/>
          </p:nvPr>
        </p:nvSpPr>
        <p:spPr/>
        <p:txBody>
          <a:bodyPr rtlCol="0"/>
          <a:lstStyle/>
          <a:p>
            <a:pPr rtl="0"/>
            <a:fld id="{39257B9E-A23A-4A4B-AB23-76CF04600095}" type="datetime1">
              <a:rPr lang="sv-SE" noProof="0" smtClean="0"/>
              <a:t>2026-03-09</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4285960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pic>
        <p:nvPicPr>
          <p:cNvPr id="7" name="Bild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Rubrik 1"/>
          <p:cNvSpPr>
            <a:spLocks noGrp="1"/>
          </p:cNvSpPr>
          <p:nvPr>
            <p:ph type="title" hasCustomPrompt="1"/>
          </p:nvPr>
        </p:nvSpPr>
        <p:spPr>
          <a:xfrm>
            <a:off x="685801" y="609600"/>
            <a:ext cx="10131425" cy="1456267"/>
          </a:xfrm>
        </p:spPr>
        <p:txBody>
          <a:bodyPr rtlCol="0"/>
          <a:lstStyle/>
          <a:p>
            <a:pPr rtl="0"/>
            <a:r>
              <a:rPr lang="sv-SE" noProof="0"/>
              <a:t>Klicka här för att ändra format</a:t>
            </a:r>
          </a:p>
        </p:txBody>
      </p:sp>
      <p:sp>
        <p:nvSpPr>
          <p:cNvPr id="3" name="Platshållare 2 för vertikal text"/>
          <p:cNvSpPr>
            <a:spLocks noGrp="1"/>
          </p:cNvSpPr>
          <p:nvPr>
            <p:ph type="body" orient="vert" idx="1" hasCustomPrompt="1"/>
          </p:nvPr>
        </p:nvSpPr>
        <p:spPr/>
        <p:txBody>
          <a:bodyPr vert="eaVert" rtlCol="0" anchor="t"/>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10"/>
          </p:nvPr>
        </p:nvSpPr>
        <p:spPr/>
        <p:txBody>
          <a:bodyPr rtlCol="0"/>
          <a:lstStyle/>
          <a:p>
            <a:pPr rtl="0"/>
            <a:fld id="{9A21E145-E24F-4578-868F-C0236C731DE4}" type="datetime1">
              <a:rPr lang="sv-SE" noProof="0" smtClean="0"/>
              <a:t>2026-03-09</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t>‹#›</a:t>
            </a:fld>
            <a:endParaRPr lang="sv-SE" noProof="0"/>
          </a:p>
        </p:txBody>
      </p:sp>
    </p:spTree>
    <p:extLst>
      <p:ext uri="{BB962C8B-B14F-4D97-AF65-F5344CB8AC3E}">
        <p14:creationId xmlns:p14="http://schemas.microsoft.com/office/powerpoint/2010/main" val="2202126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pic>
        <p:nvPicPr>
          <p:cNvPr id="7" name="Bild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Lodrät rubrik 1"/>
          <p:cNvSpPr>
            <a:spLocks noGrp="1"/>
          </p:cNvSpPr>
          <p:nvPr>
            <p:ph type="title" orient="vert" hasCustomPrompt="1"/>
          </p:nvPr>
        </p:nvSpPr>
        <p:spPr>
          <a:xfrm>
            <a:off x="8658675" y="609599"/>
            <a:ext cx="2158552" cy="5181601"/>
          </a:xfrm>
        </p:spPr>
        <p:txBody>
          <a:bodyPr vert="eaVert" rtlCol="0"/>
          <a:lstStyle/>
          <a:p>
            <a:pPr rtl="0"/>
            <a:r>
              <a:rPr lang="sv-SE" noProof="0"/>
              <a:t>Klicka här för att ändra format</a:t>
            </a:r>
          </a:p>
        </p:txBody>
      </p:sp>
      <p:sp>
        <p:nvSpPr>
          <p:cNvPr id="3" name="Platshållare 2 för vertikal text"/>
          <p:cNvSpPr>
            <a:spLocks noGrp="1"/>
          </p:cNvSpPr>
          <p:nvPr>
            <p:ph type="body" orient="vert" idx="1" hasCustomPrompt="1"/>
          </p:nvPr>
        </p:nvSpPr>
        <p:spPr>
          <a:xfrm>
            <a:off x="685800" y="609600"/>
            <a:ext cx="7832116" cy="5181600"/>
          </a:xfrm>
        </p:spPr>
        <p:txBody>
          <a:bodyPr vert="eaVert" rtlCol="0" anchor="t"/>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10"/>
          </p:nvPr>
        </p:nvSpPr>
        <p:spPr/>
        <p:txBody>
          <a:bodyPr rtlCol="0"/>
          <a:lstStyle/>
          <a:p>
            <a:pPr rtl="0"/>
            <a:fld id="{47597925-F399-44D1-8056-966C4B603A29}" type="datetime1">
              <a:rPr lang="sv-SE" noProof="0" smtClean="0"/>
              <a:t>2026-03-09</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t>‹#›</a:t>
            </a:fld>
            <a:endParaRPr lang="sv-SE" noProof="0"/>
          </a:p>
        </p:txBody>
      </p:sp>
    </p:spTree>
    <p:extLst>
      <p:ext uri="{BB962C8B-B14F-4D97-AF65-F5344CB8AC3E}">
        <p14:creationId xmlns:p14="http://schemas.microsoft.com/office/powerpoint/2010/main" val="2447542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pPr rtl="0"/>
            <a:r>
              <a:rPr lang="sv-SE" noProof="0"/>
              <a:t>Klicka här för att ändra format</a:t>
            </a:r>
          </a:p>
        </p:txBody>
      </p:sp>
      <p:sp>
        <p:nvSpPr>
          <p:cNvPr id="3" name="Platshållare för text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rtl="0"/>
            <a:fld id="{2B85956D-AA23-47E2-B3CA-EE671651C46C}" type="datetime1">
              <a:rPr lang="sv-SE" noProof="0" smtClean="0"/>
              <a:t>2026-03-09</a:t>
            </a:fld>
            <a:endParaRPr lang="sv-SE" noProof="0"/>
          </a:p>
        </p:txBody>
      </p:sp>
      <p:sp>
        <p:nvSpPr>
          <p:cNvPr id="5" name="Platshållare för sidfot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rtl="0"/>
            <a:endParaRPr lang="sv-SE" noProof="0"/>
          </a:p>
        </p:txBody>
      </p:sp>
      <p:sp>
        <p:nvSpPr>
          <p:cNvPr id="6" name="Platshållare för bildnumm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645065765"/>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JHutton8/IMUVideo-Application"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 4" descr="natthimmel med berg långt bort vid horisonten">
            <a:extLst>
              <a:ext uri="{FF2B5EF4-FFF2-40B4-BE49-F238E27FC236}">
                <a16:creationId xmlns:a16="http://schemas.microsoft.com/office/drawing/2014/main" id="{7C454B0C-0819-4D56-9275-BCE254DA659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Rubrik 1">
            <a:extLst>
              <a:ext uri="{FF2B5EF4-FFF2-40B4-BE49-F238E27FC236}">
                <a16:creationId xmlns:a16="http://schemas.microsoft.com/office/drawing/2014/main" id="{340C7600-5BA8-4A54-887F-74AF87750A31}"/>
              </a:ext>
            </a:extLst>
          </p:cNvPr>
          <p:cNvSpPr>
            <a:spLocks noGrp="1"/>
          </p:cNvSpPr>
          <p:nvPr>
            <p:ph type="ctrTitle"/>
          </p:nvPr>
        </p:nvSpPr>
        <p:spPr>
          <a:xfrm>
            <a:off x="3962399" y="2554817"/>
            <a:ext cx="7197726" cy="2421464"/>
          </a:xfrm>
        </p:spPr>
        <p:txBody>
          <a:bodyPr rtlCol="0">
            <a:normAutofit/>
          </a:bodyPr>
          <a:lstStyle/>
          <a:p>
            <a:pPr rtl="0"/>
            <a:r>
              <a:rPr lang="en-SE" b="1" cap="none" err="1">
                <a:latin typeface="Poppins" panose="00000500000000000000" pitchFamily="2" charset="0"/>
                <a:cs typeface="Poppins" panose="00000500000000000000" pitchFamily="2" charset="0"/>
              </a:rPr>
              <a:t>MoveSync</a:t>
            </a:r>
            <a:endParaRPr lang="sv-SE" b="1">
              <a:latin typeface="Poppins" panose="00000500000000000000" pitchFamily="2" charset="0"/>
              <a:cs typeface="Poppins" panose="00000500000000000000" pitchFamily="2" charset="0"/>
            </a:endParaRPr>
          </a:p>
        </p:txBody>
      </p:sp>
      <p:sp>
        <p:nvSpPr>
          <p:cNvPr id="3" name="Underrubrik 2">
            <a:extLst>
              <a:ext uri="{FF2B5EF4-FFF2-40B4-BE49-F238E27FC236}">
                <a16:creationId xmlns:a16="http://schemas.microsoft.com/office/drawing/2014/main" id="{AE584786-6548-4BB4-95FD-977AD1F362C6}"/>
              </a:ext>
            </a:extLst>
          </p:cNvPr>
          <p:cNvSpPr>
            <a:spLocks noGrp="1"/>
          </p:cNvSpPr>
          <p:nvPr>
            <p:ph type="subTitle" idx="1"/>
          </p:nvPr>
        </p:nvSpPr>
        <p:spPr>
          <a:xfrm>
            <a:off x="3962399" y="4976282"/>
            <a:ext cx="7197726" cy="1405467"/>
          </a:xfrm>
        </p:spPr>
        <p:txBody>
          <a:bodyPr rtlCol="0">
            <a:normAutofit/>
          </a:bodyPr>
          <a:lstStyle/>
          <a:p>
            <a:r>
              <a:rPr lang="sv-SE" err="1">
                <a:latin typeface="Poppins" panose="00000500000000000000" pitchFamily="2" charset="0"/>
                <a:cs typeface="Poppins" panose="00000500000000000000" pitchFamily="2" charset="0"/>
              </a:rPr>
              <a:t>Capture</a:t>
            </a:r>
            <a:r>
              <a:rPr lang="sv-SE">
                <a:latin typeface="Poppins" panose="00000500000000000000" pitchFamily="2" charset="0"/>
                <a:cs typeface="Poppins" panose="00000500000000000000" pitchFamily="2" charset="0"/>
              </a:rPr>
              <a:t> motion. </a:t>
            </a:r>
            <a:r>
              <a:rPr lang="sv-SE" err="1">
                <a:latin typeface="Poppins" panose="00000500000000000000" pitchFamily="2" charset="0"/>
                <a:cs typeface="Poppins" panose="00000500000000000000" pitchFamily="2" charset="0"/>
              </a:rPr>
              <a:t>Reveal</a:t>
            </a:r>
            <a:r>
              <a:rPr lang="sv-SE">
                <a:latin typeface="Poppins" panose="00000500000000000000" pitchFamily="2" charset="0"/>
                <a:cs typeface="Poppins" panose="00000500000000000000" pitchFamily="2" charset="0"/>
              </a:rPr>
              <a:t> </a:t>
            </a:r>
            <a:r>
              <a:rPr lang="sv-SE" err="1">
                <a:latin typeface="Poppins" panose="00000500000000000000" pitchFamily="2" charset="0"/>
                <a:cs typeface="Poppins" panose="00000500000000000000" pitchFamily="2" charset="0"/>
              </a:rPr>
              <a:t>patterns</a:t>
            </a:r>
            <a:r>
              <a:rPr lang="sv-SE">
                <a:latin typeface="Poppins" panose="00000500000000000000" pitchFamily="2" charset="0"/>
                <a:cs typeface="Poppins" panose="00000500000000000000" pitchFamily="2" charset="0"/>
              </a:rPr>
              <a:t>.</a:t>
            </a:r>
            <a:endParaRPr lang="sv-SE">
              <a:solidFill>
                <a:schemeClr val="accent1">
                  <a:lumMod val="40000"/>
                  <a:lumOff val="60000"/>
                </a:schemeClr>
              </a:solidFill>
              <a:latin typeface="Poppins" panose="00000500000000000000" pitchFamily="2" charset="0"/>
              <a:cs typeface="Poppins" panose="00000500000000000000" pitchFamily="2" charset="0"/>
            </a:endParaRPr>
          </a:p>
        </p:txBody>
      </p:sp>
      <p:pic>
        <p:nvPicPr>
          <p:cNvPr id="8" name="Picture 7">
            <a:extLst>
              <a:ext uri="{FF2B5EF4-FFF2-40B4-BE49-F238E27FC236}">
                <a16:creationId xmlns:a16="http://schemas.microsoft.com/office/drawing/2014/main" id="{215BBA07-9445-F38D-6254-6C1A02A725CC}"/>
              </a:ext>
            </a:extLst>
          </p:cNvPr>
          <p:cNvPicPr>
            <a:picLocks noChangeAspect="1"/>
          </p:cNvPicPr>
          <p:nvPr/>
        </p:nvPicPr>
        <p:blipFill>
          <a:blip r:embed="rId4"/>
          <a:stretch>
            <a:fillRect/>
          </a:stretch>
        </p:blipFill>
        <p:spPr>
          <a:xfrm>
            <a:off x="2501636" y="1968237"/>
            <a:ext cx="2921525" cy="2921525"/>
          </a:xfrm>
          <a:prstGeom prst="rect">
            <a:avLst/>
          </a:prstGeom>
        </p:spPr>
      </p:pic>
    </p:spTree>
    <p:extLst>
      <p:ext uri="{BB962C8B-B14F-4D97-AF65-F5344CB8AC3E}">
        <p14:creationId xmlns:p14="http://schemas.microsoft.com/office/powerpoint/2010/main" val="34177214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F95FB-880F-C067-6780-CA957B5688E9}"/>
              </a:ext>
            </a:extLst>
          </p:cNvPr>
          <p:cNvSpPr>
            <a:spLocks noGrp="1"/>
          </p:cNvSpPr>
          <p:nvPr>
            <p:ph type="title"/>
          </p:nvPr>
        </p:nvSpPr>
        <p:spPr/>
        <p:txBody>
          <a:bodyPr/>
          <a:lstStyle/>
          <a:p>
            <a:r>
              <a:rPr lang="en-SE" b="1">
                <a:latin typeface="Poppins" panose="00000500000000000000" pitchFamily="2" charset="0"/>
                <a:cs typeface="Poppins" panose="00000500000000000000" pitchFamily="2" charset="0"/>
              </a:rPr>
              <a:t>Introduction</a:t>
            </a:r>
            <a:br>
              <a:rPr lang="en-SE" b="1">
                <a:latin typeface="Poppins" panose="00000500000000000000" pitchFamily="2" charset="0"/>
                <a:cs typeface="Poppins" panose="00000500000000000000" pitchFamily="2" charset="0"/>
              </a:rPr>
            </a:br>
            <a:r>
              <a:rPr lang="en-US" sz="1800">
                <a:latin typeface="Poppins" panose="00000500000000000000" pitchFamily="2" charset="0"/>
                <a:cs typeface="Poppins" panose="00000500000000000000" pitchFamily="2" charset="0"/>
              </a:rPr>
              <a:t>What it is &amp; why it matters</a:t>
            </a:r>
            <a:endParaRPr lang="sv-SE">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269BB4FC-2808-D5ED-4FF4-937CF798DA75}"/>
              </a:ext>
            </a:extLst>
          </p:cNvPr>
          <p:cNvSpPr>
            <a:spLocks noGrp="1"/>
          </p:cNvSpPr>
          <p:nvPr>
            <p:ph idx="1"/>
          </p:nvPr>
        </p:nvSpPr>
        <p:spPr/>
        <p:txBody>
          <a:bodyPr>
            <a:normAutofit/>
          </a:bodyPr>
          <a:lstStyle/>
          <a:p>
            <a:r>
              <a:rPr lang="en-SE">
                <a:latin typeface="Poppins" panose="00000500000000000000" pitchFamily="2" charset="0"/>
                <a:cs typeface="Poppins" panose="00000500000000000000" pitchFamily="2" charset="0"/>
              </a:rPr>
              <a:t>Motion </a:t>
            </a:r>
            <a:r>
              <a:rPr lang="sv-SE">
                <a:latin typeface="Poppins" panose="00000500000000000000" pitchFamily="2" charset="0"/>
                <a:cs typeface="Poppins" panose="00000500000000000000" pitchFamily="2" charset="0"/>
              </a:rPr>
              <a:t>capture</a:t>
            </a:r>
            <a:r>
              <a:rPr lang="en-SE">
                <a:latin typeface="Poppins" panose="00000500000000000000" pitchFamily="2" charset="0"/>
                <a:cs typeface="Poppins" panose="00000500000000000000" pitchFamily="2" charset="0"/>
              </a:rPr>
              <a:t> useful in rehab, sports, and healthcare</a:t>
            </a:r>
          </a:p>
          <a:p>
            <a:r>
              <a:rPr lang="en-SE">
                <a:latin typeface="Poppins" panose="00000500000000000000" pitchFamily="2" charset="0"/>
                <a:cs typeface="Poppins" panose="00000500000000000000" pitchFamily="2" charset="0"/>
              </a:rPr>
              <a:t>❌ Current systems: expensive, complex, and tied to lab setups</a:t>
            </a:r>
          </a:p>
          <a:p>
            <a:r>
              <a:rPr lang="en-SE">
                <a:solidFill>
                  <a:srgbClr val="FF0000"/>
                </a:solidFill>
                <a:latin typeface="Poppins" panose="00000500000000000000" pitchFamily="2" charset="0"/>
                <a:cs typeface="Poppins" panose="00000500000000000000" pitchFamily="2" charset="0"/>
              </a:rPr>
              <a:t>✅</a:t>
            </a:r>
            <a:r>
              <a:rPr lang="en-SE">
                <a:latin typeface="Poppins" panose="00000500000000000000" pitchFamily="2" charset="0"/>
                <a:cs typeface="Poppins" panose="00000500000000000000" pitchFamily="2" charset="0"/>
              </a:rPr>
              <a:t> Goal: low-cost, low-complex, and </a:t>
            </a:r>
            <a:r>
              <a:rPr lang="sv-SE">
                <a:latin typeface="Poppins" panose="00000500000000000000" pitchFamily="2" charset="0"/>
                <a:cs typeface="Poppins" panose="00000500000000000000" pitchFamily="2" charset="0"/>
              </a:rPr>
              <a:t>browser-based </a:t>
            </a:r>
            <a:r>
              <a:rPr lang="sv-SE" err="1">
                <a:latin typeface="Poppins" panose="00000500000000000000" pitchFamily="2" charset="0"/>
                <a:cs typeface="Poppins" panose="00000500000000000000" pitchFamily="2" charset="0"/>
              </a:rPr>
              <a:t>prototype</a:t>
            </a:r>
            <a:r>
              <a:rPr lang="sv-SE">
                <a:latin typeface="Poppins" panose="00000500000000000000" pitchFamily="2" charset="0"/>
                <a:cs typeface="Poppins" panose="00000500000000000000" pitchFamily="2" charset="0"/>
              </a:rPr>
              <a:t> for sport performance analysis</a:t>
            </a:r>
            <a:endParaRPr lang="en-SE">
              <a:latin typeface="Poppins" panose="00000500000000000000" pitchFamily="2" charset="0"/>
              <a:cs typeface="Poppins" panose="00000500000000000000" pitchFamily="2" charset="0"/>
            </a:endParaRPr>
          </a:p>
          <a:p>
            <a:r>
              <a:rPr lang="en-SE">
                <a:latin typeface="Poppins" panose="00000500000000000000" pitchFamily="2" charset="0"/>
                <a:cs typeface="Poppins" panose="00000500000000000000" pitchFamily="2" charset="0"/>
              </a:rPr>
              <a:t>The system combines video (</a:t>
            </a:r>
            <a:r>
              <a:rPr lang="sv-SE"/>
              <a:t>🎥</a:t>
            </a:r>
            <a:r>
              <a:rPr lang="en-SE"/>
              <a:t>)</a:t>
            </a:r>
            <a:r>
              <a:rPr lang="sv-SE"/>
              <a:t> </a:t>
            </a:r>
            <a:r>
              <a:rPr lang="en-SE">
                <a:latin typeface="Poppins" panose="00000500000000000000" pitchFamily="2" charset="0"/>
                <a:cs typeface="Poppins" panose="00000500000000000000" pitchFamily="2" charset="0"/>
              </a:rPr>
              <a:t>and IMU sensor (</a:t>
            </a:r>
            <a:r>
              <a:rPr lang="en-SE"/>
              <a:t>🛜</a:t>
            </a:r>
            <a:r>
              <a:rPr lang="en-SE">
                <a:latin typeface="Poppins" panose="00000500000000000000" pitchFamily="2" charset="0"/>
                <a:cs typeface="Poppins" panose="00000500000000000000" pitchFamily="2" charset="0"/>
              </a:rPr>
              <a:t>) motion recordings</a:t>
            </a:r>
          </a:p>
          <a:p>
            <a:r>
              <a:rPr lang="en-SE">
                <a:latin typeface="Poppins" panose="00000500000000000000" pitchFamily="2" charset="0"/>
                <a:cs typeface="Poppins" panose="00000500000000000000" pitchFamily="2" charset="0"/>
              </a:rPr>
              <a:t>Synchronization of video and IMU </a:t>
            </a:r>
            <a:r>
              <a:rPr lang="sv-SE">
                <a:solidFill>
                  <a:srgbClr val="FF0000"/>
                </a:solidFill>
                <a:latin typeface="Poppins" panose="00000500000000000000" pitchFamily="2" charset="0"/>
                <a:cs typeface="Poppins" panose="00000500000000000000" pitchFamily="2" charset="0"/>
              </a:rPr>
              <a:t>⟹</a:t>
            </a:r>
            <a:r>
              <a:rPr lang="en-SE">
                <a:latin typeface="Poppins" panose="00000500000000000000" pitchFamily="2" charset="0"/>
                <a:cs typeface="Poppins" panose="00000500000000000000" pitchFamily="2" charset="0"/>
              </a:rPr>
              <a:t> qualitative and quantitative view</a:t>
            </a:r>
          </a:p>
        </p:txBody>
      </p:sp>
      <p:pic>
        <p:nvPicPr>
          <p:cNvPr id="11" name="Picture 10">
            <a:extLst>
              <a:ext uri="{FF2B5EF4-FFF2-40B4-BE49-F238E27FC236}">
                <a16:creationId xmlns:a16="http://schemas.microsoft.com/office/drawing/2014/main" id="{B114FE06-932B-A31F-111C-95820E77828D}"/>
              </a:ext>
            </a:extLst>
          </p:cNvPr>
          <p:cNvPicPr>
            <a:picLocks noChangeAspect="1"/>
          </p:cNvPicPr>
          <p:nvPr/>
        </p:nvPicPr>
        <p:blipFill>
          <a:blip r:embed="rId3"/>
          <a:stretch>
            <a:fillRect/>
          </a:stretch>
        </p:blipFill>
        <p:spPr>
          <a:xfrm>
            <a:off x="11582934" y="6261418"/>
            <a:ext cx="479672" cy="479672"/>
          </a:xfrm>
          <a:prstGeom prst="rect">
            <a:avLst/>
          </a:prstGeom>
        </p:spPr>
      </p:pic>
    </p:spTree>
    <p:extLst>
      <p:ext uri="{BB962C8B-B14F-4D97-AF65-F5344CB8AC3E}">
        <p14:creationId xmlns:p14="http://schemas.microsoft.com/office/powerpoint/2010/main" val="29609988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0CC6A-33A9-A241-A5A1-D923F30E9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E8E03-798C-E143-8A1A-20B2D2989566}"/>
              </a:ext>
            </a:extLst>
          </p:cNvPr>
          <p:cNvSpPr>
            <a:spLocks noGrp="1"/>
          </p:cNvSpPr>
          <p:nvPr>
            <p:ph type="title"/>
          </p:nvPr>
        </p:nvSpPr>
        <p:spPr>
          <a:xfrm>
            <a:off x="2453081" y="276837"/>
            <a:ext cx="7285838" cy="483686"/>
          </a:xfrm>
        </p:spPr>
        <p:txBody>
          <a:bodyPr>
            <a:normAutofit fontScale="90000"/>
          </a:bodyPr>
          <a:lstStyle/>
          <a:p>
            <a:pPr algn="ctr"/>
            <a:r>
              <a:rPr lang="en-SE" b="1">
                <a:latin typeface="Poppins" panose="00000500000000000000" pitchFamily="2" charset="0"/>
                <a:cs typeface="Poppins" panose="00000500000000000000" pitchFamily="2" charset="0"/>
              </a:rPr>
              <a:t>DEMO</a:t>
            </a:r>
            <a:endParaRPr lang="sv-SE" b="1">
              <a:latin typeface="Poppins" panose="00000500000000000000" pitchFamily="2" charset="0"/>
              <a:cs typeface="Poppins" panose="00000500000000000000" pitchFamily="2" charset="0"/>
            </a:endParaRPr>
          </a:p>
        </p:txBody>
      </p:sp>
      <p:pic>
        <p:nvPicPr>
          <p:cNvPr id="7" name="Picture 6">
            <a:extLst>
              <a:ext uri="{FF2B5EF4-FFF2-40B4-BE49-F238E27FC236}">
                <a16:creationId xmlns:a16="http://schemas.microsoft.com/office/drawing/2014/main" id="{2F1EEC60-2160-79BD-504A-6BC872EEEC72}"/>
              </a:ext>
            </a:extLst>
          </p:cNvPr>
          <p:cNvPicPr>
            <a:picLocks noChangeAspect="1"/>
          </p:cNvPicPr>
          <p:nvPr/>
        </p:nvPicPr>
        <p:blipFill>
          <a:blip r:embed="rId5"/>
          <a:stretch>
            <a:fillRect/>
          </a:stretch>
        </p:blipFill>
        <p:spPr>
          <a:xfrm>
            <a:off x="11582934" y="6261418"/>
            <a:ext cx="479672" cy="479672"/>
          </a:xfrm>
          <a:prstGeom prst="rect">
            <a:avLst/>
          </a:prstGeom>
        </p:spPr>
      </p:pic>
      <p:pic>
        <p:nvPicPr>
          <p:cNvPr id="4" name="2026-03-09 11-21-24">
            <a:hlinkClick r:id="" action="ppaction://media"/>
            <a:extLst>
              <a:ext uri="{FF2B5EF4-FFF2-40B4-BE49-F238E27FC236}">
                <a16:creationId xmlns:a16="http://schemas.microsoft.com/office/drawing/2014/main" id="{F059EB7C-77AB-04D6-1427-7A7C1CFF7E8F}"/>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201189" y="760523"/>
            <a:ext cx="9789622" cy="5506662"/>
          </a:xfrm>
          <a:prstGeom prst="rect">
            <a:avLst/>
          </a:prstGeom>
        </p:spPr>
      </p:pic>
    </p:spTree>
    <p:extLst>
      <p:ext uri="{BB962C8B-B14F-4D97-AF65-F5344CB8AC3E}">
        <p14:creationId xmlns:p14="http://schemas.microsoft.com/office/powerpoint/2010/main" val="19907062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131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B8ED6-DE7A-D7FE-E39C-2AA4AFF3A7C0}"/>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EE17BAE9-F5EB-9C90-618D-04D1565EB00B}"/>
              </a:ext>
            </a:extLst>
          </p:cNvPr>
          <p:cNvSpPr>
            <a:spLocks noGrp="1"/>
          </p:cNvSpPr>
          <p:nvPr>
            <p:ph type="title"/>
          </p:nvPr>
        </p:nvSpPr>
        <p:spPr>
          <a:xfrm>
            <a:off x="685801" y="609600"/>
            <a:ext cx="4766945" cy="1456267"/>
          </a:xfrm>
        </p:spPr>
        <p:txBody>
          <a:bodyPr>
            <a:noAutofit/>
          </a:bodyPr>
          <a:lstStyle/>
          <a:p>
            <a:r>
              <a:rPr lang="en-US" sz="4000" b="1">
                <a:latin typeface="Poppins"/>
                <a:cs typeface="Poppins"/>
              </a:rPr>
              <a:t>Processing Pipeline – Video Panel</a:t>
            </a:r>
            <a:endParaRPr lang="en-US" sz="4000" b="1">
              <a:latin typeface="Poppins" panose="00000500000000000000" pitchFamily="2" charset="0"/>
              <a:cs typeface="Poppins" panose="00000500000000000000" pitchFamily="2" charset="0"/>
            </a:endParaRPr>
          </a:p>
        </p:txBody>
      </p:sp>
      <p:sp>
        <p:nvSpPr>
          <p:cNvPr id="3" name="Platshållare för innehåll 2">
            <a:extLst>
              <a:ext uri="{FF2B5EF4-FFF2-40B4-BE49-F238E27FC236}">
                <a16:creationId xmlns:a16="http://schemas.microsoft.com/office/drawing/2014/main" id="{FD33BCCB-8519-7A51-E859-EABD962B6CF4}"/>
              </a:ext>
            </a:extLst>
          </p:cNvPr>
          <p:cNvSpPr>
            <a:spLocks noGrp="1"/>
          </p:cNvSpPr>
          <p:nvPr>
            <p:ph idx="1"/>
          </p:nvPr>
        </p:nvSpPr>
        <p:spPr>
          <a:xfrm>
            <a:off x="685801" y="2609427"/>
            <a:ext cx="4567587" cy="3649133"/>
          </a:xfrm>
        </p:spPr>
        <p:txBody>
          <a:bodyPr vert="horz" lIns="91440" tIns="45720" rIns="91440" bIns="45720" rtlCol="0" anchor="t">
            <a:normAutofit/>
          </a:bodyPr>
          <a:lstStyle/>
          <a:p>
            <a:pPr marL="0" indent="0">
              <a:buNone/>
            </a:pPr>
            <a:endParaRPr lang="en-AU">
              <a:latin typeface="Poppins" panose="00000500000000000000" pitchFamily="2" charset="0"/>
              <a:cs typeface="Poppins" panose="00000500000000000000" pitchFamily="2" charset="0"/>
            </a:endParaRPr>
          </a:p>
          <a:p>
            <a:pPr>
              <a:buFont typeface="Calibri"/>
              <a:buChar char="-"/>
            </a:pPr>
            <a:r>
              <a:rPr lang="en-AU">
                <a:latin typeface="Poppins"/>
                <a:cs typeface="Poppins"/>
              </a:rPr>
              <a:t>Custom video controls</a:t>
            </a:r>
            <a:endParaRPr lang="en-AU">
              <a:latin typeface="Poppins" panose="00000500000000000000" pitchFamily="2" charset="0"/>
              <a:cs typeface="Poppins" panose="00000500000000000000" pitchFamily="2" charset="0"/>
            </a:endParaRPr>
          </a:p>
          <a:p>
            <a:pPr>
              <a:buClr>
                <a:srgbClr val="FFFFFF"/>
              </a:buClr>
              <a:buFont typeface="Calibri"/>
              <a:buChar char="-"/>
            </a:pPr>
            <a:r>
              <a:rPr lang="en-AU" err="1">
                <a:latin typeface="Poppins"/>
                <a:cs typeface="Poppins"/>
              </a:rPr>
              <a:t>MoveNet</a:t>
            </a:r>
            <a:r>
              <a:rPr lang="en-AU">
                <a:latin typeface="Poppins"/>
                <a:cs typeface="Poppins"/>
              </a:rPr>
              <a:t> Tracking through Tensorflow.js</a:t>
            </a:r>
            <a:endParaRPr lang="en-AU">
              <a:latin typeface="Poppins" panose="00000500000000000000" pitchFamily="2" charset="0"/>
              <a:cs typeface="Poppins" panose="00000500000000000000" pitchFamily="2" charset="0"/>
            </a:endParaRPr>
          </a:p>
          <a:p>
            <a:pPr>
              <a:buClr>
                <a:srgbClr val="FFFFFF"/>
              </a:buClr>
              <a:buFont typeface="Calibri"/>
              <a:buChar char="-"/>
            </a:pPr>
            <a:r>
              <a:rPr lang="en-AU">
                <a:latin typeface="Poppins"/>
                <a:cs typeface="Poppins"/>
              </a:rPr>
              <a:t>17 skeleton  nodes</a:t>
            </a:r>
            <a:endParaRPr lang="en-AU" err="1">
              <a:latin typeface="Poppins" panose="00000500000000000000" pitchFamily="2" charset="0"/>
              <a:cs typeface="Poppins" panose="00000500000000000000" pitchFamily="2" charset="0"/>
            </a:endParaRPr>
          </a:p>
          <a:p>
            <a:pPr>
              <a:buClr>
                <a:srgbClr val="FFFFFF"/>
              </a:buClr>
              <a:buFont typeface="Calibri"/>
              <a:buChar char="-"/>
            </a:pPr>
            <a:r>
              <a:rPr lang="en-AU">
                <a:latin typeface="Poppins"/>
                <a:cs typeface="Poppins"/>
              </a:rPr>
              <a:t>Joint angle live calculations</a:t>
            </a:r>
            <a:endParaRPr lang="en-AU">
              <a:latin typeface="Poppins" panose="00000500000000000000" pitchFamily="2" charset="0"/>
              <a:cs typeface="Poppins" panose="00000500000000000000" pitchFamily="2" charset="0"/>
            </a:endParaRPr>
          </a:p>
          <a:p>
            <a:pPr>
              <a:buClr>
                <a:srgbClr val="FFFFFF"/>
              </a:buClr>
              <a:buFont typeface="Calibri"/>
              <a:buChar char="-"/>
            </a:pPr>
            <a:r>
              <a:rPr lang="en-AU">
                <a:latin typeface="Poppins"/>
                <a:cs typeface="Poppins"/>
              </a:rPr>
              <a:t>Runs locally in the browser</a:t>
            </a:r>
            <a:endParaRPr lang="en-AU">
              <a:latin typeface="Poppins" panose="00000500000000000000" pitchFamily="2" charset="0"/>
              <a:cs typeface="Poppins" panose="00000500000000000000" pitchFamily="2" charset="0"/>
            </a:endParaRPr>
          </a:p>
          <a:p>
            <a:pPr marL="0" indent="0">
              <a:buNone/>
            </a:pPr>
            <a:endParaRPr lang="en-AU">
              <a:latin typeface="Poppins" panose="00000500000000000000" pitchFamily="2" charset="0"/>
              <a:cs typeface="Poppins" panose="00000500000000000000" pitchFamily="2" charset="0"/>
            </a:endParaRPr>
          </a:p>
        </p:txBody>
      </p:sp>
      <p:pic>
        <p:nvPicPr>
          <p:cNvPr id="8" name="Picture 7">
            <a:extLst>
              <a:ext uri="{FF2B5EF4-FFF2-40B4-BE49-F238E27FC236}">
                <a16:creationId xmlns:a16="http://schemas.microsoft.com/office/drawing/2014/main" id="{0205B63D-7684-161A-D57B-236672203289}"/>
              </a:ext>
            </a:extLst>
          </p:cNvPr>
          <p:cNvPicPr>
            <a:picLocks noChangeAspect="1"/>
          </p:cNvPicPr>
          <p:nvPr/>
        </p:nvPicPr>
        <p:blipFill>
          <a:blip r:embed="rId3"/>
          <a:stretch>
            <a:fillRect/>
          </a:stretch>
        </p:blipFill>
        <p:spPr>
          <a:xfrm>
            <a:off x="11582934" y="6261418"/>
            <a:ext cx="479672" cy="479672"/>
          </a:xfrm>
          <a:prstGeom prst="rect">
            <a:avLst/>
          </a:prstGeom>
        </p:spPr>
      </p:pic>
      <p:pic>
        <p:nvPicPr>
          <p:cNvPr id="7" name="Picture 6">
            <a:extLst>
              <a:ext uri="{FF2B5EF4-FFF2-40B4-BE49-F238E27FC236}">
                <a16:creationId xmlns:a16="http://schemas.microsoft.com/office/drawing/2014/main" id="{E5206E88-A0FD-0863-B792-DAFE308500FE}"/>
              </a:ext>
            </a:extLst>
          </p:cNvPr>
          <p:cNvPicPr>
            <a:picLocks noChangeAspect="1"/>
          </p:cNvPicPr>
          <p:nvPr/>
        </p:nvPicPr>
        <p:blipFill>
          <a:blip r:embed="rId4"/>
          <a:stretch>
            <a:fillRect/>
          </a:stretch>
        </p:blipFill>
        <p:spPr>
          <a:xfrm>
            <a:off x="5677852" y="269557"/>
            <a:ext cx="6282055" cy="5841365"/>
          </a:xfrm>
          <a:prstGeom prst="rect">
            <a:avLst/>
          </a:prstGeom>
        </p:spPr>
      </p:pic>
    </p:spTree>
    <p:extLst>
      <p:ext uri="{BB962C8B-B14F-4D97-AF65-F5344CB8AC3E}">
        <p14:creationId xmlns:p14="http://schemas.microsoft.com/office/powerpoint/2010/main" val="7054046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5AFA8-6661-CD2A-C379-DC758DA18EF5}"/>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04CCABA3-74B6-31FD-9023-5DFED71BED3B}"/>
              </a:ext>
            </a:extLst>
          </p:cNvPr>
          <p:cNvSpPr>
            <a:spLocks noGrp="1"/>
          </p:cNvSpPr>
          <p:nvPr>
            <p:ph type="title"/>
          </p:nvPr>
        </p:nvSpPr>
        <p:spPr>
          <a:xfrm>
            <a:off x="685801" y="589280"/>
            <a:ext cx="10476865" cy="1507067"/>
          </a:xfrm>
        </p:spPr>
        <p:txBody>
          <a:bodyPr>
            <a:noAutofit/>
          </a:bodyPr>
          <a:lstStyle/>
          <a:p>
            <a:r>
              <a:rPr lang="en-US" sz="4000" b="1">
                <a:latin typeface="Poppins"/>
                <a:cs typeface="Poppins"/>
              </a:rPr>
              <a:t>Processing Pipeline – IMU Data</a:t>
            </a:r>
            <a:endParaRPr lang="en-US" sz="4000" b="1">
              <a:latin typeface="Poppins" panose="00000500000000000000" pitchFamily="2" charset="0"/>
              <a:cs typeface="Poppins" panose="00000500000000000000" pitchFamily="2" charset="0"/>
            </a:endParaRPr>
          </a:p>
        </p:txBody>
      </p:sp>
      <p:sp>
        <p:nvSpPr>
          <p:cNvPr id="3" name="Platshållare för innehåll 2">
            <a:extLst>
              <a:ext uri="{FF2B5EF4-FFF2-40B4-BE49-F238E27FC236}">
                <a16:creationId xmlns:a16="http://schemas.microsoft.com/office/drawing/2014/main" id="{549BC11B-3D31-5EEC-9BCB-CA25D6C716FE}"/>
              </a:ext>
            </a:extLst>
          </p:cNvPr>
          <p:cNvSpPr>
            <a:spLocks noGrp="1"/>
          </p:cNvSpPr>
          <p:nvPr>
            <p:ph idx="1"/>
          </p:nvPr>
        </p:nvSpPr>
        <p:spPr>
          <a:xfrm>
            <a:off x="299721" y="2294467"/>
            <a:ext cx="5319427" cy="6011237"/>
          </a:xfrm>
        </p:spPr>
        <p:txBody>
          <a:bodyPr vert="horz" lIns="91440" tIns="45720" rIns="91440" bIns="45720" rtlCol="0" anchor="t">
            <a:normAutofit/>
          </a:bodyPr>
          <a:lstStyle/>
          <a:p>
            <a:pPr marL="0" indent="0">
              <a:buNone/>
            </a:pPr>
            <a:r>
              <a:rPr lang="en-AU">
                <a:latin typeface="Poppins"/>
                <a:cs typeface="Poppins"/>
              </a:rPr>
              <a:t>Step 1: Detect Sample Rate/Gyroscope Unit Detection</a:t>
            </a:r>
            <a:endParaRPr lang="en-AU">
              <a:latin typeface="Poppins" panose="00000500000000000000" pitchFamily="2" charset="0"/>
              <a:cs typeface="Poppins" panose="00000500000000000000" pitchFamily="2" charset="0"/>
            </a:endParaRPr>
          </a:p>
          <a:p>
            <a:pPr>
              <a:buFont typeface="Calibri"/>
              <a:buChar char="-"/>
            </a:pPr>
            <a:r>
              <a:rPr lang="en-AU">
                <a:latin typeface="Poppins"/>
                <a:cs typeface="Poppins"/>
              </a:rPr>
              <a:t>Sample Rate based on the Median Interval</a:t>
            </a:r>
          </a:p>
          <a:p>
            <a:pPr>
              <a:buClr>
                <a:srgbClr val="FFFFFF"/>
              </a:buClr>
              <a:buFont typeface="Calibri"/>
              <a:buChar char="-"/>
            </a:pPr>
            <a:r>
              <a:rPr lang="en-AU">
                <a:latin typeface="Poppins"/>
                <a:cs typeface="Poppins"/>
              </a:rPr>
              <a:t>Gyroscope can be deg/s or rad/s</a:t>
            </a:r>
          </a:p>
          <a:p>
            <a:pPr marL="0" indent="0">
              <a:buClr>
                <a:srgbClr val="FFFFFF"/>
              </a:buClr>
              <a:buNone/>
            </a:pPr>
            <a:r>
              <a:rPr lang="en-AU">
                <a:latin typeface="Poppins"/>
                <a:cs typeface="Poppins"/>
              </a:rPr>
              <a:t>Step 2: Magnetometer Bias Removal</a:t>
            </a:r>
          </a:p>
          <a:p>
            <a:pPr>
              <a:buFont typeface="Calibri"/>
              <a:buChar char="-"/>
            </a:pPr>
            <a:r>
              <a:rPr lang="en-AU">
                <a:latin typeface="Poppins"/>
                <a:cs typeface="Poppins"/>
              </a:rPr>
              <a:t>Median of full data is subtracted</a:t>
            </a:r>
          </a:p>
          <a:p>
            <a:pPr marL="0" indent="0">
              <a:buClr>
                <a:srgbClr val="FFFFFF"/>
              </a:buClr>
              <a:buNone/>
            </a:pPr>
            <a:r>
              <a:rPr lang="en-AU">
                <a:latin typeface="Poppins"/>
                <a:cs typeface="Poppins"/>
              </a:rPr>
              <a:t>Step 3: Sensor Fusion</a:t>
            </a:r>
          </a:p>
          <a:p>
            <a:pPr>
              <a:buFont typeface="Calibri"/>
              <a:buChar char="-"/>
            </a:pPr>
            <a:r>
              <a:rPr lang="en-AU">
                <a:latin typeface="Poppins"/>
                <a:cs typeface="Poppins"/>
              </a:rPr>
              <a:t>Madgwick Algorithm – AHRS Toolbox</a:t>
            </a:r>
          </a:p>
          <a:p>
            <a:pPr marL="0" indent="0">
              <a:buNone/>
            </a:pPr>
            <a:endParaRPr lang="en-AU">
              <a:latin typeface="Poppins"/>
              <a:cs typeface="Poppins"/>
            </a:endParaRPr>
          </a:p>
          <a:p>
            <a:pPr marL="0" indent="0">
              <a:buClr>
                <a:prstClr val="white"/>
              </a:buClr>
              <a:buNone/>
            </a:pPr>
            <a:endParaRPr lang="en-AU">
              <a:latin typeface="Poppins" panose="00000500000000000000" pitchFamily="2" charset="0"/>
              <a:cs typeface="Poppins" panose="00000500000000000000" pitchFamily="2" charset="0"/>
            </a:endParaRPr>
          </a:p>
        </p:txBody>
      </p:sp>
      <p:pic>
        <p:nvPicPr>
          <p:cNvPr id="8" name="Picture 7">
            <a:extLst>
              <a:ext uri="{FF2B5EF4-FFF2-40B4-BE49-F238E27FC236}">
                <a16:creationId xmlns:a16="http://schemas.microsoft.com/office/drawing/2014/main" id="{0DC158CA-A95D-072F-7337-3561A341664F}"/>
              </a:ext>
            </a:extLst>
          </p:cNvPr>
          <p:cNvPicPr>
            <a:picLocks noChangeAspect="1"/>
          </p:cNvPicPr>
          <p:nvPr/>
        </p:nvPicPr>
        <p:blipFill>
          <a:blip r:embed="rId3"/>
          <a:stretch>
            <a:fillRect/>
          </a:stretch>
        </p:blipFill>
        <p:spPr>
          <a:xfrm>
            <a:off x="11582934" y="6261418"/>
            <a:ext cx="479672" cy="479672"/>
          </a:xfrm>
          <a:prstGeom prst="rect">
            <a:avLst/>
          </a:prstGeom>
        </p:spPr>
      </p:pic>
      <p:pic>
        <p:nvPicPr>
          <p:cNvPr id="9" name="Picture 8">
            <a:extLst>
              <a:ext uri="{FF2B5EF4-FFF2-40B4-BE49-F238E27FC236}">
                <a16:creationId xmlns:a16="http://schemas.microsoft.com/office/drawing/2014/main" id="{8072F647-A52B-AC66-115B-1515C250C985}"/>
              </a:ext>
            </a:extLst>
          </p:cNvPr>
          <p:cNvPicPr>
            <a:picLocks noChangeAspect="1"/>
          </p:cNvPicPr>
          <p:nvPr/>
        </p:nvPicPr>
        <p:blipFill>
          <a:blip r:embed="rId4"/>
          <a:stretch>
            <a:fillRect/>
          </a:stretch>
        </p:blipFill>
        <p:spPr>
          <a:xfrm>
            <a:off x="5617845" y="1808480"/>
            <a:ext cx="6249670" cy="4145280"/>
          </a:xfrm>
          <a:prstGeom prst="rect">
            <a:avLst/>
          </a:prstGeom>
        </p:spPr>
      </p:pic>
    </p:spTree>
    <p:extLst>
      <p:ext uri="{BB962C8B-B14F-4D97-AF65-F5344CB8AC3E}">
        <p14:creationId xmlns:p14="http://schemas.microsoft.com/office/powerpoint/2010/main" val="16155387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F51E6-DD3D-1F23-95F3-91197B8FEE79}"/>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D2B465E9-927D-5EF6-D95E-0A2A88D227FF}"/>
              </a:ext>
            </a:extLst>
          </p:cNvPr>
          <p:cNvSpPr>
            <a:spLocks noGrp="1"/>
          </p:cNvSpPr>
          <p:nvPr>
            <p:ph type="title"/>
          </p:nvPr>
        </p:nvSpPr>
        <p:spPr>
          <a:xfrm>
            <a:off x="685801" y="609600"/>
            <a:ext cx="11137265" cy="1456267"/>
          </a:xfrm>
        </p:spPr>
        <p:txBody>
          <a:bodyPr>
            <a:noAutofit/>
          </a:bodyPr>
          <a:lstStyle/>
          <a:p>
            <a:r>
              <a:rPr lang="en-US" sz="4000" b="1">
                <a:latin typeface="Poppins"/>
                <a:cs typeface="Poppins"/>
              </a:rPr>
              <a:t>Processing Pipeline – IMU Data</a:t>
            </a:r>
            <a:endParaRPr lang="en-US" sz="4000" b="1">
              <a:latin typeface="Poppins" panose="00000500000000000000" pitchFamily="2" charset="0"/>
              <a:cs typeface="Poppins" panose="00000500000000000000" pitchFamily="2" charset="0"/>
            </a:endParaRPr>
          </a:p>
        </p:txBody>
      </p:sp>
      <p:sp>
        <p:nvSpPr>
          <p:cNvPr id="3" name="Platshållare för innehåll 2">
            <a:extLst>
              <a:ext uri="{FF2B5EF4-FFF2-40B4-BE49-F238E27FC236}">
                <a16:creationId xmlns:a16="http://schemas.microsoft.com/office/drawing/2014/main" id="{D1E1641F-6008-74ED-0B33-DDEE9618CE83}"/>
              </a:ext>
            </a:extLst>
          </p:cNvPr>
          <p:cNvSpPr>
            <a:spLocks noGrp="1"/>
          </p:cNvSpPr>
          <p:nvPr>
            <p:ph idx="1"/>
          </p:nvPr>
        </p:nvSpPr>
        <p:spPr>
          <a:xfrm>
            <a:off x="391161" y="2142067"/>
            <a:ext cx="4862227" cy="6011237"/>
          </a:xfrm>
        </p:spPr>
        <p:txBody>
          <a:bodyPr vert="horz" lIns="91440" tIns="45720" rIns="91440" bIns="45720" rtlCol="0" anchor="t">
            <a:normAutofit/>
          </a:bodyPr>
          <a:lstStyle/>
          <a:p>
            <a:pPr marL="0" indent="0">
              <a:buNone/>
            </a:pPr>
            <a:r>
              <a:rPr lang="en-AU">
                <a:latin typeface="Poppins"/>
                <a:cs typeface="Poppins"/>
              </a:rPr>
              <a:t>Step 4: Gravity Removal</a:t>
            </a:r>
          </a:p>
          <a:p>
            <a:pPr>
              <a:buClr>
                <a:srgbClr val="FFFFFF"/>
              </a:buClr>
              <a:buFont typeface="Calibri"/>
              <a:buChar char="-"/>
            </a:pPr>
            <a:r>
              <a:rPr lang="en-AU" err="1">
                <a:latin typeface="Poppins"/>
                <a:cs typeface="Poppins"/>
              </a:rPr>
              <a:t>Quartenion</a:t>
            </a:r>
            <a:r>
              <a:rPr lang="en-AU">
                <a:latin typeface="Poppins"/>
                <a:cs typeface="Poppins"/>
              </a:rPr>
              <a:t> based</a:t>
            </a:r>
            <a:endParaRPr lang="en-AU">
              <a:latin typeface="Poppins"/>
              <a:ea typeface="Calibri"/>
              <a:cs typeface="Poppins"/>
            </a:endParaRPr>
          </a:p>
          <a:p>
            <a:pPr marL="0" indent="0">
              <a:buNone/>
            </a:pPr>
            <a:r>
              <a:rPr lang="en-AU">
                <a:latin typeface="Poppins" panose="00000500000000000000" pitchFamily="2" charset="0"/>
                <a:cs typeface="Poppins" panose="00000500000000000000" pitchFamily="2" charset="0"/>
              </a:rPr>
              <a:t>Step 5: Zero Velocity Update (ZUPT)</a:t>
            </a:r>
            <a:endParaRPr lang="en-AU"/>
          </a:p>
          <a:p>
            <a:pPr>
              <a:buClr>
                <a:srgbClr val="FFFFFF"/>
              </a:buClr>
              <a:buFont typeface="Calibri"/>
              <a:buChar char="-"/>
            </a:pPr>
            <a:r>
              <a:rPr lang="en-AU">
                <a:latin typeface="Poppins" panose="00000500000000000000" pitchFamily="2" charset="0"/>
                <a:cs typeface="Poppins" panose="00000500000000000000" pitchFamily="2" charset="0"/>
              </a:rPr>
              <a:t>Thresholds:</a:t>
            </a:r>
            <a:endParaRPr lang="en-AU"/>
          </a:p>
          <a:p>
            <a:pPr lvl="1">
              <a:buClr>
                <a:srgbClr val="FFFFFF"/>
              </a:buClr>
              <a:buFont typeface="Courier New"/>
              <a:buChar char="o"/>
            </a:pPr>
            <a:r>
              <a:rPr lang="en-AU">
                <a:latin typeface="Poppins" panose="00000500000000000000" pitchFamily="2" charset="0"/>
                <a:cs typeface="Poppins" panose="00000500000000000000" pitchFamily="2" charset="0"/>
              </a:rPr>
              <a:t>&lt;8 deg/s Gyroscope Magnitude</a:t>
            </a:r>
            <a:endParaRPr lang="en-AU"/>
          </a:p>
          <a:p>
            <a:pPr lvl="1">
              <a:buClr>
                <a:srgbClr val="FFFFFF"/>
              </a:buClr>
              <a:buFont typeface="Courier New"/>
              <a:buChar char="o"/>
            </a:pPr>
            <a:r>
              <a:rPr lang="en-AU">
                <a:latin typeface="Poppins" panose="00000500000000000000" pitchFamily="2" charset="0"/>
                <a:cs typeface="Poppins" panose="00000500000000000000" pitchFamily="2" charset="0"/>
              </a:rPr>
              <a:t>0.8-1.2G Acceleration</a:t>
            </a:r>
            <a:endParaRPr lang="en-AU"/>
          </a:p>
          <a:p>
            <a:pPr lvl="1">
              <a:buClr>
                <a:srgbClr val="FFFFFF"/>
              </a:buClr>
              <a:buFont typeface="Courier New"/>
              <a:buChar char="o"/>
            </a:pPr>
            <a:r>
              <a:rPr lang="en-AU">
                <a:latin typeface="Poppins" panose="00000500000000000000" pitchFamily="2" charset="0"/>
                <a:cs typeface="Poppins" panose="00000500000000000000" pitchFamily="2" charset="0"/>
              </a:rPr>
              <a:t>8 Consecutive Timestamps</a:t>
            </a:r>
            <a:endParaRPr lang="en-AU"/>
          </a:p>
          <a:p>
            <a:pPr marL="0" indent="0">
              <a:buNone/>
            </a:pPr>
            <a:r>
              <a:rPr lang="en-AU">
                <a:latin typeface="Poppins" panose="00000500000000000000" pitchFamily="2" charset="0"/>
                <a:cs typeface="Poppins" panose="00000500000000000000" pitchFamily="2" charset="0"/>
              </a:rPr>
              <a:t>Step 6: Low Pass Filter</a:t>
            </a:r>
          </a:p>
          <a:p>
            <a:pPr>
              <a:buClr>
                <a:srgbClr val="FFFFFF"/>
              </a:buClr>
              <a:buFont typeface="Calibri"/>
              <a:buChar char="-"/>
            </a:pPr>
            <a:r>
              <a:rPr lang="en-AU">
                <a:latin typeface="Poppins"/>
                <a:cs typeface="Poppins"/>
              </a:rPr>
              <a:t>First Order 20Hz IIR Filter applied to the raw data</a:t>
            </a:r>
          </a:p>
          <a:p>
            <a:pPr marL="0" indent="0">
              <a:buClr>
                <a:prstClr val="white"/>
              </a:buClr>
              <a:buNone/>
            </a:pPr>
            <a:endParaRPr lang="en-AU">
              <a:latin typeface="Poppins" panose="00000500000000000000" pitchFamily="2" charset="0"/>
              <a:cs typeface="Poppins" panose="00000500000000000000" pitchFamily="2" charset="0"/>
            </a:endParaRPr>
          </a:p>
        </p:txBody>
      </p:sp>
      <p:pic>
        <p:nvPicPr>
          <p:cNvPr id="8" name="Picture 7">
            <a:extLst>
              <a:ext uri="{FF2B5EF4-FFF2-40B4-BE49-F238E27FC236}">
                <a16:creationId xmlns:a16="http://schemas.microsoft.com/office/drawing/2014/main" id="{5AD80D2B-38B6-776E-050B-BF52425D0395}"/>
              </a:ext>
            </a:extLst>
          </p:cNvPr>
          <p:cNvPicPr>
            <a:picLocks noChangeAspect="1"/>
          </p:cNvPicPr>
          <p:nvPr/>
        </p:nvPicPr>
        <p:blipFill>
          <a:blip r:embed="rId3"/>
          <a:stretch>
            <a:fillRect/>
          </a:stretch>
        </p:blipFill>
        <p:spPr>
          <a:xfrm>
            <a:off x="11582934" y="6261418"/>
            <a:ext cx="479672" cy="479672"/>
          </a:xfrm>
          <a:prstGeom prst="rect">
            <a:avLst/>
          </a:prstGeom>
        </p:spPr>
      </p:pic>
      <p:pic>
        <p:nvPicPr>
          <p:cNvPr id="9" name="Picture 8">
            <a:extLst>
              <a:ext uri="{FF2B5EF4-FFF2-40B4-BE49-F238E27FC236}">
                <a16:creationId xmlns:a16="http://schemas.microsoft.com/office/drawing/2014/main" id="{505E922E-57AC-B7DA-32DE-52944108AAAE}"/>
              </a:ext>
            </a:extLst>
          </p:cNvPr>
          <p:cNvPicPr>
            <a:picLocks noChangeAspect="1"/>
          </p:cNvPicPr>
          <p:nvPr/>
        </p:nvPicPr>
        <p:blipFill>
          <a:blip r:embed="rId4"/>
          <a:stretch>
            <a:fillRect/>
          </a:stretch>
        </p:blipFill>
        <p:spPr>
          <a:xfrm>
            <a:off x="5247576" y="1635760"/>
            <a:ext cx="6726049" cy="4439920"/>
          </a:xfrm>
          <a:prstGeom prst="rect">
            <a:avLst/>
          </a:prstGeom>
        </p:spPr>
      </p:pic>
    </p:spTree>
    <p:extLst>
      <p:ext uri="{BB962C8B-B14F-4D97-AF65-F5344CB8AC3E}">
        <p14:creationId xmlns:p14="http://schemas.microsoft.com/office/powerpoint/2010/main" val="38685916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7A764-DEE7-754D-9CDC-EE12D32B561B}"/>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BF1789CD-C100-0A32-D96F-73F630FA498F}"/>
              </a:ext>
            </a:extLst>
          </p:cNvPr>
          <p:cNvSpPr>
            <a:spLocks noGrp="1"/>
          </p:cNvSpPr>
          <p:nvPr>
            <p:ph type="title"/>
          </p:nvPr>
        </p:nvSpPr>
        <p:spPr>
          <a:xfrm>
            <a:off x="685801" y="609600"/>
            <a:ext cx="5518785" cy="1456267"/>
          </a:xfrm>
        </p:spPr>
        <p:txBody>
          <a:bodyPr>
            <a:noAutofit/>
          </a:bodyPr>
          <a:lstStyle/>
          <a:p>
            <a:r>
              <a:rPr lang="en-US" sz="4000" b="1">
                <a:latin typeface="Poppins"/>
                <a:cs typeface="Poppins"/>
              </a:rPr>
              <a:t>Processing Pipeline – Plotting</a:t>
            </a:r>
            <a:endParaRPr lang="en-US" sz="4000" b="1">
              <a:latin typeface="Poppins" panose="00000500000000000000" pitchFamily="2" charset="0"/>
              <a:cs typeface="Poppins" panose="00000500000000000000" pitchFamily="2" charset="0"/>
            </a:endParaRPr>
          </a:p>
        </p:txBody>
      </p:sp>
      <p:pic>
        <p:nvPicPr>
          <p:cNvPr id="8" name="Picture 7">
            <a:extLst>
              <a:ext uri="{FF2B5EF4-FFF2-40B4-BE49-F238E27FC236}">
                <a16:creationId xmlns:a16="http://schemas.microsoft.com/office/drawing/2014/main" id="{0C8338FD-F58C-2952-DA4A-4FC2BE4B1E87}"/>
              </a:ext>
            </a:extLst>
          </p:cNvPr>
          <p:cNvPicPr>
            <a:picLocks noChangeAspect="1"/>
          </p:cNvPicPr>
          <p:nvPr/>
        </p:nvPicPr>
        <p:blipFill>
          <a:blip r:embed="rId3"/>
          <a:stretch>
            <a:fillRect/>
          </a:stretch>
        </p:blipFill>
        <p:spPr>
          <a:xfrm>
            <a:off x="11582934" y="6261418"/>
            <a:ext cx="479672" cy="479672"/>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B1923890-E12D-FA3F-BF4F-E3ABB143834E}"/>
              </a:ext>
            </a:extLst>
          </p:cNvPr>
          <p:cNvPicPr>
            <a:picLocks noChangeAspect="1"/>
          </p:cNvPicPr>
          <p:nvPr/>
        </p:nvPicPr>
        <p:blipFill>
          <a:blip r:embed="rId4"/>
          <a:stretch>
            <a:fillRect/>
          </a:stretch>
        </p:blipFill>
        <p:spPr>
          <a:xfrm>
            <a:off x="7368419" y="130298"/>
            <a:ext cx="4689865" cy="1933184"/>
          </a:xfrm>
          <a:prstGeom prst="rect">
            <a:avLst/>
          </a:prstGeom>
        </p:spPr>
      </p:pic>
      <p:pic>
        <p:nvPicPr>
          <p:cNvPr id="6" name="Picture 5" descr="A screenshot of a cell phone&#10;&#10;AI-generated content may be incorrect.">
            <a:extLst>
              <a:ext uri="{FF2B5EF4-FFF2-40B4-BE49-F238E27FC236}">
                <a16:creationId xmlns:a16="http://schemas.microsoft.com/office/drawing/2014/main" id="{E4A5B499-8D56-F43A-23ED-2589623E1148}"/>
              </a:ext>
            </a:extLst>
          </p:cNvPr>
          <p:cNvPicPr>
            <a:picLocks noChangeAspect="1"/>
          </p:cNvPicPr>
          <p:nvPr/>
        </p:nvPicPr>
        <p:blipFill>
          <a:blip r:embed="rId5"/>
          <a:stretch>
            <a:fillRect/>
          </a:stretch>
        </p:blipFill>
        <p:spPr>
          <a:xfrm>
            <a:off x="7993673" y="2603011"/>
            <a:ext cx="3837940" cy="4132580"/>
          </a:xfrm>
          <a:prstGeom prst="rect">
            <a:avLst/>
          </a:prstGeom>
        </p:spPr>
      </p:pic>
      <p:pic>
        <p:nvPicPr>
          <p:cNvPr id="7" name="Picture 6" descr="A screenshot of a graph&#10;&#10;AI-generated content may be incorrect.">
            <a:extLst>
              <a:ext uri="{FF2B5EF4-FFF2-40B4-BE49-F238E27FC236}">
                <a16:creationId xmlns:a16="http://schemas.microsoft.com/office/drawing/2014/main" id="{D2208BA8-287B-8F66-F09D-B1FCA97CA064}"/>
              </a:ext>
            </a:extLst>
          </p:cNvPr>
          <p:cNvPicPr>
            <a:picLocks noChangeAspect="1"/>
          </p:cNvPicPr>
          <p:nvPr/>
        </p:nvPicPr>
        <p:blipFill>
          <a:blip r:embed="rId6"/>
          <a:stretch>
            <a:fillRect/>
          </a:stretch>
        </p:blipFill>
        <p:spPr>
          <a:xfrm>
            <a:off x="456541" y="2057865"/>
            <a:ext cx="6664715" cy="4557004"/>
          </a:xfrm>
          <a:prstGeom prst="rect">
            <a:avLst/>
          </a:prstGeom>
        </p:spPr>
      </p:pic>
    </p:spTree>
    <p:extLst>
      <p:ext uri="{BB962C8B-B14F-4D97-AF65-F5344CB8AC3E}">
        <p14:creationId xmlns:p14="http://schemas.microsoft.com/office/powerpoint/2010/main" val="9982589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5D8190C-7FD6-66CE-952F-6A4786E9A44B}"/>
              </a:ext>
            </a:extLst>
          </p:cNvPr>
          <p:cNvSpPr>
            <a:spLocks noGrp="1"/>
          </p:cNvSpPr>
          <p:nvPr>
            <p:ph type="title"/>
          </p:nvPr>
        </p:nvSpPr>
        <p:spPr>
          <a:xfrm>
            <a:off x="685801" y="175549"/>
            <a:ext cx="10131425" cy="1456267"/>
          </a:xfrm>
        </p:spPr>
        <p:txBody>
          <a:bodyPr/>
          <a:lstStyle/>
          <a:p>
            <a:r>
              <a:rPr lang="sv-SE" b="1">
                <a:solidFill>
                  <a:srgbClr val="FFFFFF"/>
                </a:solidFill>
                <a:latin typeface="Poppins"/>
                <a:ea typeface="Calibri Light"/>
                <a:cs typeface="Poppins"/>
              </a:rPr>
              <a:t>Metrics</a:t>
            </a:r>
          </a:p>
        </p:txBody>
      </p:sp>
      <p:sp>
        <p:nvSpPr>
          <p:cNvPr id="4" name="textruta 3">
            <a:extLst>
              <a:ext uri="{FF2B5EF4-FFF2-40B4-BE49-F238E27FC236}">
                <a16:creationId xmlns:a16="http://schemas.microsoft.com/office/drawing/2014/main" id="{C72D4B13-1152-06DA-A4D2-AB1BA34357B8}"/>
              </a:ext>
            </a:extLst>
          </p:cNvPr>
          <p:cNvSpPr txBox="1"/>
          <p:nvPr/>
        </p:nvSpPr>
        <p:spPr>
          <a:xfrm>
            <a:off x="689196" y="1628648"/>
            <a:ext cx="7370930"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400">
                <a:ea typeface="Calibri"/>
                <a:cs typeface="Calibri"/>
              </a:rPr>
              <a:t>Acceleration:</a:t>
            </a:r>
            <a:endParaRPr lang="sv-SE" sz="2400"/>
          </a:p>
          <a:p>
            <a:pPr marL="742950" lvl="1" indent="-285750">
              <a:buFont typeface="Arial"/>
              <a:buChar char="•"/>
            </a:pPr>
            <a:r>
              <a:rPr lang="sv-SE">
                <a:ea typeface="Calibri"/>
                <a:cs typeface="Calibri"/>
              </a:rPr>
              <a:t>Peak acceleration</a:t>
            </a:r>
          </a:p>
          <a:p>
            <a:pPr marL="742950" lvl="1" indent="-285750">
              <a:buFont typeface="Arial"/>
              <a:buChar char="•"/>
            </a:pPr>
            <a:r>
              <a:rPr lang="sv-SE">
                <a:ea typeface="Calibri"/>
                <a:cs typeface="Calibri"/>
              </a:rPr>
              <a:t>Mean acceleration</a:t>
            </a:r>
          </a:p>
          <a:p>
            <a:pPr marL="742950" lvl="1" indent="-285750">
              <a:buFont typeface="Arial"/>
              <a:buChar char="•"/>
            </a:pPr>
            <a:r>
              <a:rPr lang="sv-SE">
                <a:ea typeface="Calibri"/>
                <a:cs typeface="Calibri"/>
              </a:rPr>
              <a:t>Peak jerk</a:t>
            </a:r>
          </a:p>
        </p:txBody>
      </p:sp>
      <p:sp>
        <p:nvSpPr>
          <p:cNvPr id="7" name="textruta 6">
            <a:extLst>
              <a:ext uri="{FF2B5EF4-FFF2-40B4-BE49-F238E27FC236}">
                <a16:creationId xmlns:a16="http://schemas.microsoft.com/office/drawing/2014/main" id="{46E3402C-3D17-FFA0-E56D-38AFD08487DC}"/>
              </a:ext>
            </a:extLst>
          </p:cNvPr>
          <p:cNvSpPr txBox="1"/>
          <p:nvPr/>
        </p:nvSpPr>
        <p:spPr>
          <a:xfrm>
            <a:off x="689195" y="2921154"/>
            <a:ext cx="7370930"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400">
                <a:ea typeface="Calibri"/>
                <a:cs typeface="Calibri"/>
              </a:rPr>
              <a:t>Velocity and distance:</a:t>
            </a:r>
            <a:endParaRPr lang="sv-SE" sz="2400"/>
          </a:p>
          <a:p>
            <a:pPr marL="742950" lvl="1" indent="-285750">
              <a:buFont typeface="Arial"/>
              <a:buChar char="•"/>
            </a:pPr>
            <a:r>
              <a:rPr lang="sv-SE">
                <a:ea typeface="Calibri"/>
                <a:cs typeface="Calibri"/>
              </a:rPr>
              <a:t>Peak velocity</a:t>
            </a:r>
          </a:p>
          <a:p>
            <a:pPr marL="742950" lvl="1" indent="-285750">
              <a:buFont typeface="Arial"/>
              <a:buChar char="•"/>
            </a:pPr>
            <a:r>
              <a:rPr lang="sv-SE">
                <a:ea typeface="Calibri"/>
                <a:cs typeface="Calibri"/>
              </a:rPr>
              <a:t>Mean velocity</a:t>
            </a:r>
          </a:p>
          <a:p>
            <a:pPr marL="742950" lvl="1" indent="-285750">
              <a:buFont typeface="Arial"/>
              <a:buChar char="•"/>
            </a:pPr>
            <a:r>
              <a:rPr lang="sv-SE">
                <a:ea typeface="Calibri"/>
                <a:cs typeface="Calibri"/>
              </a:rPr>
              <a:t>Total distance</a:t>
            </a:r>
          </a:p>
        </p:txBody>
      </p:sp>
      <p:sp>
        <p:nvSpPr>
          <p:cNvPr id="8" name="textruta 7">
            <a:extLst>
              <a:ext uri="{FF2B5EF4-FFF2-40B4-BE49-F238E27FC236}">
                <a16:creationId xmlns:a16="http://schemas.microsoft.com/office/drawing/2014/main" id="{26644212-D939-59FE-3ABD-42CC9C2B9046}"/>
              </a:ext>
            </a:extLst>
          </p:cNvPr>
          <p:cNvSpPr txBox="1"/>
          <p:nvPr/>
        </p:nvSpPr>
        <p:spPr>
          <a:xfrm>
            <a:off x="689194" y="4213659"/>
            <a:ext cx="737093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400">
                <a:ea typeface="Calibri"/>
                <a:cs typeface="Calibri"/>
              </a:rPr>
              <a:t>Angular velocity:</a:t>
            </a:r>
            <a:endParaRPr lang="sv-SE" sz="2400"/>
          </a:p>
          <a:p>
            <a:pPr marL="742950" lvl="1" indent="-285750">
              <a:buFont typeface="Arial"/>
              <a:buChar char="•"/>
            </a:pPr>
            <a:r>
              <a:rPr lang="sv-SE">
                <a:ea typeface="Calibri"/>
                <a:cs typeface="Calibri"/>
              </a:rPr>
              <a:t>Peak angular velocity</a:t>
            </a:r>
          </a:p>
          <a:p>
            <a:pPr marL="742950" lvl="1" indent="-285750">
              <a:buFont typeface="Arial"/>
              <a:buChar char="•"/>
            </a:pPr>
            <a:r>
              <a:rPr lang="sv-SE">
                <a:ea typeface="Calibri"/>
                <a:cs typeface="Calibri"/>
              </a:rPr>
              <a:t>Mean angular velocity</a:t>
            </a:r>
          </a:p>
        </p:txBody>
      </p:sp>
      <p:sp>
        <p:nvSpPr>
          <p:cNvPr id="9" name="textruta 8">
            <a:extLst>
              <a:ext uri="{FF2B5EF4-FFF2-40B4-BE49-F238E27FC236}">
                <a16:creationId xmlns:a16="http://schemas.microsoft.com/office/drawing/2014/main" id="{0C446679-5E8A-C908-B044-9E3F7216BB1E}"/>
              </a:ext>
            </a:extLst>
          </p:cNvPr>
          <p:cNvSpPr txBox="1"/>
          <p:nvPr/>
        </p:nvSpPr>
        <p:spPr>
          <a:xfrm>
            <a:off x="689196" y="5226445"/>
            <a:ext cx="7370930"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400" err="1">
                <a:ea typeface="Calibri"/>
                <a:cs typeface="Calibri"/>
              </a:rPr>
              <a:t>Other</a:t>
            </a:r>
            <a:r>
              <a:rPr lang="sv-SE" sz="2400">
                <a:ea typeface="Calibri"/>
                <a:cs typeface="Calibri"/>
              </a:rPr>
              <a:t>:</a:t>
            </a:r>
            <a:endParaRPr lang="sv-SE" sz="2400"/>
          </a:p>
          <a:p>
            <a:pPr marL="742950" lvl="1" indent="-285750">
              <a:buFont typeface="Arial"/>
              <a:buChar char="•"/>
            </a:pPr>
            <a:r>
              <a:rPr lang="sv-SE">
                <a:ea typeface="Calibri"/>
                <a:cs typeface="Calibri"/>
              </a:rPr>
              <a:t>Roll and pitch</a:t>
            </a:r>
          </a:p>
          <a:p>
            <a:pPr marL="742950" lvl="1" indent="-285750">
              <a:buFont typeface="Arial"/>
              <a:buChar char="•"/>
            </a:pPr>
            <a:r>
              <a:rPr lang="sv-SE" err="1">
                <a:solidFill>
                  <a:srgbClr val="FFFFFF"/>
                </a:solidFill>
                <a:latin typeface="Calibri"/>
                <a:ea typeface="Calibri"/>
                <a:cs typeface="Calibri"/>
              </a:rPr>
              <a:t>Cadence</a:t>
            </a:r>
            <a:endParaRPr lang="sv-SE" err="1">
              <a:ea typeface="Calibri"/>
              <a:cs typeface="Calibri"/>
            </a:endParaRPr>
          </a:p>
          <a:p>
            <a:pPr marL="742950" lvl="1" indent="-285750">
              <a:buFont typeface="Arial"/>
              <a:buChar char="•"/>
            </a:pPr>
            <a:r>
              <a:rPr lang="sv-SE" err="1">
                <a:ea typeface="Calibri"/>
                <a:cs typeface="Calibri"/>
              </a:rPr>
              <a:t>Impulse</a:t>
            </a:r>
          </a:p>
        </p:txBody>
      </p:sp>
    </p:spTree>
    <p:extLst>
      <p:ext uri="{BB962C8B-B14F-4D97-AF65-F5344CB8AC3E}">
        <p14:creationId xmlns:p14="http://schemas.microsoft.com/office/powerpoint/2010/main" val="3471860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C3C28CE-C639-CD8B-DF30-D0BAD2D3E45B}"/>
              </a:ext>
            </a:extLst>
          </p:cNvPr>
          <p:cNvSpPr>
            <a:spLocks noGrp="1"/>
          </p:cNvSpPr>
          <p:nvPr>
            <p:ph type="title"/>
          </p:nvPr>
        </p:nvSpPr>
        <p:spPr>
          <a:xfrm>
            <a:off x="627928" y="185195"/>
            <a:ext cx="10131425" cy="1456267"/>
          </a:xfrm>
        </p:spPr>
        <p:txBody>
          <a:bodyPr/>
          <a:lstStyle/>
          <a:p>
            <a:r>
              <a:rPr lang="sv-SE" b="1">
                <a:latin typeface="Poppins"/>
                <a:ea typeface="Calibri Light"/>
                <a:cs typeface="Poppins"/>
              </a:rPr>
              <a:t>Metrics - acceleration</a:t>
            </a:r>
            <a:endParaRPr lang="sv-SE"/>
          </a:p>
        </p:txBody>
      </p:sp>
      <p:sp>
        <p:nvSpPr>
          <p:cNvPr id="4" name="textruta 3">
            <a:extLst>
              <a:ext uri="{FF2B5EF4-FFF2-40B4-BE49-F238E27FC236}">
                <a16:creationId xmlns:a16="http://schemas.microsoft.com/office/drawing/2014/main" id="{6A5C81C5-D893-22D9-380E-1E04403138FF}"/>
              </a:ext>
            </a:extLst>
          </p:cNvPr>
          <p:cNvSpPr txBox="1"/>
          <p:nvPr/>
        </p:nvSpPr>
        <p:spPr>
          <a:xfrm>
            <a:off x="627094" y="1464407"/>
            <a:ext cx="6401220"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400">
                <a:ea typeface="Calibri"/>
                <a:cs typeface="Calibri"/>
              </a:rPr>
              <a:t>Peak acceleration</a:t>
            </a:r>
            <a:endParaRPr lang="sv-SE" sz="2400">
              <a:solidFill>
                <a:srgbClr val="000000"/>
              </a:solidFill>
              <a:ea typeface="Calibri"/>
              <a:cs typeface="Calibri"/>
            </a:endParaRPr>
          </a:p>
          <a:p>
            <a:pPr marL="800100" lvl="1" indent="-342900">
              <a:buFont typeface="Arial"/>
              <a:buChar char="•"/>
            </a:pPr>
            <a:r>
              <a:rPr lang="sv-SE">
                <a:ea typeface="Calibri"/>
                <a:cs typeface="Calibri"/>
              </a:rPr>
              <a:t>Maximum </a:t>
            </a:r>
            <a:r>
              <a:rPr lang="sv-SE" err="1">
                <a:ea typeface="Calibri"/>
                <a:cs typeface="Calibri"/>
              </a:rPr>
              <a:t>achieved</a:t>
            </a:r>
            <a:r>
              <a:rPr lang="sv-SE">
                <a:ea typeface="Calibri"/>
                <a:cs typeface="Calibri"/>
              </a:rPr>
              <a:t> acceleration in terms </a:t>
            </a:r>
            <a:r>
              <a:rPr lang="sv-SE" err="1">
                <a:ea typeface="Calibri"/>
                <a:cs typeface="Calibri"/>
              </a:rPr>
              <a:t>of</a:t>
            </a:r>
            <a:r>
              <a:rPr lang="sv-SE">
                <a:ea typeface="Calibri"/>
                <a:cs typeface="Calibri"/>
              </a:rPr>
              <a:t> </a:t>
            </a:r>
            <a:r>
              <a:rPr lang="sv-SE" err="1">
                <a:ea typeface="Calibri"/>
                <a:cs typeface="Calibri"/>
              </a:rPr>
              <a:t>magnitude</a:t>
            </a:r>
          </a:p>
          <a:p>
            <a:pPr marL="800100" lvl="1" indent="-342900">
              <a:buFont typeface="Arial"/>
              <a:buChar char="•"/>
            </a:pPr>
            <a:r>
              <a:rPr lang="sv-SE" err="1">
                <a:ea typeface="Calibri"/>
                <a:cs typeface="Calibri"/>
              </a:rPr>
              <a:t>Raw</a:t>
            </a:r>
            <a:r>
              <a:rPr lang="sv-SE">
                <a:ea typeface="Calibri"/>
                <a:cs typeface="Calibri"/>
              </a:rPr>
              <a:t> acceleration data</a:t>
            </a:r>
          </a:p>
          <a:p>
            <a:pPr marL="800100" lvl="1" indent="-342900">
              <a:buFont typeface="Arial"/>
              <a:buChar char="•"/>
            </a:pPr>
            <a:r>
              <a:rPr lang="sv-SE">
                <a:ea typeface="Calibri"/>
                <a:cs typeface="Calibri"/>
              </a:rPr>
              <a:t>In sports: </a:t>
            </a:r>
            <a:r>
              <a:rPr lang="sv-SE" err="1">
                <a:ea typeface="Calibri"/>
                <a:cs typeface="Calibri"/>
              </a:rPr>
              <a:t>Injury</a:t>
            </a:r>
            <a:r>
              <a:rPr lang="sv-SE">
                <a:ea typeface="Calibri"/>
                <a:cs typeface="Calibri"/>
              </a:rPr>
              <a:t> risk </a:t>
            </a:r>
            <a:r>
              <a:rPr lang="sv-SE" err="1">
                <a:ea typeface="Calibri"/>
                <a:cs typeface="Calibri"/>
              </a:rPr>
              <a:t>assessment</a:t>
            </a:r>
            <a:endParaRPr lang="sv-SE" err="1">
              <a:latin typeface="Calibri" panose="020F0502020204030204"/>
              <a:ea typeface="Calibri"/>
              <a:cs typeface="Calibri"/>
            </a:endParaRPr>
          </a:p>
        </p:txBody>
      </p:sp>
      <p:pic>
        <p:nvPicPr>
          <p:cNvPr id="18" name="Bildobjekt 17" descr="En bild som visar Teckensnitt, linje, skärmbild, typografi&#10;&#10;AI-genererat innehåll kan vara felaktigt.">
            <a:extLst>
              <a:ext uri="{FF2B5EF4-FFF2-40B4-BE49-F238E27FC236}">
                <a16:creationId xmlns:a16="http://schemas.microsoft.com/office/drawing/2014/main" id="{73FD1EC0-A5A9-CF69-45F4-0714D8C7E53F}"/>
              </a:ext>
            </a:extLst>
          </p:cNvPr>
          <p:cNvPicPr>
            <a:picLocks noChangeAspect="1"/>
          </p:cNvPicPr>
          <p:nvPr/>
        </p:nvPicPr>
        <p:blipFill>
          <a:blip r:embed="rId2"/>
          <a:stretch>
            <a:fillRect/>
          </a:stretch>
        </p:blipFill>
        <p:spPr>
          <a:xfrm>
            <a:off x="8179101" y="1643509"/>
            <a:ext cx="3098365" cy="709286"/>
          </a:xfrm>
          <a:prstGeom prst="rect">
            <a:avLst/>
          </a:prstGeom>
        </p:spPr>
      </p:pic>
      <p:pic>
        <p:nvPicPr>
          <p:cNvPr id="19" name="Bildobjekt 18" descr="En bild som visar klocka, Teckensnitt, symbol, nummer&#10;&#10;AI-genererat innehåll kan vara felaktigt.">
            <a:extLst>
              <a:ext uri="{FF2B5EF4-FFF2-40B4-BE49-F238E27FC236}">
                <a16:creationId xmlns:a16="http://schemas.microsoft.com/office/drawing/2014/main" id="{5AE817D8-DBEF-2FC9-6213-BC232E65B4A1}"/>
              </a:ext>
            </a:extLst>
          </p:cNvPr>
          <p:cNvPicPr>
            <a:picLocks noChangeAspect="1"/>
          </p:cNvPicPr>
          <p:nvPr/>
        </p:nvPicPr>
        <p:blipFill>
          <a:blip r:embed="rId3"/>
          <a:stretch>
            <a:fillRect/>
          </a:stretch>
        </p:blipFill>
        <p:spPr>
          <a:xfrm>
            <a:off x="8036490" y="3067824"/>
            <a:ext cx="2100198" cy="960982"/>
          </a:xfrm>
          <a:prstGeom prst="rect">
            <a:avLst/>
          </a:prstGeom>
        </p:spPr>
      </p:pic>
      <p:sp>
        <p:nvSpPr>
          <p:cNvPr id="20" name="textruta 19">
            <a:extLst>
              <a:ext uri="{FF2B5EF4-FFF2-40B4-BE49-F238E27FC236}">
                <a16:creationId xmlns:a16="http://schemas.microsoft.com/office/drawing/2014/main" id="{C882434E-CA01-9C4B-F154-690F2E8BA61E}"/>
              </a:ext>
            </a:extLst>
          </p:cNvPr>
          <p:cNvSpPr txBox="1"/>
          <p:nvPr/>
        </p:nvSpPr>
        <p:spPr>
          <a:xfrm>
            <a:off x="627093" y="2915602"/>
            <a:ext cx="704839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400" err="1">
                <a:ea typeface="Calibri"/>
                <a:cs typeface="Calibri"/>
              </a:rPr>
              <a:t>Mean</a:t>
            </a:r>
            <a:r>
              <a:rPr lang="sv-SE" sz="2400">
                <a:ea typeface="Calibri"/>
                <a:cs typeface="Calibri"/>
              </a:rPr>
              <a:t> acceleration</a:t>
            </a:r>
            <a:endParaRPr lang="sv-SE" sz="2400">
              <a:solidFill>
                <a:srgbClr val="000000"/>
              </a:solidFill>
              <a:ea typeface="Calibri"/>
              <a:cs typeface="Calibri"/>
            </a:endParaRPr>
          </a:p>
          <a:p>
            <a:pPr marL="800100" lvl="1" indent="-342900">
              <a:buFont typeface="Arial"/>
              <a:buChar char="•"/>
            </a:pPr>
            <a:r>
              <a:rPr lang="sv-SE" err="1">
                <a:ea typeface="Calibri"/>
                <a:cs typeface="Calibri"/>
              </a:rPr>
              <a:t>Arithmetic</a:t>
            </a:r>
            <a:r>
              <a:rPr lang="sv-SE">
                <a:ea typeface="Calibri"/>
                <a:cs typeface="Calibri"/>
              </a:rPr>
              <a:t> </a:t>
            </a:r>
            <a:r>
              <a:rPr lang="sv-SE" err="1">
                <a:ea typeface="Calibri"/>
                <a:cs typeface="Calibri"/>
              </a:rPr>
              <a:t>mean</a:t>
            </a:r>
            <a:r>
              <a:rPr lang="sv-SE">
                <a:ea typeface="Calibri"/>
                <a:cs typeface="Calibri"/>
              </a:rPr>
              <a:t> </a:t>
            </a:r>
            <a:r>
              <a:rPr lang="sv-SE" err="1">
                <a:ea typeface="Calibri"/>
                <a:cs typeface="Calibri"/>
              </a:rPr>
              <a:t>of</a:t>
            </a:r>
            <a:r>
              <a:rPr lang="sv-SE">
                <a:ea typeface="Calibri"/>
                <a:cs typeface="Calibri"/>
              </a:rPr>
              <a:t> the magnitude </a:t>
            </a:r>
            <a:r>
              <a:rPr lang="sv-SE" err="1">
                <a:ea typeface="Calibri"/>
                <a:cs typeface="Calibri"/>
              </a:rPr>
              <a:t>of</a:t>
            </a:r>
            <a:r>
              <a:rPr lang="sv-SE">
                <a:ea typeface="Calibri"/>
                <a:cs typeface="Calibri"/>
              </a:rPr>
              <a:t> acceleration</a:t>
            </a:r>
          </a:p>
          <a:p>
            <a:pPr marL="800100" lvl="1" indent="-342900">
              <a:buFont typeface="Arial"/>
              <a:buChar char="•"/>
            </a:pPr>
            <a:r>
              <a:rPr lang="sv-SE" err="1">
                <a:ea typeface="Calibri"/>
                <a:cs typeface="Calibri"/>
              </a:rPr>
              <a:t>Raw</a:t>
            </a:r>
            <a:r>
              <a:rPr lang="sv-SE">
                <a:ea typeface="Calibri"/>
                <a:cs typeface="Calibri"/>
              </a:rPr>
              <a:t> acceleration data</a:t>
            </a:r>
          </a:p>
          <a:p>
            <a:pPr marL="800100" lvl="1" indent="-342900">
              <a:buFont typeface="Arial"/>
              <a:buChar char="•"/>
            </a:pPr>
            <a:r>
              <a:rPr lang="sv-SE">
                <a:ea typeface="Calibri"/>
                <a:cs typeface="Calibri"/>
              </a:rPr>
              <a:t>In sports: </a:t>
            </a:r>
            <a:r>
              <a:rPr lang="sv-SE" err="1">
                <a:ea typeface="Calibri"/>
                <a:cs typeface="Calibri"/>
              </a:rPr>
              <a:t>Indicates</a:t>
            </a:r>
            <a:r>
              <a:rPr lang="sv-SE">
                <a:ea typeface="Calibri"/>
                <a:cs typeface="Calibri"/>
              </a:rPr>
              <a:t> </a:t>
            </a:r>
            <a:r>
              <a:rPr lang="sv-SE" err="1">
                <a:ea typeface="Calibri"/>
                <a:cs typeface="Calibri"/>
              </a:rPr>
              <a:t>sustained</a:t>
            </a:r>
            <a:r>
              <a:rPr lang="sv-SE">
                <a:ea typeface="Calibri"/>
                <a:cs typeface="Calibri"/>
              </a:rPr>
              <a:t> </a:t>
            </a:r>
            <a:r>
              <a:rPr lang="sv-SE" err="1">
                <a:ea typeface="Calibri"/>
                <a:cs typeface="Calibri"/>
              </a:rPr>
              <a:t>forceful</a:t>
            </a:r>
            <a:r>
              <a:rPr lang="sv-SE">
                <a:ea typeface="Calibri"/>
                <a:cs typeface="Calibri"/>
              </a:rPr>
              <a:t> </a:t>
            </a:r>
            <a:r>
              <a:rPr lang="sv-SE" err="1">
                <a:ea typeface="Calibri"/>
                <a:cs typeface="Calibri"/>
              </a:rPr>
              <a:t>activity</a:t>
            </a:r>
            <a:endParaRPr lang="sv-SE" err="1">
              <a:latin typeface="Arial"/>
              <a:ea typeface="Calibri"/>
              <a:cs typeface="Calibri"/>
            </a:endParaRPr>
          </a:p>
          <a:p>
            <a:endParaRPr lang="sv-SE">
              <a:ea typeface="Calibri"/>
              <a:cs typeface="Calibri"/>
            </a:endParaRPr>
          </a:p>
        </p:txBody>
      </p:sp>
      <p:sp>
        <p:nvSpPr>
          <p:cNvPr id="5" name="textruta 4">
            <a:extLst>
              <a:ext uri="{FF2B5EF4-FFF2-40B4-BE49-F238E27FC236}">
                <a16:creationId xmlns:a16="http://schemas.microsoft.com/office/drawing/2014/main" id="{D7159001-2738-8BDF-5775-E302534BE8C5}"/>
              </a:ext>
            </a:extLst>
          </p:cNvPr>
          <p:cNvSpPr txBox="1"/>
          <p:nvPr/>
        </p:nvSpPr>
        <p:spPr>
          <a:xfrm>
            <a:off x="627094" y="4483470"/>
            <a:ext cx="7549042"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400">
                <a:ea typeface="Calibri"/>
                <a:cs typeface="Calibri"/>
              </a:rPr>
              <a:t>Peak </a:t>
            </a:r>
            <a:r>
              <a:rPr lang="sv-SE" sz="2400" err="1">
                <a:ea typeface="Calibri"/>
                <a:cs typeface="Calibri"/>
              </a:rPr>
              <a:t>jerk</a:t>
            </a:r>
            <a:endParaRPr lang="sv-SE" sz="2400" err="1">
              <a:solidFill>
                <a:srgbClr val="000000"/>
              </a:solidFill>
              <a:ea typeface="Calibri"/>
              <a:cs typeface="Calibri"/>
            </a:endParaRPr>
          </a:p>
          <a:p>
            <a:pPr marL="800100" lvl="1" indent="-342900">
              <a:buFont typeface="Arial"/>
              <a:buChar char="•"/>
            </a:pPr>
            <a:r>
              <a:rPr lang="sv-SE" err="1">
                <a:ea typeface="Calibri"/>
                <a:cs typeface="Calibri"/>
              </a:rPr>
              <a:t>Derivative</a:t>
            </a:r>
            <a:r>
              <a:rPr lang="sv-SE">
                <a:ea typeface="Calibri"/>
                <a:cs typeface="Calibri"/>
              </a:rPr>
              <a:t> </a:t>
            </a:r>
            <a:r>
              <a:rPr lang="sv-SE" err="1">
                <a:ea typeface="Calibri"/>
                <a:cs typeface="Calibri"/>
              </a:rPr>
              <a:t>of</a:t>
            </a:r>
            <a:r>
              <a:rPr lang="sv-SE">
                <a:ea typeface="Calibri"/>
                <a:cs typeface="Calibri"/>
              </a:rPr>
              <a:t> acceleration – </a:t>
            </a:r>
            <a:r>
              <a:rPr lang="sv-SE" err="1">
                <a:ea typeface="Calibri"/>
                <a:cs typeface="Calibri"/>
              </a:rPr>
              <a:t>indicates</a:t>
            </a:r>
            <a:r>
              <a:rPr lang="sv-SE">
                <a:ea typeface="Calibri"/>
                <a:cs typeface="Calibri"/>
              </a:rPr>
              <a:t> rate </a:t>
            </a:r>
            <a:r>
              <a:rPr lang="sv-SE" err="1">
                <a:ea typeface="Calibri"/>
                <a:cs typeface="Calibri"/>
              </a:rPr>
              <a:t>of</a:t>
            </a:r>
            <a:r>
              <a:rPr lang="sv-SE">
                <a:ea typeface="Calibri"/>
                <a:cs typeface="Calibri"/>
              </a:rPr>
              <a:t> </a:t>
            </a:r>
            <a:r>
              <a:rPr lang="sv-SE" err="1">
                <a:ea typeface="Calibri"/>
                <a:cs typeface="Calibri"/>
              </a:rPr>
              <a:t>change</a:t>
            </a:r>
            <a:r>
              <a:rPr lang="sv-SE">
                <a:ea typeface="Calibri"/>
                <a:cs typeface="Calibri"/>
              </a:rPr>
              <a:t> in acceleration</a:t>
            </a:r>
          </a:p>
          <a:p>
            <a:pPr marL="800100" lvl="1" indent="-342900">
              <a:buFont typeface="Arial"/>
              <a:buChar char="•"/>
            </a:pPr>
            <a:r>
              <a:rPr lang="sv-SE" err="1">
                <a:ea typeface="Calibri"/>
                <a:cs typeface="Calibri"/>
              </a:rPr>
              <a:t>Calculated</a:t>
            </a:r>
            <a:r>
              <a:rPr lang="sv-SE">
                <a:ea typeface="Calibri"/>
                <a:cs typeface="Calibri"/>
              </a:rPr>
              <a:t> </a:t>
            </a:r>
            <a:r>
              <a:rPr lang="sv-SE" err="1">
                <a:ea typeface="Calibri"/>
                <a:cs typeface="Calibri"/>
              </a:rPr>
              <a:t>using</a:t>
            </a:r>
            <a:r>
              <a:rPr lang="sv-SE">
                <a:ea typeface="Calibri"/>
                <a:cs typeface="Calibri"/>
              </a:rPr>
              <a:t> central </a:t>
            </a:r>
            <a:r>
              <a:rPr lang="sv-SE" err="1">
                <a:ea typeface="Calibri"/>
                <a:cs typeface="Calibri"/>
              </a:rPr>
              <a:t>difference</a:t>
            </a:r>
          </a:p>
          <a:p>
            <a:pPr marL="800100" lvl="1" indent="-342900">
              <a:buFont typeface="Arial"/>
              <a:buChar char="•"/>
            </a:pPr>
            <a:r>
              <a:rPr lang="sv-SE">
                <a:ea typeface="Calibri"/>
                <a:cs typeface="Calibri"/>
              </a:rPr>
              <a:t>LP filter is  </a:t>
            </a:r>
            <a:r>
              <a:rPr lang="sv-SE" err="1">
                <a:ea typeface="Calibri"/>
                <a:cs typeface="Calibri"/>
              </a:rPr>
              <a:t>applied</a:t>
            </a:r>
            <a:r>
              <a:rPr lang="sv-SE">
                <a:ea typeface="Calibri"/>
                <a:cs typeface="Calibri"/>
              </a:rPr>
              <a:t> to acceleration</a:t>
            </a:r>
          </a:p>
          <a:p>
            <a:pPr marL="800100" lvl="1" indent="-342900">
              <a:buFont typeface="Arial"/>
              <a:buChar char="•"/>
            </a:pPr>
            <a:r>
              <a:rPr lang="sv-SE">
                <a:ea typeface="Calibri"/>
                <a:cs typeface="Calibri"/>
              </a:rPr>
              <a:t>In sports: </a:t>
            </a:r>
            <a:r>
              <a:rPr lang="sv-SE" err="1">
                <a:ea typeface="Calibri"/>
                <a:cs typeface="Calibri"/>
              </a:rPr>
              <a:t>Predicts</a:t>
            </a:r>
            <a:r>
              <a:rPr lang="sv-SE">
                <a:ea typeface="Calibri"/>
                <a:cs typeface="Calibri"/>
              </a:rPr>
              <a:t> </a:t>
            </a:r>
            <a:r>
              <a:rPr lang="sv-SE" err="1">
                <a:ea typeface="Calibri"/>
                <a:cs typeface="Calibri"/>
              </a:rPr>
              <a:t>injury</a:t>
            </a:r>
            <a:r>
              <a:rPr lang="sv-SE">
                <a:ea typeface="Calibri"/>
                <a:cs typeface="Calibri"/>
              </a:rPr>
              <a:t> risk and </a:t>
            </a:r>
            <a:r>
              <a:rPr lang="sv-SE" err="1">
                <a:ea typeface="Calibri"/>
                <a:cs typeface="Calibri"/>
              </a:rPr>
              <a:t>technique</a:t>
            </a:r>
            <a:r>
              <a:rPr lang="sv-SE">
                <a:ea typeface="Calibri"/>
                <a:cs typeface="Calibri"/>
              </a:rPr>
              <a:t> </a:t>
            </a:r>
            <a:r>
              <a:rPr lang="sv-SE" err="1">
                <a:ea typeface="Calibri"/>
                <a:cs typeface="Calibri"/>
              </a:rPr>
              <a:t>quality</a:t>
            </a:r>
          </a:p>
        </p:txBody>
      </p:sp>
      <p:pic>
        <p:nvPicPr>
          <p:cNvPr id="7" name="Bildobjekt 6" descr="En bild som visar Teckensnitt, text, klocka, linje&#10;&#10;AI-genererat innehåll kan vara felaktigt.">
            <a:extLst>
              <a:ext uri="{FF2B5EF4-FFF2-40B4-BE49-F238E27FC236}">
                <a16:creationId xmlns:a16="http://schemas.microsoft.com/office/drawing/2014/main" id="{704A4E8B-E3F4-E316-D657-786A7A346CDC}"/>
              </a:ext>
            </a:extLst>
          </p:cNvPr>
          <p:cNvPicPr>
            <a:picLocks noChangeAspect="1"/>
          </p:cNvPicPr>
          <p:nvPr/>
        </p:nvPicPr>
        <p:blipFill>
          <a:blip r:embed="rId4"/>
          <a:stretch>
            <a:fillRect/>
          </a:stretch>
        </p:blipFill>
        <p:spPr>
          <a:xfrm>
            <a:off x="8035002" y="4911041"/>
            <a:ext cx="3307949" cy="710879"/>
          </a:xfrm>
          <a:prstGeom prst="rect">
            <a:avLst/>
          </a:prstGeom>
        </p:spPr>
      </p:pic>
    </p:spTree>
    <p:extLst>
      <p:ext uri="{BB962C8B-B14F-4D97-AF65-F5344CB8AC3E}">
        <p14:creationId xmlns:p14="http://schemas.microsoft.com/office/powerpoint/2010/main" val="2726513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E532555-AB87-94E6-D839-A3FC715727F3}"/>
              </a:ext>
            </a:extLst>
          </p:cNvPr>
          <p:cNvSpPr>
            <a:spLocks noGrp="1"/>
          </p:cNvSpPr>
          <p:nvPr>
            <p:ph type="title"/>
          </p:nvPr>
        </p:nvSpPr>
        <p:spPr>
          <a:xfrm>
            <a:off x="623171" y="254696"/>
            <a:ext cx="10131425" cy="1456267"/>
          </a:xfrm>
        </p:spPr>
        <p:txBody>
          <a:bodyPr/>
          <a:lstStyle/>
          <a:p>
            <a:r>
              <a:rPr lang="sv-SE" b="1">
                <a:latin typeface="Poppins"/>
                <a:cs typeface="Poppins"/>
              </a:rPr>
              <a:t>Metrics – Velocity and distance</a:t>
            </a:r>
            <a:endParaRPr lang="sv-SE"/>
          </a:p>
        </p:txBody>
      </p:sp>
      <p:sp>
        <p:nvSpPr>
          <p:cNvPr id="5" name="textruta 4">
            <a:extLst>
              <a:ext uri="{FF2B5EF4-FFF2-40B4-BE49-F238E27FC236}">
                <a16:creationId xmlns:a16="http://schemas.microsoft.com/office/drawing/2014/main" id="{87550F19-EA5B-B4E2-FA32-FB1DC1EBABB5}"/>
              </a:ext>
            </a:extLst>
          </p:cNvPr>
          <p:cNvSpPr txBox="1"/>
          <p:nvPr/>
        </p:nvSpPr>
        <p:spPr>
          <a:xfrm>
            <a:off x="627094" y="1871503"/>
            <a:ext cx="640122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400">
                <a:ea typeface="Calibri"/>
                <a:cs typeface="Calibri"/>
              </a:rPr>
              <a:t>Peak velocity</a:t>
            </a:r>
            <a:endParaRPr lang="sv-SE" sz="2400">
              <a:solidFill>
                <a:srgbClr val="000000"/>
              </a:solidFill>
              <a:ea typeface="Calibri"/>
              <a:cs typeface="Calibri"/>
            </a:endParaRPr>
          </a:p>
          <a:p>
            <a:pPr marL="800100" lvl="1" indent="-342900">
              <a:buFont typeface="Arial"/>
              <a:buChar char="•"/>
            </a:pPr>
            <a:r>
              <a:rPr lang="sv-SE">
                <a:ea typeface="Calibri"/>
                <a:cs typeface="Calibri"/>
              </a:rPr>
              <a:t>Maximum achieved velocity in terms of magnitude</a:t>
            </a:r>
          </a:p>
          <a:p>
            <a:pPr marL="800100" lvl="1" indent="-342900">
              <a:buFont typeface="Arial"/>
              <a:buChar char="•"/>
            </a:pPr>
            <a:r>
              <a:rPr lang="sv-SE">
                <a:ea typeface="Calibri"/>
                <a:cs typeface="Calibri"/>
              </a:rPr>
              <a:t>Achieved by integrating processed acceleration data</a:t>
            </a:r>
          </a:p>
          <a:p>
            <a:pPr marL="800100" lvl="1" indent="-342900">
              <a:buFont typeface="Arial"/>
              <a:buChar char="•"/>
            </a:pPr>
            <a:r>
              <a:rPr lang="sv-SE">
                <a:ea typeface="Calibri"/>
                <a:cs typeface="Calibri"/>
              </a:rPr>
              <a:t>ZUPT</a:t>
            </a:r>
          </a:p>
          <a:p>
            <a:pPr marL="800100" lvl="1" indent="-342900">
              <a:buFont typeface="Arial"/>
              <a:buChar char="•"/>
            </a:pPr>
            <a:r>
              <a:rPr lang="sv-SE">
                <a:ea typeface="Calibri"/>
                <a:cs typeface="Calibri"/>
              </a:rPr>
              <a:t>In sports: Indicates maximum sprint speed</a:t>
            </a:r>
            <a:endParaRPr lang="sv-SE">
              <a:latin typeface="Calibri" panose="020F0502020204030204"/>
              <a:ea typeface="Calibri"/>
              <a:cs typeface="Calibri"/>
            </a:endParaRPr>
          </a:p>
        </p:txBody>
      </p:sp>
      <p:pic>
        <p:nvPicPr>
          <p:cNvPr id="6" name="Bildobjekt 5" descr="En bild som visar Teckensnitt, linje, nummer, typografi&#10;&#10;AI-genererat innehåll kan vara felaktigt.">
            <a:extLst>
              <a:ext uri="{FF2B5EF4-FFF2-40B4-BE49-F238E27FC236}">
                <a16:creationId xmlns:a16="http://schemas.microsoft.com/office/drawing/2014/main" id="{0A47865D-BC3D-C4D9-6BF3-867E2B0C3DF8}"/>
              </a:ext>
            </a:extLst>
          </p:cNvPr>
          <p:cNvPicPr>
            <a:picLocks noChangeAspect="1"/>
          </p:cNvPicPr>
          <p:nvPr/>
        </p:nvPicPr>
        <p:blipFill>
          <a:blip r:embed="rId2"/>
          <a:stretch>
            <a:fillRect/>
          </a:stretch>
        </p:blipFill>
        <p:spPr>
          <a:xfrm>
            <a:off x="7648837" y="1984005"/>
            <a:ext cx="3272164" cy="750127"/>
          </a:xfrm>
          <a:prstGeom prst="rect">
            <a:avLst/>
          </a:prstGeom>
        </p:spPr>
      </p:pic>
      <p:pic>
        <p:nvPicPr>
          <p:cNvPr id="7" name="Bildobjekt 6" descr="En bild som visar Teckensnitt, klocka, symbol, Grafik&#10;&#10;AI-genererat innehåll kan vara felaktigt.">
            <a:extLst>
              <a:ext uri="{FF2B5EF4-FFF2-40B4-BE49-F238E27FC236}">
                <a16:creationId xmlns:a16="http://schemas.microsoft.com/office/drawing/2014/main" id="{1A63209C-DE59-F12C-834A-44AB746F428F}"/>
              </a:ext>
            </a:extLst>
          </p:cNvPr>
          <p:cNvPicPr>
            <a:picLocks noChangeAspect="1"/>
          </p:cNvPicPr>
          <p:nvPr/>
        </p:nvPicPr>
        <p:blipFill>
          <a:blip r:embed="rId3"/>
          <a:stretch>
            <a:fillRect/>
          </a:stretch>
        </p:blipFill>
        <p:spPr>
          <a:xfrm>
            <a:off x="8130435" y="3741824"/>
            <a:ext cx="2121074" cy="971420"/>
          </a:xfrm>
          <a:prstGeom prst="rect">
            <a:avLst/>
          </a:prstGeom>
        </p:spPr>
      </p:pic>
      <p:sp>
        <p:nvSpPr>
          <p:cNvPr id="8" name="textruta 7">
            <a:extLst>
              <a:ext uri="{FF2B5EF4-FFF2-40B4-BE49-F238E27FC236}">
                <a16:creationId xmlns:a16="http://schemas.microsoft.com/office/drawing/2014/main" id="{C53883FD-20FB-A022-6BE2-5BD009773F0F}"/>
              </a:ext>
            </a:extLst>
          </p:cNvPr>
          <p:cNvSpPr txBox="1"/>
          <p:nvPr/>
        </p:nvSpPr>
        <p:spPr>
          <a:xfrm>
            <a:off x="627093" y="3426817"/>
            <a:ext cx="640122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400" err="1">
                <a:ea typeface="Calibri"/>
                <a:cs typeface="Calibri"/>
              </a:rPr>
              <a:t>Mean</a:t>
            </a:r>
            <a:r>
              <a:rPr lang="sv-SE" sz="2400">
                <a:ea typeface="Calibri"/>
                <a:cs typeface="Calibri"/>
              </a:rPr>
              <a:t> </a:t>
            </a:r>
            <a:r>
              <a:rPr lang="sv-SE" sz="2400" err="1">
                <a:ea typeface="Calibri"/>
                <a:cs typeface="Calibri"/>
              </a:rPr>
              <a:t>velocity</a:t>
            </a:r>
            <a:endParaRPr lang="sv-SE" sz="2400" err="1">
              <a:solidFill>
                <a:srgbClr val="000000"/>
              </a:solidFill>
              <a:ea typeface="Calibri"/>
              <a:cs typeface="Calibri"/>
            </a:endParaRPr>
          </a:p>
          <a:p>
            <a:pPr marL="800100" lvl="1" indent="-342900">
              <a:buFont typeface="Arial"/>
              <a:buChar char="•"/>
            </a:pPr>
            <a:r>
              <a:rPr lang="sv-SE" err="1">
                <a:ea typeface="Calibri"/>
                <a:cs typeface="Calibri"/>
              </a:rPr>
              <a:t>Arithmetic</a:t>
            </a:r>
            <a:r>
              <a:rPr lang="sv-SE">
                <a:ea typeface="Calibri"/>
                <a:cs typeface="Calibri"/>
              </a:rPr>
              <a:t> </a:t>
            </a:r>
            <a:r>
              <a:rPr lang="sv-SE" err="1">
                <a:ea typeface="Calibri"/>
                <a:cs typeface="Calibri"/>
              </a:rPr>
              <a:t>mean</a:t>
            </a:r>
            <a:r>
              <a:rPr lang="sv-SE">
                <a:ea typeface="Calibri"/>
                <a:cs typeface="Calibri"/>
              </a:rPr>
              <a:t> </a:t>
            </a:r>
            <a:r>
              <a:rPr lang="sv-SE" err="1">
                <a:ea typeface="Calibri"/>
                <a:cs typeface="Calibri"/>
              </a:rPr>
              <a:t>of</a:t>
            </a:r>
            <a:r>
              <a:rPr lang="sv-SE">
                <a:ea typeface="Calibri"/>
                <a:cs typeface="Calibri"/>
              </a:rPr>
              <a:t> the </a:t>
            </a:r>
            <a:r>
              <a:rPr lang="sv-SE" err="1">
                <a:ea typeface="Calibri"/>
                <a:cs typeface="Calibri"/>
              </a:rPr>
              <a:t>magnitude</a:t>
            </a:r>
            <a:r>
              <a:rPr lang="sv-SE">
                <a:ea typeface="Calibri"/>
                <a:cs typeface="Calibri"/>
              </a:rPr>
              <a:t> </a:t>
            </a:r>
            <a:r>
              <a:rPr lang="sv-SE" err="1">
                <a:ea typeface="Calibri"/>
                <a:cs typeface="Calibri"/>
              </a:rPr>
              <a:t>of</a:t>
            </a:r>
            <a:r>
              <a:rPr lang="sv-SE">
                <a:ea typeface="Calibri"/>
                <a:cs typeface="Calibri"/>
              </a:rPr>
              <a:t> </a:t>
            </a:r>
            <a:r>
              <a:rPr lang="sv-SE" err="1">
                <a:ea typeface="Calibri"/>
                <a:cs typeface="Calibri"/>
              </a:rPr>
              <a:t>velocity</a:t>
            </a:r>
            <a:endParaRPr lang="sv-SE">
              <a:ea typeface="Calibri"/>
              <a:cs typeface="Calibri"/>
            </a:endParaRPr>
          </a:p>
          <a:p>
            <a:pPr marL="800100" lvl="1" indent="-342900">
              <a:buFont typeface="Arial"/>
              <a:buChar char="•"/>
            </a:pPr>
            <a:r>
              <a:rPr lang="sv-SE" err="1">
                <a:ea typeface="Calibri"/>
                <a:cs typeface="Calibri"/>
              </a:rPr>
              <a:t>Achieved</a:t>
            </a:r>
            <a:r>
              <a:rPr lang="sv-SE">
                <a:ea typeface="Calibri"/>
                <a:cs typeface="Calibri"/>
              </a:rPr>
              <a:t> by </a:t>
            </a:r>
            <a:r>
              <a:rPr lang="sv-SE" err="1">
                <a:ea typeface="Calibri"/>
                <a:cs typeface="Calibri"/>
              </a:rPr>
              <a:t>integrating</a:t>
            </a:r>
            <a:r>
              <a:rPr lang="sv-SE">
                <a:ea typeface="Calibri"/>
                <a:cs typeface="Calibri"/>
              </a:rPr>
              <a:t> </a:t>
            </a:r>
            <a:r>
              <a:rPr lang="sv-SE" err="1">
                <a:ea typeface="Calibri"/>
                <a:cs typeface="Calibri"/>
              </a:rPr>
              <a:t>processed</a:t>
            </a:r>
            <a:r>
              <a:rPr lang="sv-SE">
                <a:ea typeface="Calibri"/>
                <a:cs typeface="Calibri"/>
              </a:rPr>
              <a:t> acceleration data</a:t>
            </a:r>
          </a:p>
          <a:p>
            <a:pPr marL="800100" lvl="1" indent="-342900">
              <a:buFont typeface="Arial"/>
              <a:buChar char="•"/>
            </a:pPr>
            <a:r>
              <a:rPr lang="sv-SE">
                <a:ea typeface="Calibri"/>
                <a:cs typeface="Calibri"/>
              </a:rPr>
              <a:t>ZUPT</a:t>
            </a:r>
          </a:p>
          <a:p>
            <a:pPr marL="800100" lvl="1" indent="-342900">
              <a:buFont typeface="Arial"/>
              <a:buChar char="•"/>
            </a:pPr>
            <a:r>
              <a:rPr lang="sv-SE">
                <a:ea typeface="Calibri"/>
                <a:cs typeface="Calibri"/>
              </a:rPr>
              <a:t>In sports: </a:t>
            </a:r>
            <a:r>
              <a:rPr lang="sv-SE" err="1">
                <a:ea typeface="Calibri"/>
                <a:cs typeface="Calibri"/>
              </a:rPr>
              <a:t>Indicates</a:t>
            </a:r>
            <a:r>
              <a:rPr lang="sv-SE">
                <a:ea typeface="Calibri"/>
                <a:cs typeface="Calibri"/>
              </a:rPr>
              <a:t> </a:t>
            </a:r>
            <a:r>
              <a:rPr lang="sv-SE" err="1">
                <a:ea typeface="Calibri"/>
                <a:cs typeface="Calibri"/>
              </a:rPr>
              <a:t>if</a:t>
            </a:r>
            <a:r>
              <a:rPr lang="sv-SE">
                <a:ea typeface="Calibri"/>
                <a:cs typeface="Calibri"/>
              </a:rPr>
              <a:t> </a:t>
            </a:r>
            <a:r>
              <a:rPr lang="sv-SE" err="1">
                <a:latin typeface="Calibri" panose="020F0502020204030204"/>
                <a:ea typeface="Calibri"/>
                <a:cs typeface="Calibri"/>
              </a:rPr>
              <a:t>performance</a:t>
            </a:r>
            <a:r>
              <a:rPr lang="sv-SE">
                <a:latin typeface="Calibri" panose="020F0502020204030204"/>
                <a:ea typeface="Calibri"/>
                <a:cs typeface="Calibri"/>
              </a:rPr>
              <a:t> is </a:t>
            </a:r>
            <a:r>
              <a:rPr lang="sv-SE" err="1">
                <a:latin typeface="Calibri" panose="020F0502020204030204"/>
                <a:ea typeface="Calibri"/>
                <a:cs typeface="Calibri"/>
              </a:rPr>
              <a:t>consistent</a:t>
            </a:r>
            <a:endParaRPr lang="sv-SE" err="1"/>
          </a:p>
        </p:txBody>
      </p:sp>
      <p:sp>
        <p:nvSpPr>
          <p:cNvPr id="10" name="textruta 9">
            <a:extLst>
              <a:ext uri="{FF2B5EF4-FFF2-40B4-BE49-F238E27FC236}">
                <a16:creationId xmlns:a16="http://schemas.microsoft.com/office/drawing/2014/main" id="{11212AFB-9931-D873-9A20-4D688FEA131B}"/>
              </a:ext>
            </a:extLst>
          </p:cNvPr>
          <p:cNvSpPr txBox="1"/>
          <p:nvPr/>
        </p:nvSpPr>
        <p:spPr>
          <a:xfrm>
            <a:off x="627093" y="5003009"/>
            <a:ext cx="6401220"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400">
                <a:ea typeface="Calibri"/>
                <a:cs typeface="Calibri"/>
              </a:rPr>
              <a:t>Total distance</a:t>
            </a:r>
            <a:endParaRPr lang="sv-SE" sz="2400">
              <a:solidFill>
                <a:srgbClr val="000000"/>
              </a:solidFill>
              <a:ea typeface="Calibri"/>
              <a:cs typeface="Calibri"/>
            </a:endParaRPr>
          </a:p>
          <a:p>
            <a:pPr marL="800100" lvl="1" indent="-342900">
              <a:buFont typeface="Arial"/>
              <a:buChar char="•"/>
            </a:pPr>
            <a:r>
              <a:rPr lang="sv-SE">
                <a:ea typeface="Calibri"/>
                <a:cs typeface="Calibri"/>
              </a:rPr>
              <a:t>Total ground covered by sensor</a:t>
            </a:r>
          </a:p>
          <a:p>
            <a:pPr marL="800100" lvl="1" indent="-342900">
              <a:buFont typeface="Arial"/>
              <a:buChar char="•"/>
            </a:pPr>
            <a:r>
              <a:rPr lang="sv-SE">
                <a:ea typeface="Calibri"/>
                <a:cs typeface="Calibri"/>
              </a:rPr>
              <a:t>Achieved by integrating velocity data</a:t>
            </a:r>
          </a:p>
          <a:p>
            <a:pPr marL="800100" lvl="1" indent="-342900">
              <a:buFont typeface="Arial"/>
              <a:buChar char="•"/>
            </a:pPr>
            <a:r>
              <a:rPr lang="sv-SE">
                <a:ea typeface="Calibri"/>
                <a:cs typeface="Calibri"/>
              </a:rPr>
              <a:t>In sports: </a:t>
            </a:r>
            <a:r>
              <a:rPr lang="sv-SE">
                <a:latin typeface="Calibri" panose="020F0502020204030204"/>
                <a:ea typeface="Calibri"/>
                <a:cs typeface="Calibri"/>
              </a:rPr>
              <a:t>Quantifies work done</a:t>
            </a:r>
          </a:p>
        </p:txBody>
      </p:sp>
    </p:spTree>
    <p:extLst>
      <p:ext uri="{BB962C8B-B14F-4D97-AF65-F5344CB8AC3E}">
        <p14:creationId xmlns:p14="http://schemas.microsoft.com/office/powerpoint/2010/main" val="1184512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6F72A9C3-9D32-A2D3-6EEC-596E5EA7F69A}"/>
              </a:ext>
            </a:extLst>
          </p:cNvPr>
          <p:cNvSpPr>
            <a:spLocks noGrp="1"/>
          </p:cNvSpPr>
          <p:nvPr>
            <p:ph type="title"/>
          </p:nvPr>
        </p:nvSpPr>
        <p:spPr>
          <a:xfrm>
            <a:off x="623171" y="254696"/>
            <a:ext cx="10131425" cy="1456267"/>
          </a:xfrm>
        </p:spPr>
        <p:txBody>
          <a:bodyPr/>
          <a:lstStyle/>
          <a:p>
            <a:r>
              <a:rPr lang="sv-SE" b="1">
                <a:latin typeface="Poppins"/>
                <a:cs typeface="Poppins"/>
              </a:rPr>
              <a:t>Metrics – Angular velocity</a:t>
            </a:r>
            <a:endParaRPr lang="sv-SE"/>
          </a:p>
        </p:txBody>
      </p:sp>
      <p:pic>
        <p:nvPicPr>
          <p:cNvPr id="6" name="Bildobjekt 5" descr="En bild som visar Teckensnitt, linje, handskrift, skärmbild&#10;&#10;AI-genererat innehåll kan vara felaktigt.">
            <a:extLst>
              <a:ext uri="{FF2B5EF4-FFF2-40B4-BE49-F238E27FC236}">
                <a16:creationId xmlns:a16="http://schemas.microsoft.com/office/drawing/2014/main" id="{9FA7D0D4-80ED-22E8-4840-CF2AC96CD6D9}"/>
              </a:ext>
            </a:extLst>
          </p:cNvPr>
          <p:cNvPicPr>
            <a:picLocks noChangeAspect="1"/>
          </p:cNvPicPr>
          <p:nvPr/>
        </p:nvPicPr>
        <p:blipFill>
          <a:blip r:embed="rId2"/>
          <a:stretch>
            <a:fillRect/>
          </a:stretch>
        </p:blipFill>
        <p:spPr>
          <a:xfrm>
            <a:off x="8260459" y="1503841"/>
            <a:ext cx="3771248" cy="802319"/>
          </a:xfrm>
          <a:prstGeom prst="rect">
            <a:avLst/>
          </a:prstGeom>
        </p:spPr>
      </p:pic>
      <p:pic>
        <p:nvPicPr>
          <p:cNvPr id="7" name="Bildobjekt 6" descr="En bild som visar Teckensnitt, klocka, Grafik, symbol&#10;&#10;AI-genererat innehåll kan vara felaktigt.">
            <a:extLst>
              <a:ext uri="{FF2B5EF4-FFF2-40B4-BE49-F238E27FC236}">
                <a16:creationId xmlns:a16="http://schemas.microsoft.com/office/drawing/2014/main" id="{0F655883-62BA-3236-D38B-7BAD5D000363}"/>
              </a:ext>
            </a:extLst>
          </p:cNvPr>
          <p:cNvPicPr>
            <a:picLocks noChangeAspect="1"/>
          </p:cNvPicPr>
          <p:nvPr/>
        </p:nvPicPr>
        <p:blipFill>
          <a:blip r:embed="rId3"/>
          <a:stretch>
            <a:fillRect/>
          </a:stretch>
        </p:blipFill>
        <p:spPr>
          <a:xfrm>
            <a:off x="7895769" y="3230344"/>
            <a:ext cx="3248025" cy="1190625"/>
          </a:xfrm>
          <a:prstGeom prst="rect">
            <a:avLst/>
          </a:prstGeom>
        </p:spPr>
      </p:pic>
      <p:sp>
        <p:nvSpPr>
          <p:cNvPr id="9" name="textruta 8">
            <a:extLst>
              <a:ext uri="{FF2B5EF4-FFF2-40B4-BE49-F238E27FC236}">
                <a16:creationId xmlns:a16="http://schemas.microsoft.com/office/drawing/2014/main" id="{BB090394-3113-7B92-6A2F-C1484A35F3DB}"/>
              </a:ext>
            </a:extLst>
          </p:cNvPr>
          <p:cNvSpPr txBox="1"/>
          <p:nvPr/>
        </p:nvSpPr>
        <p:spPr>
          <a:xfrm>
            <a:off x="741916" y="1412215"/>
            <a:ext cx="6944013"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400">
                <a:ea typeface="Calibri"/>
                <a:cs typeface="Calibri"/>
              </a:rPr>
              <a:t>Peak angular velocity</a:t>
            </a:r>
            <a:endParaRPr lang="sv-SE" sz="2400">
              <a:solidFill>
                <a:srgbClr val="000000"/>
              </a:solidFill>
              <a:ea typeface="Calibri"/>
              <a:cs typeface="Calibri"/>
            </a:endParaRPr>
          </a:p>
          <a:p>
            <a:pPr marL="800100" lvl="1" indent="-342900">
              <a:buFont typeface="Arial"/>
              <a:buChar char="•"/>
            </a:pPr>
            <a:r>
              <a:rPr lang="sv-SE">
                <a:ea typeface="Calibri"/>
                <a:cs typeface="Calibri"/>
              </a:rPr>
              <a:t>Maximum achieved angular velocity in terms of magnitude</a:t>
            </a:r>
          </a:p>
          <a:p>
            <a:pPr marL="800100" lvl="1" indent="-342900">
              <a:buFont typeface="Arial"/>
              <a:buChar char="•"/>
            </a:pPr>
            <a:r>
              <a:rPr lang="sv-SE">
                <a:ea typeface="Calibri"/>
                <a:cs typeface="Calibri"/>
              </a:rPr>
              <a:t>Raw angular velocity data</a:t>
            </a:r>
          </a:p>
          <a:p>
            <a:pPr marL="800100" lvl="1" indent="-342900">
              <a:buFont typeface="Arial"/>
              <a:buChar char="•"/>
            </a:pPr>
            <a:r>
              <a:rPr lang="sv-SE">
                <a:ea typeface="Calibri"/>
                <a:cs typeface="Calibri"/>
              </a:rPr>
              <a:t>In sports: Fast rotation ---&gt; better outcome (golf, javelin, discus)</a:t>
            </a:r>
            <a:endParaRPr lang="sv-SE">
              <a:latin typeface="Calibri" panose="020F0502020204030204"/>
              <a:ea typeface="Calibri"/>
              <a:cs typeface="Calibri"/>
            </a:endParaRPr>
          </a:p>
        </p:txBody>
      </p:sp>
      <p:sp>
        <p:nvSpPr>
          <p:cNvPr id="11" name="textruta 10">
            <a:extLst>
              <a:ext uri="{FF2B5EF4-FFF2-40B4-BE49-F238E27FC236}">
                <a16:creationId xmlns:a16="http://schemas.microsoft.com/office/drawing/2014/main" id="{226ABB14-79D1-EE42-9343-5267F7445CA1}"/>
              </a:ext>
            </a:extLst>
          </p:cNvPr>
          <p:cNvSpPr txBox="1"/>
          <p:nvPr/>
        </p:nvSpPr>
        <p:spPr>
          <a:xfrm>
            <a:off x="741915" y="3040862"/>
            <a:ext cx="7518124"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400">
                <a:ea typeface="Calibri"/>
                <a:cs typeface="Calibri"/>
              </a:rPr>
              <a:t>Mean angular velocity</a:t>
            </a:r>
            <a:endParaRPr lang="sv-SE" sz="2400">
              <a:solidFill>
                <a:srgbClr val="000000"/>
              </a:solidFill>
              <a:ea typeface="Calibri"/>
              <a:cs typeface="Calibri"/>
            </a:endParaRPr>
          </a:p>
          <a:p>
            <a:pPr marL="800100" lvl="1" indent="-342900">
              <a:buFont typeface="Arial"/>
              <a:buChar char="•"/>
            </a:pPr>
            <a:r>
              <a:rPr lang="sv-SE">
                <a:ea typeface="Calibri"/>
                <a:cs typeface="Calibri"/>
              </a:rPr>
              <a:t>Arithmetic mean of magnitude of angular velocity</a:t>
            </a:r>
          </a:p>
          <a:p>
            <a:pPr marL="800100" lvl="1" indent="-342900">
              <a:buFont typeface="Arial"/>
              <a:buChar char="•"/>
            </a:pPr>
            <a:r>
              <a:rPr lang="sv-SE">
                <a:ea typeface="Calibri"/>
                <a:cs typeface="Calibri"/>
              </a:rPr>
              <a:t>Raw angular velocity data</a:t>
            </a:r>
          </a:p>
          <a:p>
            <a:pPr marL="800100" lvl="1" indent="-342900">
              <a:buFont typeface="Arial"/>
              <a:buChar char="•"/>
            </a:pPr>
            <a:r>
              <a:rPr lang="sv-SE">
                <a:ea typeface="Calibri"/>
                <a:cs typeface="Calibri"/>
              </a:rPr>
              <a:t>In sports: Indicates if performance is consistent (rowing, gymnastics)</a:t>
            </a:r>
            <a:endParaRPr lang="sv-SE">
              <a:latin typeface="Arial"/>
              <a:ea typeface="Calibri"/>
              <a:cs typeface="Calibri"/>
            </a:endParaRPr>
          </a:p>
          <a:p>
            <a:endParaRPr lang="sv-SE">
              <a:ea typeface="Calibri"/>
              <a:cs typeface="Calibri"/>
            </a:endParaRPr>
          </a:p>
        </p:txBody>
      </p:sp>
    </p:spTree>
    <p:extLst>
      <p:ext uri="{BB962C8B-B14F-4D97-AF65-F5344CB8AC3E}">
        <p14:creationId xmlns:p14="http://schemas.microsoft.com/office/powerpoint/2010/main" val="2435326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ubrik 1">
            <a:extLst>
              <a:ext uri="{FF2B5EF4-FFF2-40B4-BE49-F238E27FC236}">
                <a16:creationId xmlns:a16="http://schemas.microsoft.com/office/drawing/2014/main" id="{E6BBEDA0-C117-C8D8-8C6D-C062F7356641}"/>
              </a:ext>
            </a:extLst>
          </p:cNvPr>
          <p:cNvSpPr txBox="1">
            <a:spLocks/>
          </p:cNvSpPr>
          <p:nvPr/>
        </p:nvSpPr>
        <p:spPr>
          <a:xfrm>
            <a:off x="627928" y="185195"/>
            <a:ext cx="10131425" cy="1456267"/>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sv-SE" b="1">
                <a:latin typeface="Poppins"/>
                <a:ea typeface="Calibri Light"/>
                <a:cs typeface="Poppins"/>
              </a:rPr>
              <a:t>Metrics – validation</a:t>
            </a:r>
            <a:endParaRPr lang="sv-SE"/>
          </a:p>
        </p:txBody>
      </p:sp>
      <p:sp>
        <p:nvSpPr>
          <p:cNvPr id="10" name="textruta 9">
            <a:extLst>
              <a:ext uri="{FF2B5EF4-FFF2-40B4-BE49-F238E27FC236}">
                <a16:creationId xmlns:a16="http://schemas.microsoft.com/office/drawing/2014/main" id="{D652F506-9EDC-1C05-2440-6E36350F5609}"/>
              </a:ext>
            </a:extLst>
          </p:cNvPr>
          <p:cNvSpPr txBox="1"/>
          <p:nvPr/>
        </p:nvSpPr>
        <p:spPr>
          <a:xfrm>
            <a:off x="1106466" y="1711890"/>
            <a:ext cx="7265093" cy="2985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sv-SE" sz="2400">
                <a:ea typeface="Calibri"/>
                <a:cs typeface="Calibri"/>
              </a:rPr>
              <a:t>Not </a:t>
            </a:r>
            <a:r>
              <a:rPr lang="sv-SE" sz="2400" err="1">
                <a:ea typeface="Calibri"/>
                <a:cs typeface="Calibri"/>
              </a:rPr>
              <a:t>yet</a:t>
            </a:r>
            <a:r>
              <a:rPr lang="sv-SE" sz="2400">
                <a:ea typeface="Calibri"/>
                <a:cs typeface="Calibri"/>
              </a:rPr>
              <a:t> </a:t>
            </a:r>
            <a:r>
              <a:rPr lang="sv-SE" sz="2400" err="1">
                <a:ea typeface="Calibri"/>
                <a:cs typeface="Calibri"/>
              </a:rPr>
              <a:t>tried</a:t>
            </a:r>
            <a:r>
              <a:rPr lang="sv-SE" sz="2400">
                <a:ea typeface="Calibri"/>
                <a:cs typeface="Calibri"/>
              </a:rPr>
              <a:t> to </a:t>
            </a:r>
            <a:r>
              <a:rPr lang="sv-SE" sz="2400" err="1">
                <a:ea typeface="Calibri"/>
                <a:cs typeface="Calibri"/>
              </a:rPr>
              <a:t>verify</a:t>
            </a:r>
            <a:r>
              <a:rPr lang="sv-SE" sz="2400">
                <a:ea typeface="Calibri"/>
                <a:cs typeface="Calibri"/>
              </a:rPr>
              <a:t> </a:t>
            </a:r>
            <a:r>
              <a:rPr lang="sv-SE" sz="2400" err="1">
                <a:ea typeface="Calibri"/>
                <a:cs typeface="Calibri"/>
              </a:rPr>
              <a:t>metrics</a:t>
            </a:r>
          </a:p>
          <a:p>
            <a:endParaRPr lang="sv-SE" sz="2400">
              <a:ea typeface="Calibri"/>
              <a:cs typeface="Calibri"/>
            </a:endParaRPr>
          </a:p>
          <a:p>
            <a:pPr marL="342900" indent="-342900">
              <a:buFont typeface="Arial"/>
              <a:buChar char="•"/>
            </a:pPr>
            <a:r>
              <a:rPr lang="sv-SE" sz="2400" err="1">
                <a:ea typeface="Calibri"/>
                <a:cs typeface="Calibri"/>
              </a:rPr>
              <a:t>Some</a:t>
            </a:r>
            <a:r>
              <a:rPr lang="sv-SE" sz="2400">
                <a:ea typeface="Calibri"/>
                <a:cs typeface="Calibri"/>
              </a:rPr>
              <a:t> </a:t>
            </a:r>
            <a:r>
              <a:rPr lang="sv-SE" sz="2400" err="1">
                <a:ea typeface="Calibri"/>
                <a:cs typeface="Calibri"/>
              </a:rPr>
              <a:t>metrics</a:t>
            </a:r>
            <a:r>
              <a:rPr lang="sv-SE" sz="2400">
                <a:ea typeface="Calibri"/>
                <a:cs typeface="Calibri"/>
              </a:rPr>
              <a:t> </a:t>
            </a:r>
            <a:r>
              <a:rPr lang="sv-SE" sz="2400" err="1">
                <a:ea typeface="Calibri"/>
                <a:cs typeface="Calibri"/>
              </a:rPr>
              <a:t>are</a:t>
            </a:r>
            <a:r>
              <a:rPr lang="sv-SE" sz="2400">
                <a:ea typeface="Calibri"/>
                <a:cs typeface="Calibri"/>
              </a:rPr>
              <a:t> </a:t>
            </a:r>
            <a:r>
              <a:rPr lang="sv-SE" sz="2400" err="1">
                <a:ea typeface="Calibri"/>
                <a:cs typeface="Calibri"/>
              </a:rPr>
              <a:t>way</a:t>
            </a:r>
            <a:r>
              <a:rPr lang="sv-SE" sz="2400">
                <a:ea typeface="Calibri"/>
                <a:cs typeface="Calibri"/>
              </a:rPr>
              <a:t> off --&gt; total </a:t>
            </a:r>
            <a:r>
              <a:rPr lang="sv-SE" sz="2400" err="1">
                <a:ea typeface="Calibri"/>
                <a:cs typeface="Calibri"/>
              </a:rPr>
              <a:t>distance</a:t>
            </a:r>
            <a:endParaRPr lang="sv-SE" sz="2400">
              <a:ea typeface="Calibri"/>
              <a:cs typeface="Calibri"/>
            </a:endParaRPr>
          </a:p>
          <a:p>
            <a:endParaRPr lang="sv-SE" sz="2400">
              <a:ea typeface="Calibri"/>
              <a:cs typeface="Calibri"/>
            </a:endParaRPr>
          </a:p>
          <a:p>
            <a:pPr marL="342900" indent="-342900">
              <a:buFont typeface="Arial"/>
              <a:buChar char="•"/>
            </a:pPr>
            <a:r>
              <a:rPr lang="sv-SE" sz="2400" err="1">
                <a:ea typeface="Calibri"/>
                <a:cs typeface="Calibri"/>
              </a:rPr>
              <a:t>More</a:t>
            </a:r>
            <a:r>
              <a:rPr lang="sv-SE" sz="2400">
                <a:ea typeface="Calibri"/>
                <a:cs typeface="Calibri"/>
              </a:rPr>
              <a:t> </a:t>
            </a:r>
            <a:r>
              <a:rPr lang="sv-SE" sz="2400" err="1">
                <a:ea typeface="+mn-lt"/>
                <a:cs typeface="+mn-lt"/>
              </a:rPr>
              <a:t>qualitative</a:t>
            </a:r>
            <a:r>
              <a:rPr lang="sv-SE" sz="2400">
                <a:ea typeface="+mn-lt"/>
                <a:cs typeface="+mn-lt"/>
              </a:rPr>
              <a:t> </a:t>
            </a:r>
            <a:r>
              <a:rPr lang="sv-SE" sz="2400" err="1">
                <a:ea typeface="Calibri"/>
                <a:cs typeface="Calibri"/>
              </a:rPr>
              <a:t>analysis</a:t>
            </a:r>
            <a:r>
              <a:rPr lang="sv-SE" sz="2400">
                <a:ea typeface="Calibri"/>
                <a:cs typeface="Calibri"/>
              </a:rPr>
              <a:t> </a:t>
            </a:r>
            <a:r>
              <a:rPr lang="sv-SE" sz="2400" err="1">
                <a:ea typeface="Calibri"/>
                <a:cs typeface="Calibri"/>
              </a:rPr>
              <a:t>than</a:t>
            </a:r>
            <a:r>
              <a:rPr lang="sv-SE" sz="2400">
                <a:ea typeface="Calibri"/>
                <a:cs typeface="Calibri"/>
              </a:rPr>
              <a:t> </a:t>
            </a:r>
            <a:r>
              <a:rPr lang="sv-SE" sz="2400" err="1">
                <a:ea typeface="Calibri"/>
                <a:cs typeface="Calibri"/>
              </a:rPr>
              <a:t>quantitative</a:t>
            </a:r>
            <a:endParaRPr lang="sv-SE" sz="2400">
              <a:ea typeface="Calibri"/>
              <a:cs typeface="Calibri"/>
            </a:endParaRPr>
          </a:p>
          <a:p>
            <a:endParaRPr lang="sv-SE" sz="2400">
              <a:ea typeface="Calibri"/>
              <a:cs typeface="Calibri"/>
            </a:endParaRPr>
          </a:p>
          <a:p>
            <a:pPr marL="342900" indent="-342900">
              <a:buFont typeface="Arial"/>
              <a:buChar char="•"/>
            </a:pPr>
            <a:r>
              <a:rPr lang="sv-SE" sz="2400">
                <a:ea typeface="Calibri"/>
                <a:cs typeface="Calibri"/>
              </a:rPr>
              <a:t>Still a </a:t>
            </a:r>
            <a:r>
              <a:rPr lang="sv-SE" sz="2400" err="1">
                <a:ea typeface="Calibri"/>
                <a:cs typeface="Calibri"/>
              </a:rPr>
              <a:t>work</a:t>
            </a:r>
            <a:r>
              <a:rPr lang="sv-SE" sz="2400">
                <a:ea typeface="Calibri"/>
                <a:cs typeface="Calibri"/>
              </a:rPr>
              <a:t> in progress</a:t>
            </a:r>
          </a:p>
          <a:p>
            <a:pPr marL="342900" indent="-342900">
              <a:buFont typeface="Arial"/>
              <a:buChar char="•"/>
            </a:pPr>
            <a:endParaRPr lang="sv-SE" sz="2000">
              <a:ea typeface="Calibri"/>
              <a:cs typeface="Calibri"/>
            </a:endParaRPr>
          </a:p>
        </p:txBody>
      </p:sp>
      <p:pic>
        <p:nvPicPr>
          <p:cNvPr id="11" name="Bildobjekt 10" descr="En bild som visar skärmbild, Multimedieprogram, Grafikprogramvara&#10;&#10;AI-genererat innehåll kan vara felaktigt.">
            <a:extLst>
              <a:ext uri="{FF2B5EF4-FFF2-40B4-BE49-F238E27FC236}">
                <a16:creationId xmlns:a16="http://schemas.microsoft.com/office/drawing/2014/main" id="{F718C4AC-C3EE-51F2-45B0-4D86B315A6CE}"/>
              </a:ext>
            </a:extLst>
          </p:cNvPr>
          <p:cNvPicPr>
            <a:picLocks noChangeAspect="1"/>
          </p:cNvPicPr>
          <p:nvPr/>
        </p:nvPicPr>
        <p:blipFill>
          <a:blip r:embed="rId2"/>
          <a:stretch>
            <a:fillRect/>
          </a:stretch>
        </p:blipFill>
        <p:spPr>
          <a:xfrm>
            <a:off x="1377863" y="4863733"/>
            <a:ext cx="8862165" cy="1222368"/>
          </a:xfrm>
          <a:prstGeom prst="rect">
            <a:avLst/>
          </a:prstGeom>
        </p:spPr>
      </p:pic>
    </p:spTree>
    <p:extLst>
      <p:ext uri="{BB962C8B-B14F-4D97-AF65-F5344CB8AC3E}">
        <p14:creationId xmlns:p14="http://schemas.microsoft.com/office/powerpoint/2010/main" val="1289961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351B1-AD42-9003-293B-1B6446745ABB}"/>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B385D650-B3A3-F9D3-49D9-5438F406E840}"/>
              </a:ext>
            </a:extLst>
          </p:cNvPr>
          <p:cNvSpPr>
            <a:spLocks noGrp="1"/>
          </p:cNvSpPr>
          <p:nvPr>
            <p:ph type="title"/>
          </p:nvPr>
        </p:nvSpPr>
        <p:spPr/>
        <p:txBody>
          <a:bodyPr/>
          <a:lstStyle/>
          <a:p>
            <a:r>
              <a:rPr lang="en-SE" b="1">
                <a:latin typeface="Poppins"/>
                <a:cs typeface="Poppins"/>
              </a:rPr>
              <a:t>Future Work</a:t>
            </a:r>
            <a:endParaRPr lang="en-US" b="1">
              <a:latin typeface="Poppins" panose="00000500000000000000" pitchFamily="2" charset="0"/>
              <a:cs typeface="Poppins" panose="00000500000000000000" pitchFamily="2" charset="0"/>
            </a:endParaRPr>
          </a:p>
        </p:txBody>
      </p:sp>
      <p:sp>
        <p:nvSpPr>
          <p:cNvPr id="3" name="Platshållare för innehåll 2">
            <a:extLst>
              <a:ext uri="{FF2B5EF4-FFF2-40B4-BE49-F238E27FC236}">
                <a16:creationId xmlns:a16="http://schemas.microsoft.com/office/drawing/2014/main" id="{8006E496-0CA7-631B-3551-FDB1122416F4}"/>
              </a:ext>
            </a:extLst>
          </p:cNvPr>
          <p:cNvSpPr>
            <a:spLocks noGrp="1"/>
          </p:cNvSpPr>
          <p:nvPr>
            <p:ph idx="1"/>
          </p:nvPr>
        </p:nvSpPr>
        <p:spPr>
          <a:xfrm>
            <a:off x="685801" y="1956214"/>
            <a:ext cx="10131425" cy="4197401"/>
          </a:xfrm>
        </p:spPr>
        <p:txBody>
          <a:bodyPr>
            <a:normAutofit/>
          </a:bodyPr>
          <a:lstStyle/>
          <a:p>
            <a:pPr>
              <a:buClr>
                <a:srgbClr val="FFFFFF"/>
              </a:buClr>
            </a:pPr>
            <a:r>
              <a:rPr lang="en-SE">
                <a:latin typeface="Poppins" panose="00000500000000000000" pitchFamily="2" charset="0"/>
                <a:cs typeface="Poppins" panose="00000500000000000000" pitchFamily="2" charset="0"/>
              </a:rPr>
              <a:t>Make system more useful in real scenarios:</a:t>
            </a:r>
          </a:p>
          <a:p>
            <a:pPr lvl="1">
              <a:buClr>
                <a:srgbClr val="FFFFFF"/>
              </a:buClr>
            </a:pPr>
            <a:r>
              <a:rPr lang="en-SE">
                <a:latin typeface="Poppins" panose="00000500000000000000" pitchFamily="2" charset="0"/>
                <a:cs typeface="Poppins" panose="00000500000000000000" pitchFamily="2" charset="0"/>
              </a:rPr>
              <a:t>improve critical value calculations</a:t>
            </a:r>
          </a:p>
          <a:p>
            <a:pPr lvl="1">
              <a:buClr>
                <a:srgbClr val="FFFFFF"/>
              </a:buClr>
            </a:pPr>
            <a:r>
              <a:rPr lang="en-SE">
                <a:latin typeface="Poppins" panose="00000500000000000000" pitchFamily="2" charset="0"/>
                <a:cs typeface="Poppins" panose="00000500000000000000" pitchFamily="2" charset="0"/>
              </a:rPr>
              <a:t>add session comparison</a:t>
            </a:r>
          </a:p>
          <a:p>
            <a:pPr>
              <a:buClr>
                <a:srgbClr val="FFFFFF"/>
              </a:buClr>
            </a:pPr>
            <a:r>
              <a:rPr lang="en-US">
                <a:latin typeface="Poppins" panose="00000500000000000000" pitchFamily="2" charset="0"/>
                <a:cs typeface="Poppins" panose="00000500000000000000" pitchFamily="2" charset="0"/>
              </a:rPr>
              <a:t>Develop the system as a learning tool</a:t>
            </a:r>
            <a:endParaRPr lang="en-SE">
              <a:latin typeface="Poppins" panose="00000500000000000000" pitchFamily="2" charset="0"/>
              <a:cs typeface="Poppins" panose="00000500000000000000" pitchFamily="2" charset="0"/>
            </a:endParaRPr>
          </a:p>
          <a:p>
            <a:pPr>
              <a:buClr>
                <a:srgbClr val="FFFFFF"/>
              </a:buClr>
            </a:pPr>
            <a:r>
              <a:rPr lang="en-SE">
                <a:latin typeface="Poppins" panose="00000500000000000000" pitchFamily="2" charset="0"/>
                <a:cs typeface="Poppins" panose="00000500000000000000" pitchFamily="2" charset="0"/>
              </a:rPr>
              <a:t>Explore continuation in PCC3 with supervisor</a:t>
            </a:r>
            <a:endParaRPr lang="sv-SE">
              <a:latin typeface="Poppins" panose="00000500000000000000" pitchFamily="2" charset="0"/>
              <a:cs typeface="Poppins" panose="00000500000000000000" pitchFamily="2" charset="0"/>
            </a:endParaRPr>
          </a:p>
        </p:txBody>
      </p:sp>
      <p:pic>
        <p:nvPicPr>
          <p:cNvPr id="6" name="Picture 5">
            <a:extLst>
              <a:ext uri="{FF2B5EF4-FFF2-40B4-BE49-F238E27FC236}">
                <a16:creationId xmlns:a16="http://schemas.microsoft.com/office/drawing/2014/main" id="{88E7286F-9521-9E3D-0718-9592EFB639B0}"/>
              </a:ext>
            </a:extLst>
          </p:cNvPr>
          <p:cNvPicPr>
            <a:picLocks noChangeAspect="1"/>
          </p:cNvPicPr>
          <p:nvPr/>
        </p:nvPicPr>
        <p:blipFill>
          <a:blip r:embed="rId3"/>
          <a:stretch>
            <a:fillRect/>
          </a:stretch>
        </p:blipFill>
        <p:spPr>
          <a:xfrm>
            <a:off x="11582934" y="6261418"/>
            <a:ext cx="479672" cy="479672"/>
          </a:xfrm>
          <a:prstGeom prst="rect">
            <a:avLst/>
          </a:prstGeom>
        </p:spPr>
      </p:pic>
    </p:spTree>
    <p:extLst>
      <p:ext uri="{BB962C8B-B14F-4D97-AF65-F5344CB8AC3E}">
        <p14:creationId xmlns:p14="http://schemas.microsoft.com/office/powerpoint/2010/main" val="23785842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083C5-39F0-5C5D-4A77-2E4CC90F6F6F}"/>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F957B876-2075-8F98-063A-D2F274AAF25D}"/>
              </a:ext>
            </a:extLst>
          </p:cNvPr>
          <p:cNvSpPr>
            <a:spLocks noGrp="1"/>
          </p:cNvSpPr>
          <p:nvPr>
            <p:ph type="title"/>
          </p:nvPr>
        </p:nvSpPr>
        <p:spPr/>
        <p:txBody>
          <a:bodyPr/>
          <a:lstStyle/>
          <a:p>
            <a:r>
              <a:rPr lang="en-SE" b="1">
                <a:latin typeface="Poppins"/>
                <a:cs typeface="Poppins"/>
              </a:rPr>
              <a:t>Conclusion</a:t>
            </a:r>
            <a:endParaRPr lang="en-US" b="1">
              <a:latin typeface="Poppins" panose="00000500000000000000" pitchFamily="2" charset="0"/>
              <a:cs typeface="Poppins" panose="00000500000000000000" pitchFamily="2" charset="0"/>
            </a:endParaRPr>
          </a:p>
        </p:txBody>
      </p:sp>
      <p:sp>
        <p:nvSpPr>
          <p:cNvPr id="3" name="Platshållare för innehåll 2">
            <a:extLst>
              <a:ext uri="{FF2B5EF4-FFF2-40B4-BE49-F238E27FC236}">
                <a16:creationId xmlns:a16="http://schemas.microsoft.com/office/drawing/2014/main" id="{46D1694B-C74A-F323-A50B-76C14917E2A1}"/>
              </a:ext>
            </a:extLst>
          </p:cNvPr>
          <p:cNvSpPr>
            <a:spLocks noGrp="1"/>
          </p:cNvSpPr>
          <p:nvPr>
            <p:ph idx="1"/>
          </p:nvPr>
        </p:nvSpPr>
        <p:spPr>
          <a:xfrm>
            <a:off x="685801" y="2142067"/>
            <a:ext cx="6674547" cy="3649133"/>
          </a:xfrm>
        </p:spPr>
        <p:txBody>
          <a:bodyPr/>
          <a:lstStyle/>
          <a:p>
            <a:r>
              <a:rPr lang="en-SE">
                <a:latin typeface="Poppins"/>
                <a:cs typeface="Poppins"/>
              </a:rPr>
              <a:t>A</a:t>
            </a:r>
            <a:r>
              <a:rPr lang="sv-SE">
                <a:latin typeface="Poppins"/>
                <a:cs typeface="Poppins"/>
              </a:rPr>
              <a:t> browser</a:t>
            </a:r>
            <a:r>
              <a:rPr lang="en-SE">
                <a:latin typeface="Poppins"/>
                <a:cs typeface="Poppins"/>
              </a:rPr>
              <a:t>-</a:t>
            </a:r>
            <a:r>
              <a:rPr lang="sv-SE" err="1">
                <a:latin typeface="Poppins"/>
                <a:cs typeface="Poppins"/>
              </a:rPr>
              <a:t>based</a:t>
            </a:r>
            <a:r>
              <a:rPr lang="en-SE">
                <a:latin typeface="Poppins"/>
                <a:cs typeface="Poppins"/>
              </a:rPr>
              <a:t> motion tracking prototype for sports analysis without requiring specialized equipment</a:t>
            </a:r>
            <a:r>
              <a:rPr lang="sv-SE">
                <a:latin typeface="Poppins"/>
                <a:cs typeface="Poppins"/>
              </a:rPr>
              <a:t>.</a:t>
            </a:r>
          </a:p>
          <a:p>
            <a:r>
              <a:rPr lang="sv-SE" err="1">
                <a:latin typeface="Poppins"/>
                <a:cs typeface="Poppins"/>
              </a:rPr>
              <a:t>Future</a:t>
            </a:r>
            <a:r>
              <a:rPr lang="sv-SE">
                <a:latin typeface="Poppins"/>
                <a:cs typeface="Poppins"/>
              </a:rPr>
              <a:t> </a:t>
            </a:r>
            <a:r>
              <a:rPr lang="sv-SE" err="1">
                <a:latin typeface="Poppins"/>
                <a:cs typeface="Poppins"/>
              </a:rPr>
              <a:t>improvements</a:t>
            </a:r>
            <a:r>
              <a:rPr lang="sv-SE">
                <a:latin typeface="Poppins"/>
                <a:cs typeface="Poppins"/>
              </a:rPr>
              <a:t> </a:t>
            </a:r>
            <a:r>
              <a:rPr lang="sv-SE" err="1">
                <a:latin typeface="Poppins"/>
                <a:cs typeface="Poppins"/>
              </a:rPr>
              <a:t>will</a:t>
            </a:r>
            <a:r>
              <a:rPr lang="sv-SE">
                <a:latin typeface="Poppins"/>
                <a:cs typeface="Poppins"/>
              </a:rPr>
              <a:t> </a:t>
            </a:r>
            <a:r>
              <a:rPr lang="en-SE">
                <a:latin typeface="Poppins"/>
                <a:cs typeface="Poppins"/>
              </a:rPr>
              <a:t>improve its capabilities</a:t>
            </a:r>
            <a:r>
              <a:rPr lang="sv-SE">
                <a:latin typeface="Poppins"/>
                <a:cs typeface="Poppins"/>
              </a:rPr>
              <a:t>.</a:t>
            </a:r>
            <a:endParaRPr lang="sv-SE">
              <a:latin typeface="Poppins" panose="00000500000000000000" pitchFamily="2" charset="0"/>
              <a:cs typeface="Poppins" panose="00000500000000000000" pitchFamily="2" charset="0"/>
            </a:endParaRPr>
          </a:p>
        </p:txBody>
      </p:sp>
      <p:sp>
        <p:nvSpPr>
          <p:cNvPr id="5" name="TextBox 4">
            <a:extLst>
              <a:ext uri="{FF2B5EF4-FFF2-40B4-BE49-F238E27FC236}">
                <a16:creationId xmlns:a16="http://schemas.microsoft.com/office/drawing/2014/main" id="{245422C3-7AB2-26A3-3D5C-E5295130BA41}"/>
              </a:ext>
            </a:extLst>
          </p:cNvPr>
          <p:cNvSpPr txBox="1"/>
          <p:nvPr/>
        </p:nvSpPr>
        <p:spPr>
          <a:xfrm>
            <a:off x="6403892" y="5094779"/>
            <a:ext cx="517904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3"/>
              </a:rPr>
              <a:t>https://github.com/JHutton8/IMUVideo-Application</a:t>
            </a:r>
            <a:r>
              <a:rPr lang="en-US"/>
              <a:t> </a:t>
            </a:r>
          </a:p>
          <a:p>
            <a:pPr algn="ctr"/>
            <a:endParaRPr lang="en-US"/>
          </a:p>
        </p:txBody>
      </p:sp>
      <p:pic>
        <p:nvPicPr>
          <p:cNvPr id="6" name="Picture 5" descr="A qr code on a white background&#10;&#10;AI-generated content may be incorrect.">
            <a:extLst>
              <a:ext uri="{FF2B5EF4-FFF2-40B4-BE49-F238E27FC236}">
                <a16:creationId xmlns:a16="http://schemas.microsoft.com/office/drawing/2014/main" id="{3A92ABDE-4D85-7F2B-828E-52CD81518922}"/>
              </a:ext>
            </a:extLst>
          </p:cNvPr>
          <p:cNvPicPr>
            <a:picLocks noChangeAspect="1"/>
          </p:cNvPicPr>
          <p:nvPr/>
        </p:nvPicPr>
        <p:blipFill>
          <a:blip r:embed="rId4"/>
          <a:stretch>
            <a:fillRect/>
          </a:stretch>
        </p:blipFill>
        <p:spPr>
          <a:xfrm>
            <a:off x="8030210" y="811530"/>
            <a:ext cx="3081020" cy="3081020"/>
          </a:xfrm>
          <a:prstGeom prst="rect">
            <a:avLst/>
          </a:prstGeom>
        </p:spPr>
      </p:pic>
      <p:pic>
        <p:nvPicPr>
          <p:cNvPr id="8" name="Picture 7">
            <a:extLst>
              <a:ext uri="{FF2B5EF4-FFF2-40B4-BE49-F238E27FC236}">
                <a16:creationId xmlns:a16="http://schemas.microsoft.com/office/drawing/2014/main" id="{2C522322-4DEA-840A-6278-2DD2A3F7B3E6}"/>
              </a:ext>
            </a:extLst>
          </p:cNvPr>
          <p:cNvPicPr>
            <a:picLocks noChangeAspect="1"/>
          </p:cNvPicPr>
          <p:nvPr/>
        </p:nvPicPr>
        <p:blipFill>
          <a:blip r:embed="rId5"/>
          <a:stretch>
            <a:fillRect/>
          </a:stretch>
        </p:blipFill>
        <p:spPr>
          <a:xfrm>
            <a:off x="11582934" y="6261418"/>
            <a:ext cx="479672" cy="479672"/>
          </a:xfrm>
          <a:prstGeom prst="rect">
            <a:avLst/>
          </a:prstGeom>
        </p:spPr>
      </p:pic>
    </p:spTree>
    <p:extLst>
      <p:ext uri="{BB962C8B-B14F-4D97-AF65-F5344CB8AC3E}">
        <p14:creationId xmlns:p14="http://schemas.microsoft.com/office/powerpoint/2010/main" val="32125466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 4" descr="ljuspunkter">
            <a:extLst>
              <a:ext uri="{FF2B5EF4-FFF2-40B4-BE49-F238E27FC236}">
                <a16:creationId xmlns:a16="http://schemas.microsoft.com/office/drawing/2014/main" id="{20A520D0-11CF-4639-8537-F56A8A2FDCF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Rubrik 1">
            <a:extLst>
              <a:ext uri="{FF2B5EF4-FFF2-40B4-BE49-F238E27FC236}">
                <a16:creationId xmlns:a16="http://schemas.microsoft.com/office/drawing/2014/main" id="{D44BCB7C-A6FC-4118-9027-468ECFDE6455}"/>
              </a:ext>
            </a:extLst>
          </p:cNvPr>
          <p:cNvSpPr>
            <a:spLocks noGrp="1"/>
          </p:cNvSpPr>
          <p:nvPr>
            <p:ph type="ctrTitle"/>
          </p:nvPr>
        </p:nvSpPr>
        <p:spPr>
          <a:xfrm>
            <a:off x="3962399" y="2573867"/>
            <a:ext cx="7197726" cy="2421464"/>
          </a:xfrm>
        </p:spPr>
        <p:txBody>
          <a:bodyPr rtlCol="0">
            <a:normAutofit/>
          </a:bodyPr>
          <a:lstStyle/>
          <a:p>
            <a:pPr rtl="0"/>
            <a:r>
              <a:rPr lang="en-SE" b="1">
                <a:latin typeface="Poppins" panose="00000500000000000000" pitchFamily="2" charset="0"/>
                <a:cs typeface="Poppins" panose="00000500000000000000" pitchFamily="2" charset="0"/>
              </a:rPr>
              <a:t>THANK you</a:t>
            </a:r>
            <a:r>
              <a:rPr lang="sv-SE" b="1">
                <a:latin typeface="Poppins" panose="00000500000000000000" pitchFamily="2" charset="0"/>
                <a:cs typeface="Poppins" panose="00000500000000000000" pitchFamily="2" charset="0"/>
              </a:rPr>
              <a:t>!</a:t>
            </a:r>
          </a:p>
        </p:txBody>
      </p:sp>
      <p:sp>
        <p:nvSpPr>
          <p:cNvPr id="3" name="Underrubrik 2">
            <a:extLst>
              <a:ext uri="{FF2B5EF4-FFF2-40B4-BE49-F238E27FC236}">
                <a16:creationId xmlns:a16="http://schemas.microsoft.com/office/drawing/2014/main" id="{4B64FA72-B055-4AE3-A6FD-8071BD687CBE}"/>
              </a:ext>
            </a:extLst>
          </p:cNvPr>
          <p:cNvSpPr>
            <a:spLocks noGrp="1"/>
          </p:cNvSpPr>
          <p:nvPr>
            <p:ph type="subTitle" idx="1"/>
          </p:nvPr>
        </p:nvSpPr>
        <p:spPr>
          <a:xfrm>
            <a:off x="3962399" y="4995332"/>
            <a:ext cx="7197726" cy="1405467"/>
          </a:xfrm>
        </p:spPr>
        <p:txBody>
          <a:bodyPr rtlCol="0">
            <a:normAutofit/>
          </a:bodyPr>
          <a:lstStyle/>
          <a:p>
            <a:pPr rtl="0"/>
            <a:r>
              <a:rPr lang="en-SE" cap="none">
                <a:solidFill>
                  <a:schemeClr val="accent1">
                    <a:lumMod val="40000"/>
                    <a:lumOff val="60000"/>
                  </a:schemeClr>
                </a:solidFill>
                <a:sym typeface="Wingdings" panose="05000000000000000000" pitchFamily="2" charset="2"/>
              </a:rPr>
              <a:t>sahandkh@kth.se </a:t>
            </a:r>
          </a:p>
          <a:p>
            <a:r>
              <a:rPr lang="sv-SE" cap="none">
                <a:solidFill>
                  <a:schemeClr val="accent1">
                    <a:lumMod val="40000"/>
                    <a:lumOff val="60000"/>
                  </a:schemeClr>
                </a:solidFill>
                <a:ea typeface="Calibri"/>
                <a:cs typeface="Calibri"/>
              </a:rPr>
              <a:t>hutton@kth.s</a:t>
            </a:r>
            <a:r>
              <a:rPr lang="en-SE" cap="none">
                <a:solidFill>
                  <a:schemeClr val="accent1">
                    <a:lumMod val="40000"/>
                    <a:lumOff val="60000"/>
                  </a:schemeClr>
                </a:solidFill>
                <a:ea typeface="Calibri"/>
                <a:cs typeface="Calibri"/>
              </a:rPr>
              <a:t>e </a:t>
            </a:r>
          </a:p>
          <a:p>
            <a:r>
              <a:rPr lang="en-SE" cap="none">
                <a:solidFill>
                  <a:schemeClr val="accent1">
                    <a:lumMod val="40000"/>
                    <a:lumOff val="60000"/>
                  </a:schemeClr>
                </a:solidFill>
                <a:ea typeface="Calibri"/>
                <a:cs typeface="Calibri"/>
              </a:rPr>
              <a:t>aledjon2@kth.se </a:t>
            </a:r>
            <a:endParaRPr lang="sv-SE" cap="none">
              <a:solidFill>
                <a:schemeClr val="accent1">
                  <a:lumMod val="40000"/>
                  <a:lumOff val="60000"/>
                </a:schemeClr>
              </a:solidFill>
              <a:ea typeface="Calibri"/>
              <a:cs typeface="Calibri"/>
            </a:endParaRPr>
          </a:p>
          <a:p>
            <a:endParaRPr lang="sv-SE">
              <a:solidFill>
                <a:schemeClr val="accent1">
                  <a:lumMod val="40000"/>
                  <a:lumOff val="60000"/>
                </a:schemeClr>
              </a:solidFill>
              <a:ea typeface="Calibri" panose="020F0502020204030204"/>
              <a:cs typeface="Calibri" panose="020F0502020204030204"/>
            </a:endParaRPr>
          </a:p>
        </p:txBody>
      </p:sp>
      <p:pic>
        <p:nvPicPr>
          <p:cNvPr id="6" name="Picture 5">
            <a:extLst>
              <a:ext uri="{FF2B5EF4-FFF2-40B4-BE49-F238E27FC236}">
                <a16:creationId xmlns:a16="http://schemas.microsoft.com/office/drawing/2014/main" id="{D386D6C4-88EC-BA78-799A-709FF5F166D5}"/>
              </a:ext>
            </a:extLst>
          </p:cNvPr>
          <p:cNvPicPr>
            <a:picLocks noChangeAspect="1"/>
          </p:cNvPicPr>
          <p:nvPr/>
        </p:nvPicPr>
        <p:blipFill>
          <a:blip r:embed="rId4"/>
          <a:stretch>
            <a:fillRect/>
          </a:stretch>
        </p:blipFill>
        <p:spPr>
          <a:xfrm>
            <a:off x="2501636" y="1968237"/>
            <a:ext cx="2921525" cy="2921525"/>
          </a:xfrm>
          <a:prstGeom prst="rect">
            <a:avLst/>
          </a:prstGeom>
        </p:spPr>
      </p:pic>
    </p:spTree>
    <p:extLst>
      <p:ext uri="{BB962C8B-B14F-4D97-AF65-F5344CB8AC3E}">
        <p14:creationId xmlns:p14="http://schemas.microsoft.com/office/powerpoint/2010/main" val="29399308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Himmelsk">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Office_50521706_TF22566005_Win32" id="{7841755E-8DC2-4F69-B6F6-99E90AAD511B}" vid="{4F370972-A735-4817-BB80-38A014CB60B0}"/>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A0D51BCB-0419-432E-B7F1-25548446A625}">
  <ds:schemaRefs>
    <ds:schemaRef ds:uri="http://schemas.microsoft.com/sharepoint/v3/contenttype/forms"/>
  </ds:schemaRefs>
</ds:datastoreItem>
</file>

<file path=customXml/itemProps2.xml><?xml version="1.0" encoding="utf-8"?>
<ds:datastoreItem xmlns:ds="http://schemas.openxmlformats.org/officeDocument/2006/customXml" ds:itemID="{9E8D3305-1D9D-4BC8-A40F-6F8AE50BD76B}">
  <ds:schemaRefs>
    <ds:schemaRef ds:uri="16c05727-aa75-4e4a-9b5f-8a80a1165891"/>
    <ds:schemaRef ds:uri="71af3243-3dd4-4a8d-8c0d-dd76da1f02a5"/>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08B90B-70ED-4539-9C14-FB2728D9064F}">
  <ds:schemaRefs>
    <ds:schemaRef ds:uri="71af3243-3dd4-4a8d-8c0d-dd76da1f02a5"/>
    <ds:schemaRef ds:uri="http://schemas.microsoft.com/office/2006/metadata/properties"/>
    <ds:schemaRef ds:uri="http://www.w3.org/2000/xmlns/"/>
    <ds:schemaRef ds:uri="http://www.w3.org/2001/XMLSchema-instanc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CM2016 Presentation</Template>
  <Application>Microsoft Office PowerPoint</Application>
  <PresentationFormat>Widescreen</PresentationFormat>
  <Slides>15</Slides>
  <Notes>10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Himmelsk</vt:lpstr>
      <vt:lpstr>MoveSync</vt:lpstr>
      <vt:lpstr>Introduction What it is &amp; why it matters</vt:lpstr>
      <vt:lpstr>DEMO</vt:lpstr>
      <vt:lpstr>Processing Pipeline – Video Panel</vt:lpstr>
      <vt:lpstr>Processing Pipeline – IMU Data</vt:lpstr>
      <vt:lpstr>Processing Pipeline – IMU Data</vt:lpstr>
      <vt:lpstr>Processing Pipeline – Plotting</vt:lpstr>
      <vt:lpstr>Metrics</vt:lpstr>
      <vt:lpstr>Metrics - acceleration</vt:lpstr>
      <vt:lpstr>Metrics – Velocity and distance</vt:lpstr>
      <vt:lpstr>Metrics – Angular velocity</vt:lpstr>
      <vt:lpstr>PowerPoint Presentation</vt:lpstr>
      <vt:lpstr>Future Work</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MoveSync</dc:title>
  <dc:creator>Sahand Khodabandehloo</dc:creator>
  <cp:revision>1</cp:revision>
  <dcterms:created xsi:type="dcterms:W3CDTF">2026-03-06T13:23:11Z</dcterms:created>
  <dcterms:modified xsi:type="dcterms:W3CDTF">2026-03-09T11:22:18Z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