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8" r:id="rId3"/>
    <p:sldId id="283" r:id="rId4"/>
    <p:sldId id="257" r:id="rId5"/>
    <p:sldId id="277" r:id="rId6"/>
    <p:sldId id="285" r:id="rId7"/>
    <p:sldId id="279" r:id="rId8"/>
    <p:sldId id="28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hand Khodabandehloo" initials="SK" lastIdx="1" clrIdx="0">
    <p:extLst>
      <p:ext uri="{19B8F6BF-5375-455C-9EA6-DF929625EA0E}">
        <p15:presenceInfo xmlns:p15="http://schemas.microsoft.com/office/powerpoint/2012/main" userId="cb03d64890cf78b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 v="606" dt="2020-12-04T14:11:34.047"/>
    <p1510:client id="{A00A9477-F53E-49C3-8BC8-F402AB4DD1B0}" v="5" dt="2020-12-04T14:17:18.6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d Khodabandehloo" userId="cb03d64890cf78b3" providerId="LiveId" clId="{A00A9477-F53E-49C3-8BC8-F402AB4DD1B0}"/>
    <pc:docChg chg="addSld modSld">
      <pc:chgData name="Sahand Khodabandehloo" userId="cb03d64890cf78b3" providerId="LiveId" clId="{A00A9477-F53E-49C3-8BC8-F402AB4DD1B0}" dt="2020-12-04T14:17:18.640" v="24" actId="20577"/>
      <pc:docMkLst>
        <pc:docMk/>
      </pc:docMkLst>
      <pc:sldChg chg="modSp mod">
        <pc:chgData name="Sahand Khodabandehloo" userId="cb03d64890cf78b3" providerId="LiveId" clId="{A00A9477-F53E-49C3-8BC8-F402AB4DD1B0}" dt="2020-12-04T12:40:03.733" v="13" actId="20577"/>
        <pc:sldMkLst>
          <pc:docMk/>
          <pc:sldMk cId="2602507202" sldId="258"/>
        </pc:sldMkLst>
        <pc:spChg chg="mod">
          <ac:chgData name="Sahand Khodabandehloo" userId="cb03d64890cf78b3" providerId="LiveId" clId="{A00A9477-F53E-49C3-8BC8-F402AB4DD1B0}" dt="2020-12-04T12:40:03.733" v="13" actId="20577"/>
          <ac:spMkLst>
            <pc:docMk/>
            <pc:sldMk cId="2602507202" sldId="258"/>
            <ac:spMk id="2" creationId="{A3F67386-F56B-42AD-A5BF-50381789E5DB}"/>
          </ac:spMkLst>
        </pc:spChg>
        <pc:spChg chg="mod">
          <ac:chgData name="Sahand Khodabandehloo" userId="cb03d64890cf78b3" providerId="LiveId" clId="{A00A9477-F53E-49C3-8BC8-F402AB4DD1B0}" dt="2020-12-04T12:31:37.468" v="10" actId="20577"/>
          <ac:spMkLst>
            <pc:docMk/>
            <pc:sldMk cId="2602507202" sldId="258"/>
            <ac:spMk id="3" creationId="{EABAC9F8-D1DA-476B-9AB9-613637A1ED24}"/>
          </ac:spMkLst>
        </pc:spChg>
      </pc:sldChg>
      <pc:sldChg chg="modNotesTx">
        <pc:chgData name="Sahand Khodabandehloo" userId="cb03d64890cf78b3" providerId="LiveId" clId="{A00A9477-F53E-49C3-8BC8-F402AB4DD1B0}" dt="2020-12-04T14:17:18.640" v="24" actId="20577"/>
        <pc:sldMkLst>
          <pc:docMk/>
          <pc:sldMk cId="143217621" sldId="277"/>
        </pc:sldMkLst>
      </pc:sldChg>
      <pc:sldChg chg="modSp new mod">
        <pc:chgData name="Sahand Khodabandehloo" userId="cb03d64890cf78b3" providerId="LiveId" clId="{A00A9477-F53E-49C3-8BC8-F402AB4DD1B0}" dt="2020-12-04T12:40:43.039" v="19"/>
        <pc:sldMkLst>
          <pc:docMk/>
          <pc:sldMk cId="2549287145" sldId="282"/>
        </pc:sldMkLst>
        <pc:spChg chg="mod">
          <ac:chgData name="Sahand Khodabandehloo" userId="cb03d64890cf78b3" providerId="LiveId" clId="{A00A9477-F53E-49C3-8BC8-F402AB4DD1B0}" dt="2020-12-04T12:40:13.621" v="18" actId="20577"/>
          <ac:spMkLst>
            <pc:docMk/>
            <pc:sldMk cId="2549287145" sldId="282"/>
            <ac:spMk id="2" creationId="{CCDAC097-D039-4D60-939A-E0A37A87F7FF}"/>
          </ac:spMkLst>
        </pc:spChg>
        <pc:spChg chg="mod">
          <ac:chgData name="Sahand Khodabandehloo" userId="cb03d64890cf78b3" providerId="LiveId" clId="{A00A9477-F53E-49C3-8BC8-F402AB4DD1B0}" dt="2020-12-04T12:40:43.039" v="19"/>
          <ac:spMkLst>
            <pc:docMk/>
            <pc:sldMk cId="2549287145" sldId="282"/>
            <ac:spMk id="3" creationId="{409EFD97-47BB-4612-9C6F-EBF51F468933}"/>
          </ac:spMkLst>
        </pc:spChg>
      </pc:sldChg>
      <pc:sldChg chg="modNotesTx">
        <pc:chgData name="Sahand Khodabandehloo" userId="cb03d64890cf78b3" providerId="LiveId" clId="{A00A9477-F53E-49C3-8BC8-F402AB4DD1B0}" dt="2020-12-04T14:17:05.299" v="22" actId="20577"/>
        <pc:sldMkLst>
          <pc:docMk/>
          <pc:sldMk cId="1940065210" sldId="283"/>
        </pc:sldMkLst>
      </pc:sldChg>
    </pc:docChg>
  </pc:docChgLst>
  <pc:docChgLst>
    <pc:chgData name="Sahand Khodabandehloo" userId="cb03d64890cf78b3" providerId="LiveId" clId="{E7C320F2-E94A-48AB-96D9-7C306F86CD67}"/>
    <pc:docChg chg="undo custSel mod addSld delSld modSld">
      <pc:chgData name="Sahand Khodabandehloo" userId="cb03d64890cf78b3" providerId="LiveId" clId="{E7C320F2-E94A-48AB-96D9-7C306F86CD67}" dt="2020-12-04T14:11:34.047" v="1105" actId="2696"/>
      <pc:docMkLst>
        <pc:docMk/>
      </pc:docMkLst>
      <pc:sldChg chg="modSp modNotesTx">
        <pc:chgData name="Sahand Khodabandehloo" userId="cb03d64890cf78b3" providerId="LiveId" clId="{E7C320F2-E94A-48AB-96D9-7C306F86CD67}" dt="2020-12-04T14:10:58.051" v="1100" actId="20577"/>
        <pc:sldMkLst>
          <pc:docMk/>
          <pc:sldMk cId="2166570865" sldId="257"/>
        </pc:sldMkLst>
        <pc:spChg chg="mod">
          <ac:chgData name="Sahand Khodabandehloo" userId="cb03d64890cf78b3" providerId="LiveId" clId="{E7C320F2-E94A-48AB-96D9-7C306F86CD67}" dt="2020-12-04T13:58:49.475" v="893" actId="20577"/>
          <ac:spMkLst>
            <pc:docMk/>
            <pc:sldMk cId="2166570865" sldId="257"/>
            <ac:spMk id="3" creationId="{20EA7044-4A94-4E7B-90AE-A6AAF65BB26B}"/>
          </ac:spMkLst>
        </pc:spChg>
        <pc:spChg chg="mod">
          <ac:chgData name="Sahand Khodabandehloo" userId="cb03d64890cf78b3" providerId="LiveId" clId="{E7C320F2-E94A-48AB-96D9-7C306F86CD67}" dt="2020-12-04T13:59:14.833" v="900" actId="1076"/>
          <ac:spMkLst>
            <pc:docMk/>
            <pc:sldMk cId="2166570865" sldId="257"/>
            <ac:spMk id="9" creationId="{64C18927-198A-412F-97C0-BC470298F2A1}"/>
          </ac:spMkLst>
        </pc:spChg>
        <pc:spChg chg="mod">
          <ac:chgData name="Sahand Khodabandehloo" userId="cb03d64890cf78b3" providerId="LiveId" clId="{E7C320F2-E94A-48AB-96D9-7C306F86CD67}" dt="2020-12-04T13:59:08.722" v="899" actId="14100"/>
          <ac:spMkLst>
            <pc:docMk/>
            <pc:sldMk cId="2166570865" sldId="257"/>
            <ac:spMk id="11" creationId="{C6E28DB9-3F81-43FB-BB79-8341AA8E90B7}"/>
          </ac:spMkLst>
        </pc:spChg>
        <pc:spChg chg="mod">
          <ac:chgData name="Sahand Khodabandehloo" userId="cb03d64890cf78b3" providerId="LiveId" clId="{E7C320F2-E94A-48AB-96D9-7C306F86CD67}" dt="2020-12-04T13:59:14.833" v="900" actId="1076"/>
          <ac:spMkLst>
            <pc:docMk/>
            <pc:sldMk cId="2166570865" sldId="257"/>
            <ac:spMk id="15" creationId="{89E645CF-4196-44C7-AF85-E617CD6802E3}"/>
          </ac:spMkLst>
        </pc:spChg>
      </pc:sldChg>
      <pc:sldChg chg="modSp modNotesTx">
        <pc:chgData name="Sahand Khodabandehloo" userId="cb03d64890cf78b3" providerId="LiveId" clId="{E7C320F2-E94A-48AB-96D9-7C306F86CD67}" dt="2020-12-04T13:56:24.522" v="854" actId="20577"/>
        <pc:sldMkLst>
          <pc:docMk/>
          <pc:sldMk cId="2602507202" sldId="258"/>
        </pc:sldMkLst>
        <pc:spChg chg="mod">
          <ac:chgData name="Sahand Khodabandehloo" userId="cb03d64890cf78b3" providerId="LiveId" clId="{E7C320F2-E94A-48AB-96D9-7C306F86CD67}" dt="2020-12-04T13:07:59.164" v="649" actId="114"/>
          <ac:spMkLst>
            <pc:docMk/>
            <pc:sldMk cId="2602507202" sldId="258"/>
            <ac:spMk id="3" creationId="{EABAC9F8-D1DA-476B-9AB9-613637A1ED24}"/>
          </ac:spMkLst>
        </pc:spChg>
      </pc:sldChg>
      <pc:sldChg chg="modSp del">
        <pc:chgData name="Sahand Khodabandehloo" userId="cb03d64890cf78b3" providerId="LiveId" clId="{E7C320F2-E94A-48AB-96D9-7C306F86CD67}" dt="2020-12-04T14:04:11.418" v="1019" actId="2696"/>
        <pc:sldMkLst>
          <pc:docMk/>
          <pc:sldMk cId="3582041356" sldId="263"/>
        </pc:sldMkLst>
        <pc:spChg chg="mod">
          <ac:chgData name="Sahand Khodabandehloo" userId="cb03d64890cf78b3" providerId="LiveId" clId="{E7C320F2-E94A-48AB-96D9-7C306F86CD67}" dt="2020-12-04T14:01:53.172" v="902"/>
          <ac:spMkLst>
            <pc:docMk/>
            <pc:sldMk cId="3582041356" sldId="263"/>
            <ac:spMk id="6" creationId="{9E8AAE19-27FD-4ABC-9E83-530F6EB00B1A}"/>
          </ac:spMkLst>
        </pc:spChg>
      </pc:sldChg>
      <pc:sldChg chg="del">
        <pc:chgData name="Sahand Khodabandehloo" userId="cb03d64890cf78b3" providerId="LiveId" clId="{E7C320F2-E94A-48AB-96D9-7C306F86CD67}" dt="2020-11-29T12:43:46.040" v="0" actId="2696"/>
        <pc:sldMkLst>
          <pc:docMk/>
          <pc:sldMk cId="2891583280" sldId="276"/>
        </pc:sldMkLst>
      </pc:sldChg>
      <pc:sldChg chg="addSp delSp modSp modNotesTx">
        <pc:chgData name="Sahand Khodabandehloo" userId="cb03d64890cf78b3" providerId="LiveId" clId="{E7C320F2-E94A-48AB-96D9-7C306F86CD67}" dt="2020-12-04T14:11:14.092" v="1104" actId="20577"/>
        <pc:sldMkLst>
          <pc:docMk/>
          <pc:sldMk cId="143217621" sldId="277"/>
        </pc:sldMkLst>
        <pc:spChg chg="mod ord">
          <ac:chgData name="Sahand Khodabandehloo" userId="cb03d64890cf78b3" providerId="LiveId" clId="{E7C320F2-E94A-48AB-96D9-7C306F86CD67}" dt="2020-12-04T13:24:25.466" v="778" actId="26606"/>
          <ac:spMkLst>
            <pc:docMk/>
            <pc:sldMk cId="143217621" sldId="277"/>
            <ac:spMk id="2" creationId="{7B121431-DD6C-4C22-93B3-C87FDD2EC65F}"/>
          </ac:spMkLst>
        </pc:spChg>
        <pc:spChg chg="mod ord">
          <ac:chgData name="Sahand Khodabandehloo" userId="cb03d64890cf78b3" providerId="LiveId" clId="{E7C320F2-E94A-48AB-96D9-7C306F86CD67}" dt="2020-12-04T13:26:13.445" v="788" actId="20577"/>
          <ac:spMkLst>
            <pc:docMk/>
            <pc:sldMk cId="143217621" sldId="277"/>
            <ac:spMk id="3" creationId="{246274C0-D042-4261-BC15-22E8C0A00673}"/>
          </ac:spMkLst>
        </pc:spChg>
        <pc:spChg chg="add del">
          <ac:chgData name="Sahand Khodabandehloo" userId="cb03d64890cf78b3" providerId="LiveId" clId="{E7C320F2-E94A-48AB-96D9-7C306F86CD67}" dt="2020-12-04T13:24:11.041" v="772" actId="26606"/>
          <ac:spMkLst>
            <pc:docMk/>
            <pc:sldMk cId="143217621" sldId="277"/>
            <ac:spMk id="71" creationId="{742C14A9-3617-46DD-9FC4-ED828A7D3E6F}"/>
          </ac:spMkLst>
        </pc:spChg>
        <pc:spChg chg="add del">
          <ac:chgData name="Sahand Khodabandehloo" userId="cb03d64890cf78b3" providerId="LiveId" clId="{E7C320F2-E94A-48AB-96D9-7C306F86CD67}" dt="2020-12-04T13:24:11.041" v="772" actId="26606"/>
          <ac:spMkLst>
            <pc:docMk/>
            <pc:sldMk cId="143217621" sldId="277"/>
            <ac:spMk id="75" creationId="{19E5CB6C-D5A1-44AB-BAD0-E76C67ED2802}"/>
          </ac:spMkLst>
        </pc:spChg>
        <pc:spChg chg="add del">
          <ac:chgData name="Sahand Khodabandehloo" userId="cb03d64890cf78b3" providerId="LiveId" clId="{E7C320F2-E94A-48AB-96D9-7C306F86CD67}" dt="2020-12-04T13:24:24.945" v="776" actId="26606"/>
          <ac:spMkLst>
            <pc:docMk/>
            <pc:sldMk cId="143217621" sldId="277"/>
            <ac:spMk id="1028" creationId="{742C14A9-3617-46DD-9FC4-ED828A7D3E6F}"/>
          </ac:spMkLst>
        </pc:spChg>
        <pc:spChg chg="add del">
          <ac:chgData name="Sahand Khodabandehloo" userId="cb03d64890cf78b3" providerId="LiveId" clId="{E7C320F2-E94A-48AB-96D9-7C306F86CD67}" dt="2020-12-04T13:24:24.945" v="776" actId="26606"/>
          <ac:spMkLst>
            <pc:docMk/>
            <pc:sldMk cId="143217621" sldId="277"/>
            <ac:spMk id="1030" creationId="{19E5CB6C-D5A1-44AB-BAD0-E76C67ED2802}"/>
          </ac:spMkLst>
        </pc:spChg>
        <pc:spChg chg="add del">
          <ac:chgData name="Sahand Khodabandehloo" userId="cb03d64890cf78b3" providerId="LiveId" clId="{E7C320F2-E94A-48AB-96D9-7C306F86CD67}" dt="2020-12-04T13:24:25.466" v="778" actId="26606"/>
          <ac:spMkLst>
            <pc:docMk/>
            <pc:sldMk cId="143217621" sldId="277"/>
            <ac:spMk id="1034" creationId="{2D9A643A-A18D-442D-A729-DF6C133B5B9D}"/>
          </ac:spMkLst>
        </pc:spChg>
        <pc:spChg chg="add del">
          <ac:chgData name="Sahand Khodabandehloo" userId="cb03d64890cf78b3" providerId="LiveId" clId="{E7C320F2-E94A-48AB-96D9-7C306F86CD67}" dt="2020-12-04T13:24:25.466" v="778" actId="26606"/>
          <ac:spMkLst>
            <pc:docMk/>
            <pc:sldMk cId="143217621" sldId="277"/>
            <ac:spMk id="1035" creationId="{2D0FC3E6-77E8-4844-B423-47C904BF0670}"/>
          </ac:spMkLst>
        </pc:spChg>
        <pc:spChg chg="add del">
          <ac:chgData name="Sahand Khodabandehloo" userId="cb03d64890cf78b3" providerId="LiveId" clId="{E7C320F2-E94A-48AB-96D9-7C306F86CD67}" dt="2020-12-04T13:24:25.466" v="778" actId="26606"/>
          <ac:spMkLst>
            <pc:docMk/>
            <pc:sldMk cId="143217621" sldId="277"/>
            <ac:spMk id="1038" creationId="{9D519FC3-E04F-4257-9948-C67007FD5837}"/>
          </ac:spMkLst>
        </pc:spChg>
        <pc:grpChg chg="add del">
          <ac:chgData name="Sahand Khodabandehloo" userId="cb03d64890cf78b3" providerId="LiveId" clId="{E7C320F2-E94A-48AB-96D9-7C306F86CD67}" dt="2020-12-04T13:24:25.466" v="778" actId="26606"/>
          <ac:grpSpMkLst>
            <pc:docMk/>
            <pc:sldMk cId="143217621" sldId="277"/>
            <ac:grpSpMk id="1036" creationId="{6CA376F3-DB8D-48C4-ABA1-B7533050C57F}"/>
          </ac:grpSpMkLst>
        </pc:grpChg>
        <pc:picChg chg="mod">
          <ac:chgData name="Sahand Khodabandehloo" userId="cb03d64890cf78b3" providerId="LiveId" clId="{E7C320F2-E94A-48AB-96D9-7C306F86CD67}" dt="2020-12-04T13:24:25.470" v="779" actId="26606"/>
          <ac:picMkLst>
            <pc:docMk/>
            <pc:sldMk cId="143217621" sldId="277"/>
            <ac:picMk id="7" creationId="{052D6901-59F9-4C87-9EF3-36889F9E5AFD}"/>
          </ac:picMkLst>
        </pc:picChg>
        <pc:picChg chg="add del">
          <ac:chgData name="Sahand Khodabandehloo" userId="cb03d64890cf78b3" providerId="LiveId" clId="{E7C320F2-E94A-48AB-96D9-7C306F86CD67}" dt="2020-12-04T13:24:11.041" v="772" actId="26606"/>
          <ac:picMkLst>
            <pc:docMk/>
            <pc:sldMk cId="143217621" sldId="277"/>
            <ac:picMk id="77" creationId="{D5A16967-5C32-4A48-9F02-4F0228AC8DBA}"/>
          </ac:picMkLst>
        </pc:picChg>
        <pc:picChg chg="add del">
          <ac:chgData name="Sahand Khodabandehloo" userId="cb03d64890cf78b3" providerId="LiveId" clId="{E7C320F2-E94A-48AB-96D9-7C306F86CD67}" dt="2020-12-04T13:24:25.466" v="778" actId="26606"/>
          <ac:picMkLst>
            <pc:docMk/>
            <pc:sldMk cId="143217621" sldId="277"/>
            <ac:picMk id="83" creationId="{C05B8F27-FE29-4AF0-8904-E14147A0E45F}"/>
          </ac:picMkLst>
        </pc:picChg>
        <pc:picChg chg="add mod">
          <ac:chgData name="Sahand Khodabandehloo" userId="cb03d64890cf78b3" providerId="LiveId" clId="{E7C320F2-E94A-48AB-96D9-7C306F86CD67}" dt="2020-12-04T13:24:36.117" v="780" actId="14100"/>
          <ac:picMkLst>
            <pc:docMk/>
            <pc:sldMk cId="143217621" sldId="277"/>
            <ac:picMk id="1026" creationId="{E8C2C056-8ABB-41B5-A6FC-72188885B3F0}"/>
          </ac:picMkLst>
        </pc:picChg>
        <pc:picChg chg="add del">
          <ac:chgData name="Sahand Khodabandehloo" userId="cb03d64890cf78b3" providerId="LiveId" clId="{E7C320F2-E94A-48AB-96D9-7C306F86CD67}" dt="2020-12-04T13:24:24.945" v="776" actId="26606"/>
          <ac:picMkLst>
            <pc:docMk/>
            <pc:sldMk cId="143217621" sldId="277"/>
            <ac:picMk id="1031" creationId="{D5A16967-5C32-4A48-9F02-4F0228AC8DBA}"/>
          </ac:picMkLst>
        </pc:picChg>
        <pc:cxnChg chg="add del">
          <ac:chgData name="Sahand Khodabandehloo" userId="cb03d64890cf78b3" providerId="LiveId" clId="{E7C320F2-E94A-48AB-96D9-7C306F86CD67}" dt="2020-12-04T13:24:11.041" v="772" actId="26606"/>
          <ac:cxnSpMkLst>
            <pc:docMk/>
            <pc:sldMk cId="143217621" sldId="277"/>
            <ac:cxnSpMk id="73" creationId="{19AB0109-1C89-41F0-9EDF-3DE017BE3F27}"/>
          </ac:cxnSpMkLst>
        </pc:cxnChg>
        <pc:cxnChg chg="add del">
          <ac:chgData name="Sahand Khodabandehloo" userId="cb03d64890cf78b3" providerId="LiveId" clId="{E7C320F2-E94A-48AB-96D9-7C306F86CD67}" dt="2020-12-04T13:24:11.041" v="772" actId="26606"/>
          <ac:cxnSpMkLst>
            <pc:docMk/>
            <pc:sldMk cId="143217621" sldId="277"/>
            <ac:cxnSpMk id="79" creationId="{942D078B-EF20-4DB1-AA1B-87F212C56A9A}"/>
          </ac:cxnSpMkLst>
        </pc:cxnChg>
        <pc:cxnChg chg="add del">
          <ac:chgData name="Sahand Khodabandehloo" userId="cb03d64890cf78b3" providerId="LiveId" clId="{E7C320F2-E94A-48AB-96D9-7C306F86CD67}" dt="2020-12-04T13:24:25.466" v="778" actId="26606"/>
          <ac:cxnSpMkLst>
            <pc:docMk/>
            <pc:sldMk cId="143217621" sldId="277"/>
            <ac:cxnSpMk id="81" creationId="{6D00ADDD-D6F3-415A-8D00-11D98E3E370B}"/>
          </ac:cxnSpMkLst>
        </pc:cxnChg>
        <pc:cxnChg chg="add del">
          <ac:chgData name="Sahand Khodabandehloo" userId="cb03d64890cf78b3" providerId="LiveId" clId="{E7C320F2-E94A-48AB-96D9-7C306F86CD67}" dt="2020-12-04T13:24:25.466" v="778" actId="26606"/>
          <ac:cxnSpMkLst>
            <pc:docMk/>
            <pc:sldMk cId="143217621" sldId="277"/>
            <ac:cxnSpMk id="85" creationId="{EBC476F5-4468-4786-8EA4-6CF65200AF5F}"/>
          </ac:cxnSpMkLst>
        </pc:cxnChg>
        <pc:cxnChg chg="add del">
          <ac:chgData name="Sahand Khodabandehloo" userId="cb03d64890cf78b3" providerId="LiveId" clId="{E7C320F2-E94A-48AB-96D9-7C306F86CD67}" dt="2020-12-04T13:24:24.945" v="776" actId="26606"/>
          <ac:cxnSpMkLst>
            <pc:docMk/>
            <pc:sldMk cId="143217621" sldId="277"/>
            <ac:cxnSpMk id="1029" creationId="{19AB0109-1C89-41F0-9EDF-3DE017BE3F27}"/>
          </ac:cxnSpMkLst>
        </pc:cxnChg>
        <pc:cxnChg chg="add del">
          <ac:chgData name="Sahand Khodabandehloo" userId="cb03d64890cf78b3" providerId="LiveId" clId="{E7C320F2-E94A-48AB-96D9-7C306F86CD67}" dt="2020-12-04T13:24:24.945" v="776" actId="26606"/>
          <ac:cxnSpMkLst>
            <pc:docMk/>
            <pc:sldMk cId="143217621" sldId="277"/>
            <ac:cxnSpMk id="1032" creationId="{942D078B-EF20-4DB1-AA1B-87F212C56A9A}"/>
          </ac:cxnSpMkLst>
        </pc:cxnChg>
      </pc:sldChg>
      <pc:sldChg chg="modSp del modNotesTx">
        <pc:chgData name="Sahand Khodabandehloo" userId="cb03d64890cf78b3" providerId="LiveId" clId="{E7C320F2-E94A-48AB-96D9-7C306F86CD67}" dt="2020-12-04T14:11:34.047" v="1105" actId="2696"/>
        <pc:sldMkLst>
          <pc:docMk/>
          <pc:sldMk cId="3535080805" sldId="278"/>
        </pc:sldMkLst>
        <pc:spChg chg="mod">
          <ac:chgData name="Sahand Khodabandehloo" userId="cb03d64890cf78b3" providerId="LiveId" clId="{E7C320F2-E94A-48AB-96D9-7C306F86CD67}" dt="2020-12-04T14:01:38.171" v="901" actId="20577"/>
          <ac:spMkLst>
            <pc:docMk/>
            <pc:sldMk cId="3535080805" sldId="278"/>
            <ac:spMk id="3" creationId="{F190103F-6AA3-4A14-A324-EEF18153DA74}"/>
          </ac:spMkLst>
        </pc:spChg>
        <pc:picChg chg="mod">
          <ac:chgData name="Sahand Khodabandehloo" userId="cb03d64890cf78b3" providerId="LiveId" clId="{E7C320F2-E94A-48AB-96D9-7C306F86CD67}" dt="2020-12-04T13:26:41.019" v="791" actId="27614"/>
          <ac:picMkLst>
            <pc:docMk/>
            <pc:sldMk cId="3535080805" sldId="278"/>
            <ac:picMk id="4" creationId="{D2693447-4D2F-4659-9C17-155B4B2F2F53}"/>
          </ac:picMkLst>
        </pc:picChg>
      </pc:sldChg>
      <pc:sldChg chg="modSp add del">
        <pc:chgData name="Sahand Khodabandehloo" userId="cb03d64890cf78b3" providerId="LiveId" clId="{E7C320F2-E94A-48AB-96D9-7C306F86CD67}" dt="2020-11-29T12:44:07.941" v="9"/>
        <pc:sldMkLst>
          <pc:docMk/>
          <pc:sldMk cId="905439502" sldId="280"/>
        </pc:sldMkLst>
        <pc:spChg chg="mod">
          <ac:chgData name="Sahand Khodabandehloo" userId="cb03d64890cf78b3" providerId="LiveId" clId="{E7C320F2-E94A-48AB-96D9-7C306F86CD67}" dt="2020-11-29T12:44:07.366" v="8" actId="20577"/>
          <ac:spMkLst>
            <pc:docMk/>
            <pc:sldMk cId="905439502" sldId="280"/>
            <ac:spMk id="2" creationId="{E9F85421-98D7-4BDC-AEC0-6CE69268DA8E}"/>
          </ac:spMkLst>
        </pc:spChg>
      </pc:sldChg>
      <pc:sldChg chg="modSp add del">
        <pc:chgData name="Sahand Khodabandehloo" userId="cb03d64890cf78b3" providerId="LiveId" clId="{E7C320F2-E94A-48AB-96D9-7C306F86CD67}" dt="2020-11-29T12:47:29.565" v="172" actId="2696"/>
        <pc:sldMkLst>
          <pc:docMk/>
          <pc:sldMk cId="3206739655" sldId="280"/>
        </pc:sldMkLst>
        <pc:spChg chg="mod">
          <ac:chgData name="Sahand Khodabandehloo" userId="cb03d64890cf78b3" providerId="LiveId" clId="{E7C320F2-E94A-48AB-96D9-7C306F86CD67}" dt="2020-11-29T12:47:24.546" v="170"/>
          <ac:spMkLst>
            <pc:docMk/>
            <pc:sldMk cId="3206739655" sldId="280"/>
            <ac:spMk id="3" creationId="{F7A36F23-955A-4CAE-A412-583F5392A58F}"/>
          </ac:spMkLst>
        </pc:spChg>
      </pc:sldChg>
      <pc:sldChg chg="addSp delSp modSp add">
        <pc:chgData name="Sahand Khodabandehloo" userId="cb03d64890cf78b3" providerId="LiveId" clId="{E7C320F2-E94A-48AB-96D9-7C306F86CD67}" dt="2020-12-04T14:07:09.566" v="1098" actId="20577"/>
        <pc:sldMkLst>
          <pc:docMk/>
          <pc:sldMk cId="3797901720" sldId="281"/>
        </pc:sldMkLst>
        <pc:spChg chg="mod">
          <ac:chgData name="Sahand Khodabandehloo" userId="cb03d64890cf78b3" providerId="LiveId" clId="{E7C320F2-E94A-48AB-96D9-7C306F86CD67}" dt="2020-11-29T12:49:33.617" v="294" actId="20577"/>
          <ac:spMkLst>
            <pc:docMk/>
            <pc:sldMk cId="3797901720" sldId="281"/>
            <ac:spMk id="2" creationId="{37174485-F7F8-4796-8D54-C0463FEDD0C6}"/>
          </ac:spMkLst>
        </pc:spChg>
        <pc:spChg chg="mod">
          <ac:chgData name="Sahand Khodabandehloo" userId="cb03d64890cf78b3" providerId="LiveId" clId="{E7C320F2-E94A-48AB-96D9-7C306F86CD67}" dt="2020-11-29T12:49:16.498" v="282" actId="20577"/>
          <ac:spMkLst>
            <pc:docMk/>
            <pc:sldMk cId="3797901720" sldId="281"/>
            <ac:spMk id="3" creationId="{20793DF4-DE1D-4278-92C0-70B7F8790D7B}"/>
          </ac:spMkLst>
        </pc:spChg>
        <pc:spChg chg="mod">
          <ac:chgData name="Sahand Khodabandehloo" userId="cb03d64890cf78b3" providerId="LiveId" clId="{E7C320F2-E94A-48AB-96D9-7C306F86CD67}" dt="2020-11-29T12:48:55.320" v="247" actId="404"/>
          <ac:spMkLst>
            <pc:docMk/>
            <pc:sldMk cId="3797901720" sldId="281"/>
            <ac:spMk id="4" creationId="{E3AE9563-318D-44D9-A8C4-A3DEEF1FEF7C}"/>
          </ac:spMkLst>
        </pc:spChg>
        <pc:spChg chg="mod">
          <ac:chgData name="Sahand Khodabandehloo" userId="cb03d64890cf78b3" providerId="LiveId" clId="{E7C320F2-E94A-48AB-96D9-7C306F86CD67}" dt="2020-12-04T14:07:09.566" v="1098" actId="20577"/>
          <ac:spMkLst>
            <pc:docMk/>
            <pc:sldMk cId="3797901720" sldId="281"/>
            <ac:spMk id="5" creationId="{449031E5-6318-4CAD-AA5A-597ED00D97AE}"/>
          </ac:spMkLst>
        </pc:spChg>
        <pc:spChg chg="del mod">
          <ac:chgData name="Sahand Khodabandehloo" userId="cb03d64890cf78b3" providerId="LiveId" clId="{E7C320F2-E94A-48AB-96D9-7C306F86CD67}" dt="2020-11-29T12:50:19.134" v="323" actId="931"/>
          <ac:spMkLst>
            <pc:docMk/>
            <pc:sldMk cId="3797901720" sldId="281"/>
            <ac:spMk id="6" creationId="{058D6F9C-5EED-4738-8A5D-77B94FA376DE}"/>
          </ac:spMkLst>
        </pc:spChg>
        <pc:spChg chg="add mod">
          <ac:chgData name="Sahand Khodabandehloo" userId="cb03d64890cf78b3" providerId="LiveId" clId="{E7C320F2-E94A-48AB-96D9-7C306F86CD67}" dt="2020-11-29T12:50:26.594" v="325" actId="478"/>
          <ac:spMkLst>
            <pc:docMk/>
            <pc:sldMk cId="3797901720" sldId="281"/>
            <ac:spMk id="9" creationId="{18D0FA84-5BB5-43E1-A05F-191DF595176C}"/>
          </ac:spMkLst>
        </pc:spChg>
        <pc:graphicFrameChg chg="add del mod modGraphic">
          <ac:chgData name="Sahand Khodabandehloo" userId="cb03d64890cf78b3" providerId="LiveId" clId="{E7C320F2-E94A-48AB-96D9-7C306F86CD67}" dt="2020-11-29T12:50:26.594" v="325" actId="478"/>
          <ac:graphicFrameMkLst>
            <pc:docMk/>
            <pc:sldMk cId="3797901720" sldId="281"/>
            <ac:graphicFrameMk id="7" creationId="{E6F8DFC4-0FFE-457C-9C17-985110F32843}"/>
          </ac:graphicFrameMkLst>
        </pc:graphicFrameChg>
      </pc:sldChg>
      <pc:sldChg chg="modSp del">
        <pc:chgData name="Sahand Khodabandehloo" userId="cb03d64890cf78b3" providerId="LiveId" clId="{E7C320F2-E94A-48AB-96D9-7C306F86CD67}" dt="2020-12-04T13:07:27.492" v="603" actId="2696"/>
        <pc:sldMkLst>
          <pc:docMk/>
          <pc:sldMk cId="2549287145" sldId="282"/>
        </pc:sldMkLst>
        <pc:spChg chg="mod">
          <ac:chgData name="Sahand Khodabandehloo" userId="cb03d64890cf78b3" providerId="LiveId" clId="{E7C320F2-E94A-48AB-96D9-7C306F86CD67}" dt="2020-12-04T13:02:36.580" v="512" actId="20577"/>
          <ac:spMkLst>
            <pc:docMk/>
            <pc:sldMk cId="2549287145" sldId="282"/>
            <ac:spMk id="2" creationId="{CCDAC097-D039-4D60-939A-E0A37A87F7FF}"/>
          </ac:spMkLst>
        </pc:spChg>
        <pc:spChg chg="mod">
          <ac:chgData name="Sahand Khodabandehloo" userId="cb03d64890cf78b3" providerId="LiveId" clId="{E7C320F2-E94A-48AB-96D9-7C306F86CD67}" dt="2020-12-04T13:03:18.550" v="531" actId="20577"/>
          <ac:spMkLst>
            <pc:docMk/>
            <pc:sldMk cId="2549287145" sldId="282"/>
            <ac:spMk id="3" creationId="{409EFD97-47BB-4612-9C6F-EBF51F468933}"/>
          </ac:spMkLst>
        </pc:spChg>
      </pc:sldChg>
      <pc:sldChg chg="addSp modSp add modNotesTx">
        <pc:chgData name="Sahand Khodabandehloo" userId="cb03d64890cf78b3" providerId="LiveId" clId="{E7C320F2-E94A-48AB-96D9-7C306F86CD67}" dt="2020-12-04T13:58:30.499" v="859" actId="20577"/>
        <pc:sldMkLst>
          <pc:docMk/>
          <pc:sldMk cId="1940065210" sldId="283"/>
        </pc:sldMkLst>
        <pc:spChg chg="mod">
          <ac:chgData name="Sahand Khodabandehloo" userId="cb03d64890cf78b3" providerId="LiveId" clId="{E7C320F2-E94A-48AB-96D9-7C306F86CD67}" dt="2020-12-04T13:03:59.141" v="561" actId="20577"/>
          <ac:spMkLst>
            <pc:docMk/>
            <pc:sldMk cId="1940065210" sldId="283"/>
            <ac:spMk id="2" creationId="{280B82BB-B24D-4DBB-9CCF-1608A80B80F5}"/>
          </ac:spMkLst>
        </pc:spChg>
        <pc:spChg chg="mod">
          <ac:chgData name="Sahand Khodabandehloo" userId="cb03d64890cf78b3" providerId="LiveId" clId="{E7C320F2-E94A-48AB-96D9-7C306F86CD67}" dt="2020-12-04T13:58:30.499" v="859" actId="20577"/>
          <ac:spMkLst>
            <pc:docMk/>
            <pc:sldMk cId="1940065210" sldId="283"/>
            <ac:spMk id="3" creationId="{B92D2A87-8F83-4F56-A2F4-46DF5B29FBF3}"/>
          </ac:spMkLst>
        </pc:spChg>
        <pc:spChg chg="mod">
          <ac:chgData name="Sahand Khodabandehloo" userId="cb03d64890cf78b3" providerId="LiveId" clId="{E7C320F2-E94A-48AB-96D9-7C306F86CD67}" dt="2020-12-04T13:05:19.811" v="585" actId="113"/>
          <ac:spMkLst>
            <pc:docMk/>
            <pc:sldMk cId="1940065210" sldId="283"/>
            <ac:spMk id="4" creationId="{533478D8-C3AE-43A8-BC23-2E136B655D62}"/>
          </ac:spMkLst>
        </pc:spChg>
        <pc:spChg chg="add mod">
          <ac:chgData name="Sahand Khodabandehloo" userId="cb03d64890cf78b3" providerId="LiveId" clId="{E7C320F2-E94A-48AB-96D9-7C306F86CD67}" dt="2020-12-04T13:07:12.752" v="602" actId="1076"/>
          <ac:spMkLst>
            <pc:docMk/>
            <pc:sldMk cId="1940065210" sldId="283"/>
            <ac:spMk id="5" creationId="{9DB4F415-4815-4130-A62B-9118D07DC7F2}"/>
          </ac:spMkLst>
        </pc:spChg>
        <pc:spChg chg="add mod">
          <ac:chgData name="Sahand Khodabandehloo" userId="cb03d64890cf78b3" providerId="LiveId" clId="{E7C320F2-E94A-48AB-96D9-7C306F86CD67}" dt="2020-12-04T13:06:55.598" v="598" actId="14100"/>
          <ac:spMkLst>
            <pc:docMk/>
            <pc:sldMk cId="1940065210" sldId="283"/>
            <ac:spMk id="6" creationId="{FFA3FFAD-AE67-4EDE-A26D-F7DAE29D41FF}"/>
          </ac:spMkLst>
        </pc:spChg>
      </pc:sldChg>
      <pc:sldChg chg="modSp add del">
        <pc:chgData name="Sahand Khodabandehloo" userId="cb03d64890cf78b3" providerId="LiveId" clId="{E7C320F2-E94A-48AB-96D9-7C306F86CD67}" dt="2020-12-04T14:06:43.252" v="1094" actId="2696"/>
        <pc:sldMkLst>
          <pc:docMk/>
          <pc:sldMk cId="4185359191" sldId="284"/>
        </pc:sldMkLst>
        <pc:spChg chg="mod">
          <ac:chgData name="Sahand Khodabandehloo" userId="cb03d64890cf78b3" providerId="LiveId" clId="{E7C320F2-E94A-48AB-96D9-7C306F86CD67}" dt="2020-12-04T14:02:54.783" v="925" actId="20577"/>
          <ac:spMkLst>
            <pc:docMk/>
            <pc:sldMk cId="4185359191" sldId="284"/>
            <ac:spMk id="2" creationId="{1772A43D-A82F-4922-8B7B-2C27521D2AE9}"/>
          </ac:spMkLst>
        </pc:spChg>
        <pc:spChg chg="mod">
          <ac:chgData name="Sahand Khodabandehloo" userId="cb03d64890cf78b3" providerId="LiveId" clId="{E7C320F2-E94A-48AB-96D9-7C306F86CD67}" dt="2020-12-04T14:03:59.643" v="1018" actId="20577"/>
          <ac:spMkLst>
            <pc:docMk/>
            <pc:sldMk cId="4185359191" sldId="284"/>
            <ac:spMk id="3" creationId="{B6B68E32-B4EF-436D-B686-7E80F0DF8BF6}"/>
          </ac:spMkLst>
        </pc:spChg>
      </pc:sldChg>
      <pc:sldChg chg="modSp add modNotesTx">
        <pc:chgData name="Sahand Khodabandehloo" userId="cb03d64890cf78b3" providerId="LiveId" clId="{E7C320F2-E94A-48AB-96D9-7C306F86CD67}" dt="2020-12-04T14:06:57.740" v="1097" actId="20577"/>
        <pc:sldMkLst>
          <pc:docMk/>
          <pc:sldMk cId="1058689231" sldId="285"/>
        </pc:sldMkLst>
        <pc:spChg chg="mod">
          <ac:chgData name="Sahand Khodabandehloo" userId="cb03d64890cf78b3" providerId="LiveId" clId="{E7C320F2-E94A-48AB-96D9-7C306F86CD67}" dt="2020-12-04T14:05:57.640" v="1063" actId="20577"/>
          <ac:spMkLst>
            <pc:docMk/>
            <pc:sldMk cId="1058689231" sldId="285"/>
            <ac:spMk id="2" creationId="{7B388C90-B610-46A3-9F89-1B4524185773}"/>
          </ac:spMkLst>
        </pc:spChg>
        <pc:spChg chg="mod">
          <ac:chgData name="Sahand Khodabandehloo" userId="cb03d64890cf78b3" providerId="LiveId" clId="{E7C320F2-E94A-48AB-96D9-7C306F86CD67}" dt="2020-12-04T14:06:27.762" v="1093" actId="20577"/>
          <ac:spMkLst>
            <pc:docMk/>
            <pc:sldMk cId="1058689231" sldId="285"/>
            <ac:spMk id="3" creationId="{F7680BF3-022F-47B0-A610-28F56D68C5FE}"/>
          </ac:spMkLst>
        </pc:spChg>
        <pc:spChg chg="mod">
          <ac:chgData name="Sahand Khodabandehloo" userId="cb03d64890cf78b3" providerId="LiveId" clId="{E7C320F2-E94A-48AB-96D9-7C306F86CD67}" dt="2020-12-04T14:06:19.566" v="1077" actId="5793"/>
          <ac:spMkLst>
            <pc:docMk/>
            <pc:sldMk cId="1058689231" sldId="285"/>
            <ac:spMk id="4" creationId="{D06138FE-2797-4DF3-B598-1F9A00EBFD12}"/>
          </ac:spMkLst>
        </pc:spChg>
        <pc:spChg chg="mod">
          <ac:chgData name="Sahand Khodabandehloo" userId="cb03d64890cf78b3" providerId="LiveId" clId="{E7C320F2-E94A-48AB-96D9-7C306F86CD67}" dt="2020-12-04T14:06:07.318" v="1075" actId="20577"/>
          <ac:spMkLst>
            <pc:docMk/>
            <pc:sldMk cId="1058689231" sldId="285"/>
            <ac:spMk id="5" creationId="{463C0A06-D33B-410F-9575-D1F3D6572E63}"/>
          </ac:spMkLst>
        </pc:spChg>
        <pc:spChg chg="mod">
          <ac:chgData name="Sahand Khodabandehloo" userId="cb03d64890cf78b3" providerId="LiveId" clId="{E7C320F2-E94A-48AB-96D9-7C306F86CD67}" dt="2020-12-04T14:06:04.500" v="1066" actId="27636"/>
          <ac:spMkLst>
            <pc:docMk/>
            <pc:sldMk cId="1058689231" sldId="285"/>
            <ac:spMk id="6" creationId="{5635B7F4-26BC-4A43-BB37-68447E463B7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24A3D-FF41-464E-9D8D-45737B13BBFE}" type="datetimeFigureOut">
              <a:rPr lang="sv-SE" smtClean="0"/>
              <a:t>2020-12-04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98A2BF-2568-4E2B-B8C4-F9A0FBC58286}" type="slidenum">
              <a:rPr lang="sv-SE" smtClean="0"/>
              <a:t>‹#›</a:t>
            </a:fld>
            <a:endParaRPr lang="sv-SE"/>
          </a:p>
        </p:txBody>
      </p:sp>
    </p:spTree>
    <p:extLst>
      <p:ext uri="{BB962C8B-B14F-4D97-AF65-F5344CB8AC3E}">
        <p14:creationId xmlns:p14="http://schemas.microsoft.com/office/powerpoint/2010/main" val="2913174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1177.se/Stockholm/sjukdomar--besvar/hjarta-och-blodkarl/blodkarl/karlkramp/"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kern="1200">
                <a:solidFill>
                  <a:schemeClr val="tx1"/>
                </a:solidFill>
                <a:effectLst/>
                <a:latin typeface="+mn-lt"/>
                <a:ea typeface="+mn-ea"/>
                <a:cs typeface="+mn-cs"/>
              </a:rPr>
              <a:t>Hjärtat kan, liksom alla muskler, tränas för att bli starkare och mer uthållig och måste därför ständigt förses med syrerikt blod via omgivande kranskärl. När ett eller flera av dessa kranskärl förträngs, till exempel på grund av att fett och bindväv lagras i kärlväggen, får inte hjärtat tillräckligt med syre, vilket i sin tur försämrar dess pumpförmåga. Detta fenomen kallas för kärlkramp (</a:t>
            </a:r>
            <a:r>
              <a:rPr lang="sv-SE" sz="1200" i="1" kern="1200">
                <a:solidFill>
                  <a:schemeClr val="tx1"/>
                </a:solidFill>
                <a:effectLst/>
                <a:latin typeface="+mn-lt"/>
                <a:ea typeface="+mn-ea"/>
                <a:cs typeface="+mn-cs"/>
              </a:rPr>
              <a:t>angina pectoris</a:t>
            </a:r>
            <a:r>
              <a:rPr lang="sv-SE" sz="1200" kern="1200">
                <a:solidFill>
                  <a:schemeClr val="tx1"/>
                </a:solidFill>
                <a:effectLst/>
                <a:latin typeface="+mn-lt"/>
                <a:ea typeface="+mn-ea"/>
                <a:cs typeface="+mn-cs"/>
              </a:rPr>
              <a:t>).</a:t>
            </a:r>
          </a:p>
        </p:txBody>
      </p:sp>
      <p:sp>
        <p:nvSpPr>
          <p:cNvPr id="4" name="Platshållare för bildnummer 3"/>
          <p:cNvSpPr>
            <a:spLocks noGrp="1"/>
          </p:cNvSpPr>
          <p:nvPr>
            <p:ph type="sldNum" sz="quarter" idx="5"/>
          </p:nvPr>
        </p:nvSpPr>
        <p:spPr/>
        <p:txBody>
          <a:bodyPr/>
          <a:lstStyle/>
          <a:p>
            <a:fld id="{7098A2BF-2568-4E2B-B8C4-F9A0FBC58286}" type="slidenum">
              <a:rPr lang="sv-SE" smtClean="0"/>
              <a:t>2</a:t>
            </a:fld>
            <a:endParaRPr lang="sv-SE"/>
          </a:p>
        </p:txBody>
      </p:sp>
    </p:spTree>
    <p:extLst>
      <p:ext uri="{BB962C8B-B14F-4D97-AF65-F5344CB8AC3E}">
        <p14:creationId xmlns:p14="http://schemas.microsoft.com/office/powerpoint/2010/main" val="2389517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kern="1200">
                <a:solidFill>
                  <a:schemeClr val="tx1"/>
                </a:solidFill>
                <a:effectLst/>
                <a:latin typeface="+mn-lt"/>
                <a:ea typeface="+mn-ea"/>
                <a:cs typeface="+mn-cs"/>
              </a:rPr>
              <a:t>Det finns många riskfaktorer att ta hänsyn till. I första hand behöver sjukdomen förebyggas genom att förändra ohälsosamma levnadsvanor. Detta inkluderar regelbunden motion, men inte för mycket då fysisk ansträngning belastar hjärtat. Det är även viktigt att eventuellt andra sjukdomar hålls under god behandling samt att stress och ilska undviks då det också belastar hjärtat i onödan och förstör blodkärl.</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sv-SE" sz="1200" kern="1200">
                <a:solidFill>
                  <a:schemeClr val="tx1"/>
                </a:solidFill>
                <a:effectLst/>
                <a:latin typeface="+mn-lt"/>
                <a:ea typeface="+mn-ea"/>
                <a:cs typeface="+mn-cs"/>
              </a:rPr>
              <a:t>Förutom dessa finns det andra faktorer som kan leda till </a:t>
            </a:r>
            <a:r>
              <a:rPr lang="sv-SE" sz="1200" kern="1200" err="1">
                <a:solidFill>
                  <a:schemeClr val="tx1"/>
                </a:solidFill>
                <a:effectLst/>
                <a:latin typeface="+mn-lt"/>
                <a:ea typeface="+mn-ea"/>
                <a:cs typeface="+mn-cs"/>
              </a:rPr>
              <a:t>vasokonstriktion</a:t>
            </a:r>
            <a:r>
              <a:rPr lang="sv-SE" sz="1200" kern="1200">
                <a:solidFill>
                  <a:schemeClr val="tx1"/>
                </a:solidFill>
                <a:effectLst/>
                <a:latin typeface="+mn-lt"/>
                <a:ea typeface="+mn-ea"/>
                <a:cs typeface="+mn-cs"/>
              </a:rPr>
              <a:t>, det vill säga förträngning av kärl, till exempel dålig kost, högt blodtryck, övervikt och rökning.</a:t>
            </a:r>
          </a:p>
        </p:txBody>
      </p:sp>
      <p:sp>
        <p:nvSpPr>
          <p:cNvPr id="4" name="Platshållare för bildnummer 3"/>
          <p:cNvSpPr>
            <a:spLocks noGrp="1"/>
          </p:cNvSpPr>
          <p:nvPr>
            <p:ph type="sldNum" sz="quarter" idx="5"/>
          </p:nvPr>
        </p:nvSpPr>
        <p:spPr/>
        <p:txBody>
          <a:bodyPr/>
          <a:lstStyle/>
          <a:p>
            <a:fld id="{7098A2BF-2568-4E2B-B8C4-F9A0FBC58286}" type="slidenum">
              <a:rPr lang="sv-SE" smtClean="0"/>
              <a:t>3</a:t>
            </a:fld>
            <a:endParaRPr lang="sv-SE"/>
          </a:p>
        </p:txBody>
      </p:sp>
    </p:spTree>
    <p:extLst>
      <p:ext uri="{BB962C8B-B14F-4D97-AF65-F5344CB8AC3E}">
        <p14:creationId xmlns:p14="http://schemas.microsoft.com/office/powerpoint/2010/main" val="3366201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sz="1200" kern="1200">
                <a:solidFill>
                  <a:schemeClr val="tx1"/>
                </a:solidFill>
                <a:effectLst/>
                <a:latin typeface="+mn-lt"/>
                <a:ea typeface="+mn-ea"/>
                <a:cs typeface="+mn-cs"/>
              </a:rPr>
              <a:t>Vissa symptom på kärlkramp är vanligare än andra, men på samma sätt som kärlkramp kan orsaka flera olika symptom kan ett symptom indikera på flera olika degenerativa sjukdomar. Det är vanligt att ha ont bakom bröstbenet där hjärtat sitter. Ibland kan smärtan till och med stråla ut till andra delar av kroppen. Fler vanliga symptom är andfåddhet och en känsla av att det är trångt i bröstet.</a:t>
            </a:r>
          </a:p>
          <a:p>
            <a:endParaRPr lang="sv-SE" sz="1200" kern="1200">
              <a:solidFill>
                <a:schemeClr val="tx1"/>
              </a:solidFill>
              <a:effectLst/>
              <a:latin typeface="+mn-lt"/>
              <a:ea typeface="+mn-ea"/>
              <a:cs typeface="+mn-cs"/>
            </a:endParaRPr>
          </a:p>
          <a:p>
            <a:r>
              <a:rPr lang="sv-SE" sz="1200" kern="1200">
                <a:solidFill>
                  <a:schemeClr val="tx1"/>
                </a:solidFill>
                <a:effectLst/>
                <a:latin typeface="+mn-lt"/>
                <a:ea typeface="+mn-ea"/>
                <a:cs typeface="+mn-cs"/>
              </a:rPr>
              <a:t>Symtomen uttrycks främst i samband med ansträngning, såväl fysisk som psykisk, då hjärtat behöver pumpa i högre takt. Eftersom den svagare pumpförmågan leder till nedsatt muskelarbete kan därför en försämring av prestationsförmågan också betraktas som ett indirekt symptom på kärlkramp.</a:t>
            </a:r>
          </a:p>
          <a:p>
            <a:endParaRPr lang="sv-SE" sz="1200" kern="1200">
              <a:solidFill>
                <a:schemeClr val="tx1"/>
              </a:solidFill>
              <a:effectLst/>
              <a:latin typeface="+mn-lt"/>
              <a:ea typeface="+mn-ea"/>
              <a:cs typeface="+mn-cs"/>
            </a:endParaRPr>
          </a:p>
          <a:p>
            <a:r>
              <a:rPr lang="sv-SE" sz="1200" kern="1200">
                <a:solidFill>
                  <a:schemeClr val="tx1"/>
                </a:solidFill>
                <a:effectLst/>
                <a:latin typeface="+mn-lt"/>
                <a:ea typeface="+mn-ea"/>
                <a:cs typeface="+mn-cs"/>
              </a:rPr>
              <a:t>I vissa fall kan kärlkramp utveckla sig till en blodpropp (trombos) i kranskärlsväggen och i sin tur leda till hjärtinfarkt. I andra fall kan den svagare pumpförmågan leda till att hjärtsvikt uppstår, vilket är när hjärtat inte orkar att pumpa ut tillräckligt med blod till kroppen och på så sätt förse cellerna med tillräcklig näring och syre.</a:t>
            </a:r>
          </a:p>
        </p:txBody>
      </p:sp>
      <p:sp>
        <p:nvSpPr>
          <p:cNvPr id="4" name="Platshållare för bildnummer 3"/>
          <p:cNvSpPr>
            <a:spLocks noGrp="1"/>
          </p:cNvSpPr>
          <p:nvPr>
            <p:ph type="sldNum" sz="quarter" idx="5"/>
          </p:nvPr>
        </p:nvSpPr>
        <p:spPr/>
        <p:txBody>
          <a:bodyPr/>
          <a:lstStyle/>
          <a:p>
            <a:fld id="{7098A2BF-2568-4E2B-B8C4-F9A0FBC58286}" type="slidenum">
              <a:rPr lang="sv-SE" smtClean="0"/>
              <a:t>4</a:t>
            </a:fld>
            <a:endParaRPr lang="sv-SE"/>
          </a:p>
        </p:txBody>
      </p:sp>
    </p:spTree>
    <p:extLst>
      <p:ext uri="{BB962C8B-B14F-4D97-AF65-F5344CB8AC3E}">
        <p14:creationId xmlns:p14="http://schemas.microsoft.com/office/powerpoint/2010/main" val="3300604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sz="1200" kern="1200">
                <a:solidFill>
                  <a:schemeClr val="tx1"/>
                </a:solidFill>
                <a:effectLst/>
                <a:latin typeface="+mn-lt"/>
                <a:ea typeface="+mn-ea"/>
                <a:cs typeface="+mn-cs"/>
              </a:rPr>
              <a:t>För att kunna diagnostisera en patient som misstänkts ha kärlkramp, måste följande besvaras:</a:t>
            </a:r>
          </a:p>
          <a:p>
            <a:pPr lvl="0"/>
            <a:endParaRPr lang="sv-SE" sz="1200" kern="1200">
              <a:solidFill>
                <a:schemeClr val="tx1"/>
              </a:solidFill>
              <a:effectLst/>
              <a:latin typeface="+mn-lt"/>
              <a:ea typeface="+mn-ea"/>
              <a:cs typeface="+mn-cs"/>
            </a:endParaRPr>
          </a:p>
          <a:p>
            <a:pPr lvl="0"/>
            <a:r>
              <a:rPr lang="sv-SE" sz="1200" kern="1200">
                <a:solidFill>
                  <a:schemeClr val="tx1"/>
                </a:solidFill>
                <a:effectLst/>
                <a:latin typeface="+mn-lt"/>
                <a:ea typeface="+mn-ea"/>
                <a:cs typeface="+mn-cs"/>
              </a:rPr>
              <a:t>Var sitter smärtan eller obehagen?</a:t>
            </a:r>
          </a:p>
          <a:p>
            <a:pPr lvl="0"/>
            <a:r>
              <a:rPr lang="sv-SE" sz="1200" kern="1200">
                <a:solidFill>
                  <a:schemeClr val="tx1"/>
                </a:solidFill>
                <a:effectLst/>
                <a:latin typeface="+mn-lt"/>
                <a:ea typeface="+mn-ea"/>
                <a:cs typeface="+mn-cs"/>
              </a:rPr>
              <a:t>Hur kan smärtan eller obehagen beskrivas?</a:t>
            </a:r>
          </a:p>
          <a:p>
            <a:pPr lvl="0"/>
            <a:r>
              <a:rPr lang="sv-SE" sz="1200" kern="1200">
                <a:solidFill>
                  <a:schemeClr val="tx1"/>
                </a:solidFill>
                <a:effectLst/>
                <a:latin typeface="+mn-lt"/>
                <a:ea typeface="+mn-ea"/>
                <a:cs typeface="+mn-cs"/>
              </a:rPr>
              <a:t>Kommer smärtan eller obehagen vid ansträngning?</a:t>
            </a:r>
          </a:p>
          <a:p>
            <a:pPr lvl="0"/>
            <a:r>
              <a:rPr lang="sv-SE" sz="1200" kern="1200">
                <a:solidFill>
                  <a:schemeClr val="tx1"/>
                </a:solidFill>
                <a:effectLst/>
                <a:latin typeface="+mn-lt"/>
                <a:ea typeface="+mn-ea"/>
                <a:cs typeface="+mn-cs"/>
              </a:rPr>
              <a:t>Hur länge varar smärtan eller obehagen?</a:t>
            </a:r>
          </a:p>
          <a:p>
            <a:pPr lvl="0"/>
            <a:endParaRPr lang="sv-SE" sz="1200" kern="1200">
              <a:solidFill>
                <a:schemeClr val="tx1"/>
              </a:solidFill>
              <a:effectLst/>
              <a:latin typeface="+mn-lt"/>
              <a:ea typeface="+mn-ea"/>
              <a:cs typeface="+mn-cs"/>
            </a:endParaRPr>
          </a:p>
          <a:p>
            <a:r>
              <a:rPr lang="sv-SE" sz="1200" kern="1200">
                <a:solidFill>
                  <a:schemeClr val="tx1"/>
                </a:solidFill>
                <a:effectLst/>
                <a:latin typeface="+mn-lt"/>
                <a:ea typeface="+mn-ea"/>
                <a:cs typeface="+mn-cs"/>
              </a:rPr>
              <a:t>Därefter görs eventuellt blodtrycksmätningar i armarna. Om resultatet är svårtolkat, kan ytterligare undersökningar göras, till exempel EKG-mätning, arbetsprov, ultraljudsundersökning och kranskärlsröntgen.</a:t>
            </a:r>
          </a:p>
          <a:p>
            <a:endParaRPr lang="sv-SE" sz="1200" kern="1200">
              <a:solidFill>
                <a:schemeClr val="tx1"/>
              </a:solidFill>
              <a:effectLst/>
              <a:latin typeface="+mn-lt"/>
              <a:ea typeface="+mn-ea"/>
              <a:cs typeface="+mn-cs"/>
            </a:endParaRPr>
          </a:p>
          <a:p>
            <a:r>
              <a:rPr lang="sv-SE" sz="1200" kern="1200">
                <a:solidFill>
                  <a:schemeClr val="tx1"/>
                </a:solidFill>
                <a:effectLst/>
                <a:latin typeface="+mn-lt"/>
                <a:ea typeface="+mn-ea"/>
                <a:cs typeface="+mn-cs"/>
              </a:rPr>
              <a:t>Under arbetsprovet får den drabbade personen utföra ett konditionstest och under provets gång mäts pulsen, blodtrycket och EKG samt kontrolleras symptom som bröstsmärta och andnöd.</a:t>
            </a:r>
          </a:p>
          <a:p>
            <a:endParaRPr lang="sv-SE" sz="1200" kern="1200">
              <a:solidFill>
                <a:schemeClr val="tx1"/>
              </a:solidFill>
              <a:effectLst/>
              <a:latin typeface="+mn-lt"/>
              <a:ea typeface="+mn-ea"/>
              <a:cs typeface="+mn-cs"/>
            </a:endParaRPr>
          </a:p>
          <a:p>
            <a:r>
              <a:rPr lang="sv-SE" sz="1200" kern="1200">
                <a:solidFill>
                  <a:schemeClr val="tx1"/>
                </a:solidFill>
                <a:effectLst/>
                <a:latin typeface="+mn-lt"/>
                <a:ea typeface="+mn-ea"/>
                <a:cs typeface="+mn-cs"/>
              </a:rPr>
              <a:t>Vid en kärlkransröntgen för läkaren in en tunn plastslang genom ett blodkärl i armen eller ljumsken upp till hjärtats kranskärl. När ett kontrastmedel sprutas in i slangen, syns de förträngningar som eventuellt finns i kranskärlen.</a:t>
            </a:r>
            <a:endParaRPr lang="sv-SE"/>
          </a:p>
        </p:txBody>
      </p:sp>
      <p:sp>
        <p:nvSpPr>
          <p:cNvPr id="4" name="Platshållare för bildnummer 3"/>
          <p:cNvSpPr>
            <a:spLocks noGrp="1"/>
          </p:cNvSpPr>
          <p:nvPr>
            <p:ph type="sldNum" sz="quarter" idx="5"/>
          </p:nvPr>
        </p:nvSpPr>
        <p:spPr/>
        <p:txBody>
          <a:bodyPr/>
          <a:lstStyle/>
          <a:p>
            <a:fld id="{7098A2BF-2568-4E2B-B8C4-F9A0FBC58286}" type="slidenum">
              <a:rPr lang="sv-SE" smtClean="0"/>
              <a:t>5</a:t>
            </a:fld>
            <a:endParaRPr lang="sv-SE"/>
          </a:p>
        </p:txBody>
      </p:sp>
    </p:spTree>
    <p:extLst>
      <p:ext uri="{BB962C8B-B14F-4D97-AF65-F5344CB8AC3E}">
        <p14:creationId xmlns:p14="http://schemas.microsoft.com/office/powerpoint/2010/main" val="2741535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kern="1200">
                <a:solidFill>
                  <a:schemeClr val="tx1"/>
                </a:solidFill>
                <a:effectLst/>
                <a:latin typeface="+mn-lt"/>
                <a:ea typeface="+mn-ea"/>
                <a:cs typeface="+mn-cs"/>
              </a:rPr>
              <a:t>Kärlkramp behandlas först med läkemedel som minskar påfrestningarna i hjärtat och ökar blodflödet i kranskärlen. Om medicineringen inte hjälper, utförs operation, och det finns två typer. Den ena, ballongvidgning, utförs oftast bland yngre personer och vidgar kranskärlen genom att ett metallnät, kallat stent, läggs in i kärlet så att det ska fortsätta hållas vidgat. Den andra, by-pass-operation, utförs oftast bland äldre och gör att blodet leds förbi förträngningen via andra blodkärl istället.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sz="1200" kern="1200">
              <a:solidFill>
                <a:schemeClr val="tx1"/>
              </a:solidFill>
              <a:effectLst/>
              <a:latin typeface="+mn-lt"/>
              <a:ea typeface="+mn-ea"/>
              <a:cs typeface="+mn-cs"/>
            </a:endParaRPr>
          </a:p>
          <a:p>
            <a:r>
              <a:rPr lang="sv-SE" sz="1200" kern="1200">
                <a:solidFill>
                  <a:schemeClr val="tx1"/>
                </a:solidFill>
                <a:effectLst/>
                <a:latin typeface="+mn-lt"/>
                <a:ea typeface="+mn-ea"/>
                <a:cs typeface="+mn-cs"/>
              </a:rPr>
              <a:t>Å ena sidan klarar de flesta sig trots kärlkrampsattacker då och då. Å andra sidan är det möjligt att minimera risken för framtida komplikationer med kirurgiska medel, såsom ballongvidgning och by-pass-operation. Det finns heller inga hinder för sexuellt samliv. Däremot är det viktigt att lyssna på kroppens signaler och anpassa sig till situationen.</a:t>
            </a:r>
          </a:p>
          <a:p>
            <a:r>
              <a:rPr lang="sv-SE" sz="1200" kern="1200">
                <a:solidFill>
                  <a:schemeClr val="tx1"/>
                </a:solidFill>
                <a:effectLst/>
                <a:latin typeface="+mn-lt"/>
                <a:ea typeface="+mn-ea"/>
                <a:cs typeface="+mn-cs"/>
              </a:rPr>
              <a:t>Enligt </a:t>
            </a:r>
            <a:r>
              <a:rPr lang="sv-SE" sz="1200" u="sng" kern="1200">
                <a:solidFill>
                  <a:schemeClr val="tx1"/>
                </a:solidFill>
                <a:effectLst/>
                <a:latin typeface="+mn-lt"/>
                <a:ea typeface="+mn-ea"/>
                <a:cs typeface="+mn-cs"/>
                <a:hlinkClick r:id="rId3"/>
              </a:rPr>
              <a:t>statistik från 1177.se</a:t>
            </a:r>
            <a:r>
              <a:rPr lang="sv-SE" sz="1200" kern="1200">
                <a:solidFill>
                  <a:schemeClr val="tx1"/>
                </a:solidFill>
                <a:effectLst/>
                <a:latin typeface="+mn-lt"/>
                <a:ea typeface="+mn-ea"/>
                <a:cs typeface="+mn-cs"/>
              </a:rPr>
              <a:t> drabbas varje år ungefär 11 000 personer mellan 45 och 70 års ålder i Sverige av kärlkramp. Dessutom är det ungefär dubbelt så vanligt hos män som hos kvinnor eftersom hormonet östrogen har en skyddande effekt.</a:t>
            </a:r>
          </a:p>
          <a:p>
            <a:endParaRPr lang="sv-SE"/>
          </a:p>
        </p:txBody>
      </p:sp>
      <p:sp>
        <p:nvSpPr>
          <p:cNvPr id="4" name="Platshållare för bildnummer 3"/>
          <p:cNvSpPr>
            <a:spLocks noGrp="1"/>
          </p:cNvSpPr>
          <p:nvPr>
            <p:ph type="sldNum" sz="quarter" idx="5"/>
          </p:nvPr>
        </p:nvSpPr>
        <p:spPr/>
        <p:txBody>
          <a:bodyPr/>
          <a:lstStyle/>
          <a:p>
            <a:fld id="{7098A2BF-2568-4E2B-B8C4-F9A0FBC58286}" type="slidenum">
              <a:rPr lang="sv-SE" smtClean="0"/>
              <a:t>6</a:t>
            </a:fld>
            <a:endParaRPr lang="sv-SE"/>
          </a:p>
        </p:txBody>
      </p:sp>
    </p:spTree>
    <p:extLst>
      <p:ext uri="{BB962C8B-B14F-4D97-AF65-F5344CB8AC3E}">
        <p14:creationId xmlns:p14="http://schemas.microsoft.com/office/powerpoint/2010/main" val="567602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bildnummer 3"/>
          <p:cNvSpPr>
            <a:spLocks noGrp="1"/>
          </p:cNvSpPr>
          <p:nvPr>
            <p:ph type="sldNum" sz="quarter" idx="5"/>
          </p:nvPr>
        </p:nvSpPr>
        <p:spPr/>
        <p:txBody>
          <a:bodyPr/>
          <a:lstStyle/>
          <a:p>
            <a:fld id="{7098A2BF-2568-4E2B-B8C4-F9A0FBC58286}" type="slidenum">
              <a:rPr lang="sv-SE" smtClean="0"/>
              <a:t>8</a:t>
            </a:fld>
            <a:endParaRPr lang="sv-SE"/>
          </a:p>
        </p:txBody>
      </p:sp>
    </p:spTree>
    <p:extLst>
      <p:ext uri="{BB962C8B-B14F-4D97-AF65-F5344CB8AC3E}">
        <p14:creationId xmlns:p14="http://schemas.microsoft.com/office/powerpoint/2010/main" val="2019005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sv-SE"/>
              <a:t>Klicka här för att ändra mall för rubrikformat</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12/4/2020</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Content Placeholder 2"/>
          <p:cNvSpPr>
            <a:spLocks noGrp="1"/>
          </p:cNvSpPr>
          <p:nvPr>
            <p:ph idx="1"/>
          </p:nvPr>
        </p:nvSpPr>
        <p:spPr/>
        <p:txBody>
          <a:bodyPr ancho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sv-SE"/>
              <a:t>Klicka här för att ändra mall för rubrikformat</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48A87A34-81AB-432B-8DAE-1953F412C126}" type="datetimeFigureOut">
              <a:rPr lang="en-US" dirty="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sv-SE"/>
              <a:t>Klicka här för att ändra mall för rubrikformat</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sv-SE"/>
              <a:t>Klicka här för att ändra mall för rubrikformat</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Content Placeholder 3"/>
          <p:cNvSpPr>
            <a:spLocks noGrp="1"/>
          </p:cNvSpPr>
          <p:nvPr>
            <p:ph sz="half" idx="2"/>
          </p:nvPr>
        </p:nvSpPr>
        <p:spPr>
          <a:xfrm>
            <a:off x="1447191" y="2824269"/>
            <a:ext cx="4645152" cy="2644457"/>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Content Placeholder 5"/>
          <p:cNvSpPr>
            <a:spLocks noGrp="1"/>
          </p:cNvSpPr>
          <p:nvPr>
            <p:ph sz="quarter" idx="4"/>
          </p:nvPr>
        </p:nvSpPr>
        <p:spPr>
          <a:xfrm>
            <a:off x="6412362" y="2821491"/>
            <a:ext cx="4645152" cy="2637371"/>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12/4/2020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12/4/2020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sv-SE"/>
              <a:t>Klicka här för att ändra mall för rubrikformat</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48A87A34-81AB-432B-8DAE-1953F412C126}" type="datetimeFigureOut">
              <a:rPr lang="en-US" dirty="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sv-SE"/>
              <a:t>Klicka här för att ändra mall för rubrikformat</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Klicka på ikonen för att lägga till en bild</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12/4/2020</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a:p>
        </p:txBody>
      </p:sp>
      <p:sp>
        <p:nvSpPr>
          <p:cNvPr id="3" name="Vertical Text Placeholder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sv-SE"/>
              <a:t>Klicka här för att ändra mall för rubrikformat</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sv-SE"/>
              <a:t>Klicka här för att ändra mall för rubrikformat</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12/4/2020</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www.1177.se/"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hyperlink" Target="https://sv.wikipedia.org/" TargetMode="External"/><Relationship Id="rId4" Type="http://schemas.openxmlformats.org/officeDocument/2006/relationships/hyperlink" Target="https://www.ne.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Rubrik 1">
            <a:extLst>
              <a:ext uri="{FF2B5EF4-FFF2-40B4-BE49-F238E27FC236}">
                <a16:creationId xmlns:a16="http://schemas.microsoft.com/office/drawing/2014/main" id="{3B580F8F-01CA-4922-AE42-C5B675357866}"/>
              </a:ext>
            </a:extLst>
          </p:cNvPr>
          <p:cNvSpPr>
            <a:spLocks noGrp="1"/>
          </p:cNvSpPr>
          <p:nvPr>
            <p:ph type="ctrTitle"/>
          </p:nvPr>
        </p:nvSpPr>
        <p:spPr>
          <a:xfrm>
            <a:off x="1452616" y="962902"/>
            <a:ext cx="4176384" cy="2380828"/>
          </a:xfrm>
        </p:spPr>
        <p:txBody>
          <a:bodyPr>
            <a:normAutofit/>
          </a:bodyPr>
          <a:lstStyle/>
          <a:p>
            <a:r>
              <a:rPr lang="sv-SE" sz="4800"/>
              <a:t>Kärlkramp</a:t>
            </a:r>
          </a:p>
        </p:txBody>
      </p:sp>
      <p:sp>
        <p:nvSpPr>
          <p:cNvPr id="3" name="Underrubrik 2">
            <a:extLst>
              <a:ext uri="{FF2B5EF4-FFF2-40B4-BE49-F238E27FC236}">
                <a16:creationId xmlns:a16="http://schemas.microsoft.com/office/drawing/2014/main" id="{6FF3B39B-5F21-45EA-9115-042DB1319001}"/>
              </a:ext>
            </a:extLst>
          </p:cNvPr>
          <p:cNvSpPr>
            <a:spLocks noGrp="1"/>
          </p:cNvSpPr>
          <p:nvPr>
            <p:ph type="subTitle" idx="1"/>
          </p:nvPr>
        </p:nvSpPr>
        <p:spPr>
          <a:xfrm>
            <a:off x="1452617" y="3531204"/>
            <a:ext cx="4171479" cy="1610643"/>
          </a:xfrm>
        </p:spPr>
        <p:txBody>
          <a:bodyPr vert="horz" lIns="91440" tIns="91440" rIns="91440" bIns="91440" rtlCol="0" anchor="t">
            <a:normAutofit/>
          </a:bodyPr>
          <a:lstStyle/>
          <a:p>
            <a:r>
              <a:rPr lang="sv-SE" sz="1600" i="1"/>
              <a:t>Angina pectoris</a:t>
            </a:r>
          </a:p>
          <a:p>
            <a:r>
              <a:rPr lang="sv-SE" sz="1600">
                <a:solidFill>
                  <a:schemeClr val="accent1">
                    <a:lumMod val="50000"/>
                  </a:schemeClr>
                </a:solidFill>
              </a:rPr>
              <a:t>Hjärt- och kärlsjukdomar</a:t>
            </a:r>
          </a:p>
        </p:txBody>
      </p:sp>
      <p:cxnSp>
        <p:nvCxnSpPr>
          <p:cNvPr id="13" name="Straight Connector 12">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Bildobjekt 3" descr="Kärlkramp - Ersta diakoni">
            <a:extLst>
              <a:ext uri="{FF2B5EF4-FFF2-40B4-BE49-F238E27FC236}">
                <a16:creationId xmlns:a16="http://schemas.microsoft.com/office/drawing/2014/main" id="{FF5CAE2B-B142-4F53-861F-73C5A1B1A5DE}"/>
              </a:ext>
            </a:extLst>
          </p:cNvPr>
          <p:cNvPicPr/>
          <p:nvPr/>
        </p:nvPicPr>
        <p:blipFill rotWithShape="1">
          <a:blip r:embed="rId2">
            <a:extLst>
              <a:ext uri="{28A0092B-C50C-407E-A947-70E740481C1C}">
                <a14:useLocalDpi xmlns:a14="http://schemas.microsoft.com/office/drawing/2010/main" val="0"/>
              </a:ext>
            </a:extLst>
          </a:blip>
          <a:srcRect t="-15032"/>
          <a:stretch/>
        </p:blipFill>
        <p:spPr bwMode="auto">
          <a:xfrm>
            <a:off x="6094411" y="1559655"/>
            <a:ext cx="4960442" cy="3152617"/>
          </a:xfrm>
          <a:prstGeom prst="rect">
            <a:avLst/>
          </a:prstGeom>
          <a:noFill/>
          <a:extLst>
            <a:ext uri="{53640926-AAD7-44D8-BBD7-CCE9431645EC}">
              <a14:shadowObscured xmlns:a14="http://schemas.microsoft.com/office/drawing/2010/main"/>
            </a:ext>
          </a:extLst>
        </p:spPr>
      </p:pic>
      <p:pic>
        <p:nvPicPr>
          <p:cNvPr id="15" name="Picture 14">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7" name="Straight Connector 16">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308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3F67386-F56B-42AD-A5BF-50381789E5DB}"/>
              </a:ext>
            </a:extLst>
          </p:cNvPr>
          <p:cNvSpPr>
            <a:spLocks noGrp="1"/>
          </p:cNvSpPr>
          <p:nvPr>
            <p:ph type="title"/>
          </p:nvPr>
        </p:nvSpPr>
        <p:spPr>
          <a:xfrm>
            <a:off x="1451579" y="804519"/>
            <a:ext cx="9603275" cy="1049235"/>
          </a:xfrm>
        </p:spPr>
        <p:txBody>
          <a:bodyPr>
            <a:normAutofit/>
          </a:bodyPr>
          <a:lstStyle/>
          <a:p>
            <a:r>
              <a:rPr lang="sv-SE"/>
              <a:t>Introduktion</a:t>
            </a:r>
          </a:p>
        </p:txBody>
      </p:sp>
      <p:sp>
        <p:nvSpPr>
          <p:cNvPr id="3" name="Platshållare för innehåll 2">
            <a:extLst>
              <a:ext uri="{FF2B5EF4-FFF2-40B4-BE49-F238E27FC236}">
                <a16:creationId xmlns:a16="http://schemas.microsoft.com/office/drawing/2014/main" id="{EABAC9F8-D1DA-476B-9AB9-613637A1ED24}"/>
              </a:ext>
            </a:extLst>
          </p:cNvPr>
          <p:cNvSpPr>
            <a:spLocks noGrp="1"/>
          </p:cNvSpPr>
          <p:nvPr>
            <p:ph idx="1"/>
          </p:nvPr>
        </p:nvSpPr>
        <p:spPr>
          <a:xfrm>
            <a:off x="1451579" y="2015734"/>
            <a:ext cx="5622284" cy="3450613"/>
          </a:xfrm>
        </p:spPr>
        <p:txBody>
          <a:bodyPr>
            <a:normAutofit/>
          </a:bodyPr>
          <a:lstStyle/>
          <a:p>
            <a:r>
              <a:rPr lang="sv-SE"/>
              <a:t>Hjärtat är ett muskulärt organ</a:t>
            </a:r>
          </a:p>
          <a:p>
            <a:r>
              <a:rPr lang="sv-SE"/>
              <a:t>Syretillförsel via omslutande kranskärl</a:t>
            </a:r>
          </a:p>
          <a:p>
            <a:r>
              <a:rPr lang="sv-SE"/>
              <a:t>Fenomenet kallas </a:t>
            </a:r>
            <a:r>
              <a:rPr lang="sv-SE" i="1"/>
              <a:t>Angina pectoris</a:t>
            </a:r>
          </a:p>
        </p:txBody>
      </p:sp>
      <p:pic>
        <p:nvPicPr>
          <p:cNvPr id="7" name="Bild 6">
            <a:extLst>
              <a:ext uri="{FF2B5EF4-FFF2-40B4-BE49-F238E27FC236}">
                <a16:creationId xmlns:a16="http://schemas.microsoft.com/office/drawing/2014/main" id="{CF60AFDC-55AE-4337-81AA-5402B40437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4139" y="2185805"/>
            <a:ext cx="3500715" cy="3110471"/>
          </a:xfrm>
          <a:prstGeom prst="rect">
            <a:avLst/>
          </a:prstGeom>
        </p:spPr>
      </p:pic>
    </p:spTree>
    <p:extLst>
      <p:ext uri="{BB962C8B-B14F-4D97-AF65-F5344CB8AC3E}">
        <p14:creationId xmlns:p14="http://schemas.microsoft.com/office/powerpoint/2010/main" val="260250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80B82BB-B24D-4DBB-9CCF-1608A80B80F5}"/>
              </a:ext>
            </a:extLst>
          </p:cNvPr>
          <p:cNvSpPr>
            <a:spLocks noGrp="1"/>
          </p:cNvSpPr>
          <p:nvPr>
            <p:ph type="title"/>
          </p:nvPr>
        </p:nvSpPr>
        <p:spPr/>
        <p:txBody>
          <a:bodyPr/>
          <a:lstStyle/>
          <a:p>
            <a:r>
              <a:rPr lang="sv-SE"/>
              <a:t>Orsak</a:t>
            </a:r>
          </a:p>
        </p:txBody>
      </p:sp>
      <p:sp>
        <p:nvSpPr>
          <p:cNvPr id="3" name="Platshållare för innehåll 2">
            <a:extLst>
              <a:ext uri="{FF2B5EF4-FFF2-40B4-BE49-F238E27FC236}">
                <a16:creationId xmlns:a16="http://schemas.microsoft.com/office/drawing/2014/main" id="{B92D2A87-8F83-4F56-A2F4-46DF5B29FBF3}"/>
              </a:ext>
            </a:extLst>
          </p:cNvPr>
          <p:cNvSpPr>
            <a:spLocks noGrp="1"/>
          </p:cNvSpPr>
          <p:nvPr>
            <p:ph sz="half" idx="1"/>
          </p:nvPr>
        </p:nvSpPr>
        <p:spPr/>
        <p:txBody>
          <a:bodyPr anchor="ctr">
            <a:normAutofit fontScale="92500" lnSpcReduction="20000"/>
          </a:bodyPr>
          <a:lstStyle/>
          <a:p>
            <a:r>
              <a:rPr lang="sv-SE"/>
              <a:t>Förträning av kärl (</a:t>
            </a:r>
            <a:r>
              <a:rPr lang="sv-SE" i="1"/>
              <a:t>vasokonstriktion</a:t>
            </a:r>
            <a:r>
              <a:rPr lang="sv-SE"/>
              <a:t>)</a:t>
            </a:r>
          </a:p>
          <a:p>
            <a:pPr lvl="1"/>
            <a:r>
              <a:rPr lang="sv-SE"/>
              <a:t>Dålig livsstil</a:t>
            </a:r>
          </a:p>
          <a:p>
            <a:endParaRPr lang="sv-SE"/>
          </a:p>
        </p:txBody>
      </p:sp>
      <p:sp>
        <p:nvSpPr>
          <p:cNvPr id="4" name="Platshållare för innehåll 3">
            <a:extLst>
              <a:ext uri="{FF2B5EF4-FFF2-40B4-BE49-F238E27FC236}">
                <a16:creationId xmlns:a16="http://schemas.microsoft.com/office/drawing/2014/main" id="{533478D8-C3AE-43A8-BC23-2E136B655D62}"/>
              </a:ext>
            </a:extLst>
          </p:cNvPr>
          <p:cNvSpPr>
            <a:spLocks noGrp="1"/>
          </p:cNvSpPr>
          <p:nvPr>
            <p:ph sz="half" idx="2"/>
          </p:nvPr>
        </p:nvSpPr>
        <p:spPr/>
        <p:txBody>
          <a:bodyPr>
            <a:normAutofit fontScale="92500" lnSpcReduction="20000"/>
          </a:bodyPr>
          <a:lstStyle/>
          <a:p>
            <a:pPr marL="0" indent="0">
              <a:buNone/>
            </a:pPr>
            <a:r>
              <a:rPr lang="sv-SE" b="1"/>
              <a:t>Riskfaktorer</a:t>
            </a:r>
          </a:p>
          <a:p>
            <a:r>
              <a:rPr lang="sv-SE"/>
              <a:t>Fysisk inaktivitet</a:t>
            </a:r>
          </a:p>
          <a:p>
            <a:r>
              <a:rPr lang="sv-SE"/>
              <a:t>Dålig kost</a:t>
            </a:r>
          </a:p>
          <a:p>
            <a:r>
              <a:rPr lang="sv-SE"/>
              <a:t>Högt blodtryck</a:t>
            </a:r>
          </a:p>
          <a:p>
            <a:r>
              <a:rPr lang="sv-SE"/>
              <a:t>Övervikt</a:t>
            </a:r>
          </a:p>
          <a:p>
            <a:r>
              <a:rPr lang="sv-SE"/>
              <a:t>Rökning</a:t>
            </a:r>
          </a:p>
          <a:p>
            <a:r>
              <a:rPr lang="sv-SE"/>
              <a:t>Stress och ilska</a:t>
            </a:r>
          </a:p>
          <a:p>
            <a:r>
              <a:rPr lang="sv-SE"/>
              <a:t>Diabetes och andra eventuella sjukdomar</a:t>
            </a:r>
          </a:p>
          <a:p>
            <a:endParaRPr lang="sv-SE"/>
          </a:p>
        </p:txBody>
      </p:sp>
      <mc:AlternateContent xmlns:mc="http://schemas.openxmlformats.org/markup-compatibility/2006">
        <mc:Choice xmlns:a14="http://schemas.microsoft.com/office/drawing/2010/main" Requires="a14">
          <p:sp>
            <p:nvSpPr>
              <p:cNvPr id="5" name="textruta 4">
                <a:extLst>
                  <a:ext uri="{FF2B5EF4-FFF2-40B4-BE49-F238E27FC236}">
                    <a16:creationId xmlns:a16="http://schemas.microsoft.com/office/drawing/2014/main" id="{9DB4F415-4815-4130-A62B-9118D07DC7F2}"/>
                  </a:ext>
                </a:extLst>
              </p:cNvPr>
              <p:cNvSpPr txBox="1"/>
              <p:nvPr/>
            </p:nvSpPr>
            <p:spPr>
              <a:xfrm>
                <a:off x="4633097" y="3458176"/>
                <a:ext cx="1780674"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sv-SE" sz="3600" i="1" smtClean="0">
                          <a:solidFill>
                            <a:srgbClr val="FF0000"/>
                          </a:solidFill>
                          <a:latin typeface="Cambria Math" panose="02040503050406030204" pitchFamily="18" charset="0"/>
                          <a:ea typeface="Cambria Math" panose="02040503050406030204" pitchFamily="18" charset="0"/>
                        </a:rPr>
                        <m:t>=</m:t>
                      </m:r>
                    </m:oMath>
                  </m:oMathPara>
                </a14:m>
                <a:endParaRPr lang="sv-SE" sz="3600">
                  <a:solidFill>
                    <a:srgbClr val="FF0000"/>
                  </a:solidFill>
                </a:endParaRPr>
              </a:p>
            </p:txBody>
          </p:sp>
        </mc:Choice>
        <mc:Fallback>
          <p:sp>
            <p:nvSpPr>
              <p:cNvPr id="5" name="textruta 4">
                <a:extLst>
                  <a:ext uri="{FF2B5EF4-FFF2-40B4-BE49-F238E27FC236}">
                    <a16:creationId xmlns:a16="http://schemas.microsoft.com/office/drawing/2014/main" id="{9DB4F415-4815-4130-A62B-9118D07DC7F2}"/>
                  </a:ext>
                </a:extLst>
              </p:cNvPr>
              <p:cNvSpPr txBox="1">
                <a:spLocks noRot="1" noChangeAspect="1" noMove="1" noResize="1" noEditPoints="1" noAdjustHandles="1" noChangeArrowheads="1" noChangeShapeType="1" noTextEdit="1"/>
              </p:cNvSpPr>
              <p:nvPr/>
            </p:nvSpPr>
            <p:spPr>
              <a:xfrm>
                <a:off x="4633097" y="3458176"/>
                <a:ext cx="1780674" cy="553998"/>
              </a:xfrm>
              <a:prstGeom prst="rect">
                <a:avLst/>
              </a:prstGeom>
              <a:blipFill>
                <a:blip r:embed="rId3"/>
                <a:stretch>
                  <a:fillRect/>
                </a:stretch>
              </a:blipFill>
            </p:spPr>
            <p:txBody>
              <a:bodyPr/>
              <a:lstStyle/>
              <a:p>
                <a:r>
                  <a:rPr lang="en-US">
                    <a:noFill/>
                  </a:rPr>
                  <a:t> </a:t>
                </a:r>
              </a:p>
            </p:txBody>
          </p:sp>
        </mc:Fallback>
      </mc:AlternateContent>
      <p:sp>
        <p:nvSpPr>
          <p:cNvPr id="6" name="Höger klammerparentes 5">
            <a:extLst>
              <a:ext uri="{FF2B5EF4-FFF2-40B4-BE49-F238E27FC236}">
                <a16:creationId xmlns:a16="http://schemas.microsoft.com/office/drawing/2014/main" id="{FFA3FFAD-AE67-4EDE-A26D-F7DAE29D41FF}"/>
              </a:ext>
            </a:extLst>
          </p:cNvPr>
          <p:cNvSpPr/>
          <p:nvPr/>
        </p:nvSpPr>
        <p:spPr>
          <a:xfrm flipH="1">
            <a:off x="5839773" y="2017343"/>
            <a:ext cx="573998" cy="34415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Tree>
    <p:extLst>
      <p:ext uri="{BB962C8B-B14F-4D97-AF65-F5344CB8AC3E}">
        <p14:creationId xmlns:p14="http://schemas.microsoft.com/office/powerpoint/2010/main" val="1940065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7DB35DD-EF37-4EE8-A30E-BD98C11D0FD7}"/>
              </a:ext>
            </a:extLst>
          </p:cNvPr>
          <p:cNvSpPr>
            <a:spLocks noGrp="1"/>
          </p:cNvSpPr>
          <p:nvPr>
            <p:ph type="title"/>
          </p:nvPr>
        </p:nvSpPr>
        <p:spPr/>
        <p:txBody>
          <a:bodyPr/>
          <a:lstStyle/>
          <a:p>
            <a:r>
              <a:rPr lang="sv-SE"/>
              <a:t>Symtom</a:t>
            </a:r>
          </a:p>
        </p:txBody>
      </p:sp>
      <mc:AlternateContent xmlns:mc="http://schemas.openxmlformats.org/markup-compatibility/2006">
        <mc:Choice xmlns:a14="http://schemas.microsoft.com/office/drawing/2010/main" Requires="a14">
          <p:sp>
            <p:nvSpPr>
              <p:cNvPr id="3" name="Platshållare för innehåll 2">
                <a:extLst>
                  <a:ext uri="{FF2B5EF4-FFF2-40B4-BE49-F238E27FC236}">
                    <a16:creationId xmlns:a16="http://schemas.microsoft.com/office/drawing/2014/main" id="{20EA7044-4A94-4E7B-90AE-A6AAF65BB26B}"/>
                  </a:ext>
                </a:extLst>
              </p:cNvPr>
              <p:cNvSpPr>
                <a:spLocks noGrp="1"/>
              </p:cNvSpPr>
              <p:nvPr>
                <p:ph idx="1"/>
              </p:nvPr>
            </p:nvSpPr>
            <p:spPr>
              <a:xfrm>
                <a:off x="1451579" y="2015732"/>
                <a:ext cx="6899051" cy="3450613"/>
              </a:xfrm>
            </p:spPr>
            <p:txBody>
              <a:bodyPr>
                <a:normAutofit fontScale="92500" lnSpcReduction="20000"/>
              </a:bodyPr>
              <a:lstStyle/>
              <a:p>
                <a:pPr marL="0" indent="0">
                  <a:buNone/>
                </a:pPr>
                <a14:m>
                  <m:oMathPara xmlns:m="http://schemas.openxmlformats.org/officeDocument/2006/math">
                    <m:oMathParaPr>
                      <m:jc m:val="left"/>
                    </m:oMathParaPr>
                    <m:oMath xmlns:m="http://schemas.openxmlformats.org/officeDocument/2006/math">
                      <m:r>
                        <a:rPr lang="sv-SE" b="0" i="1" smtClean="0">
                          <a:latin typeface="Cambria Math" panose="02040503050406030204" pitchFamily="18" charset="0"/>
                          <a:ea typeface="Cambria Math" panose="02040503050406030204" pitchFamily="18" charset="0"/>
                        </a:rPr>
                        <m:t>𝐸𝑛</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𝑠𝑗𝑢𝑘𝑑𝑜𝑚</m:t>
                      </m:r>
                      <m:r>
                        <a:rPr lang="sv-SE" i="1" smtClean="0">
                          <a:solidFill>
                            <a:srgbClr val="FF0000"/>
                          </a:solidFill>
                          <a:latin typeface="Cambria Math" panose="02040503050406030204" pitchFamily="18" charset="0"/>
                          <a:ea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𝑜𝑙𝑖𝑘𝑎</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𝑠𝑦𝑚𝑝𝑡𝑜𝑚</m:t>
                      </m:r>
                      <m:r>
                        <a:rPr lang="sv-SE" b="0" i="1" smtClean="0">
                          <a:latin typeface="Cambria Math" panose="02040503050406030204" pitchFamily="18" charset="0"/>
                          <a:ea typeface="Cambria Math" panose="02040503050406030204" pitchFamily="18" charset="0"/>
                        </a:rPr>
                        <m:t> </m:t>
                      </m:r>
                      <m:d>
                        <m:dPr>
                          <m:ctrlPr>
                            <a:rPr lang="sv-SE" b="0" i="1" smtClean="0">
                              <a:latin typeface="Cambria Math" panose="02040503050406030204" pitchFamily="18" charset="0"/>
                              <a:ea typeface="Cambria Math" panose="02040503050406030204" pitchFamily="18" charset="0"/>
                            </a:rPr>
                          </m:ctrlPr>
                        </m:dPr>
                        <m:e>
                          <m:r>
                            <a:rPr lang="sv-SE" b="0" i="1" smtClean="0">
                              <a:latin typeface="Cambria Math" panose="02040503050406030204" pitchFamily="18" charset="0"/>
                              <a:ea typeface="Cambria Math" panose="02040503050406030204" pitchFamily="18" charset="0"/>
                            </a:rPr>
                            <m:t>𝑜𝑐h</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𝑣𝑖𝑐𝑒</m:t>
                          </m:r>
                          <m:r>
                            <a:rPr lang="sv-SE" b="0" i="1" smtClean="0">
                              <a:latin typeface="Cambria Math" panose="02040503050406030204" pitchFamily="18" charset="0"/>
                              <a:ea typeface="Cambria Math" panose="02040503050406030204" pitchFamily="18" charset="0"/>
                            </a:rPr>
                            <m:t> </m:t>
                          </m:r>
                          <m:r>
                            <a:rPr lang="sv-SE" b="0" i="1" smtClean="0">
                              <a:latin typeface="Cambria Math" panose="02040503050406030204" pitchFamily="18" charset="0"/>
                              <a:ea typeface="Cambria Math" panose="02040503050406030204" pitchFamily="18" charset="0"/>
                            </a:rPr>
                            <m:t>𝑣𝑒𝑟𝑠𝑎</m:t>
                          </m:r>
                        </m:e>
                      </m:d>
                    </m:oMath>
                  </m:oMathPara>
                </a14:m>
                <a:endParaRPr lang="sv-SE"/>
              </a:p>
              <a:p>
                <a:pPr marL="0" indent="0">
                  <a:buNone/>
                </a:pPr>
                <a:endParaRPr lang="sv-SE"/>
              </a:p>
              <a:p>
                <a:r>
                  <a:rPr lang="sv-SE"/>
                  <a:t>Smärta i bröstet</a:t>
                </a:r>
              </a:p>
              <a:p>
                <a:r>
                  <a:rPr lang="sv-SE"/>
                  <a:t>Andningssvårigheter</a:t>
                </a:r>
              </a:p>
              <a:p>
                <a:r>
                  <a:rPr lang="sv-SE"/>
                  <a:t>En trång känsla i bröstkorgen</a:t>
                </a:r>
              </a:p>
              <a:p>
                <a:r>
                  <a:rPr lang="sv-SE">
                    <a:solidFill>
                      <a:schemeClr val="accent2">
                        <a:lumMod val="50000"/>
                      </a:schemeClr>
                    </a:solidFill>
                  </a:rPr>
                  <a:t>Försämrad prestationsförmåga</a:t>
                </a:r>
              </a:p>
              <a:p>
                <a:endParaRPr lang="sv-SE"/>
              </a:p>
              <a:p>
                <a:r>
                  <a:rPr lang="sv-SE"/>
                  <a:t>Hjärtinfarkt och hjärtsvikt</a:t>
                </a:r>
              </a:p>
              <a:p>
                <a:pPr marL="0" indent="0">
                  <a:buNone/>
                </a:pPr>
                <a:endParaRPr lang="sv-SE"/>
              </a:p>
              <a:p>
                <a:endParaRPr lang="sv-SE"/>
              </a:p>
              <a:p>
                <a:pPr marL="0" indent="0">
                  <a:buNone/>
                </a:pPr>
                <a:endParaRPr lang="sv-SE"/>
              </a:p>
            </p:txBody>
          </p:sp>
        </mc:Choice>
        <mc:Fallback>
          <p:sp>
            <p:nvSpPr>
              <p:cNvPr id="3" name="Platshållare för innehåll 2">
                <a:extLst>
                  <a:ext uri="{FF2B5EF4-FFF2-40B4-BE49-F238E27FC236}">
                    <a16:creationId xmlns:a16="http://schemas.microsoft.com/office/drawing/2014/main" id="{20EA7044-4A94-4E7B-90AE-A6AAF65BB26B}"/>
                  </a:ext>
                </a:extLst>
              </p:cNvPr>
              <p:cNvSpPr>
                <a:spLocks noGrp="1" noRot="1" noChangeAspect="1" noMove="1" noResize="1" noEditPoints="1" noAdjustHandles="1" noChangeArrowheads="1" noChangeShapeType="1" noTextEdit="1"/>
              </p:cNvSpPr>
              <p:nvPr>
                <p:ph idx="1"/>
              </p:nvPr>
            </p:nvSpPr>
            <p:spPr>
              <a:xfrm>
                <a:off x="1451579" y="2015732"/>
                <a:ext cx="6899051" cy="3450613"/>
              </a:xfrm>
              <a:blipFill>
                <a:blip r:embed="rId3"/>
                <a:stretch>
                  <a:fillRect l="-618" b="-3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ktangel 8">
                <a:extLst>
                  <a:ext uri="{FF2B5EF4-FFF2-40B4-BE49-F238E27FC236}">
                    <a16:creationId xmlns:a16="http://schemas.microsoft.com/office/drawing/2014/main" id="{64C18927-198A-412F-97C0-BC470298F2A1}"/>
                  </a:ext>
                </a:extLst>
              </p:cNvPr>
              <p:cNvSpPr/>
              <p:nvPr/>
            </p:nvSpPr>
            <p:spPr>
              <a:xfrm>
                <a:off x="5384701" y="3544846"/>
                <a:ext cx="48376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sv-SE" i="1" smtClean="0">
                          <a:solidFill>
                            <a:srgbClr val="FF0000"/>
                          </a:solidFill>
                          <a:latin typeface="Cambria Math" panose="02040503050406030204" pitchFamily="18" charset="0"/>
                        </a:rPr>
                        <m:t>⟸</m:t>
                      </m:r>
                    </m:oMath>
                  </m:oMathPara>
                </a14:m>
                <a:endParaRPr lang="sv-SE"/>
              </a:p>
            </p:txBody>
          </p:sp>
        </mc:Choice>
        <mc:Fallback>
          <p:sp>
            <p:nvSpPr>
              <p:cNvPr id="9" name="Rektangel 8">
                <a:extLst>
                  <a:ext uri="{FF2B5EF4-FFF2-40B4-BE49-F238E27FC236}">
                    <a16:creationId xmlns:a16="http://schemas.microsoft.com/office/drawing/2014/main" id="{64C18927-198A-412F-97C0-BC470298F2A1}"/>
                  </a:ext>
                </a:extLst>
              </p:cNvPr>
              <p:cNvSpPr>
                <a:spLocks noRot="1" noChangeAspect="1" noMove="1" noResize="1" noEditPoints="1" noAdjustHandles="1" noChangeArrowheads="1" noChangeShapeType="1" noTextEdit="1"/>
              </p:cNvSpPr>
              <p:nvPr/>
            </p:nvSpPr>
            <p:spPr>
              <a:xfrm>
                <a:off x="5384701" y="3544846"/>
                <a:ext cx="483765" cy="369332"/>
              </a:xfrm>
              <a:prstGeom prst="rect">
                <a:avLst/>
              </a:prstGeom>
              <a:blipFill>
                <a:blip r:embed="rId4"/>
                <a:stretch>
                  <a:fillRect/>
                </a:stretch>
              </a:blipFill>
            </p:spPr>
            <p:txBody>
              <a:bodyPr/>
              <a:lstStyle/>
              <a:p>
                <a:r>
                  <a:rPr lang="en-US">
                    <a:noFill/>
                  </a:rPr>
                  <a:t> </a:t>
                </a:r>
              </a:p>
            </p:txBody>
          </p:sp>
        </mc:Fallback>
      </mc:AlternateContent>
      <p:sp>
        <p:nvSpPr>
          <p:cNvPr id="11" name="Höger klammerparentes 10">
            <a:extLst>
              <a:ext uri="{FF2B5EF4-FFF2-40B4-BE49-F238E27FC236}">
                <a16:creationId xmlns:a16="http://schemas.microsoft.com/office/drawing/2014/main" id="{C6E28DB9-3F81-43FB-BB79-8341AA8E90B7}"/>
              </a:ext>
            </a:extLst>
          </p:cNvPr>
          <p:cNvSpPr/>
          <p:nvPr/>
        </p:nvSpPr>
        <p:spPr>
          <a:xfrm>
            <a:off x="4887226" y="2951748"/>
            <a:ext cx="483765" cy="15560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15" name="Rektangel 14">
            <a:extLst>
              <a:ext uri="{FF2B5EF4-FFF2-40B4-BE49-F238E27FC236}">
                <a16:creationId xmlns:a16="http://schemas.microsoft.com/office/drawing/2014/main" id="{89E645CF-4196-44C7-AF85-E617CD6802E3}"/>
              </a:ext>
            </a:extLst>
          </p:cNvPr>
          <p:cNvSpPr/>
          <p:nvPr/>
        </p:nvSpPr>
        <p:spPr>
          <a:xfrm>
            <a:off x="5803745" y="3544846"/>
            <a:ext cx="2034531" cy="369332"/>
          </a:xfrm>
          <a:prstGeom prst="rect">
            <a:avLst/>
          </a:prstGeom>
        </p:spPr>
        <p:txBody>
          <a:bodyPr wrap="square">
            <a:spAutoFit/>
          </a:bodyPr>
          <a:lstStyle/>
          <a:p>
            <a:r>
              <a:rPr lang="sv-SE"/>
              <a:t>Fysisk ansträngning?</a:t>
            </a:r>
          </a:p>
        </p:txBody>
      </p:sp>
      <p:pic>
        <p:nvPicPr>
          <p:cNvPr id="2050" name="Picture 2" descr="Kärlkramp – Hjärtinfarkt.se">
            <a:extLst>
              <a:ext uri="{FF2B5EF4-FFF2-40B4-BE49-F238E27FC236}">
                <a16:creationId xmlns:a16="http://schemas.microsoft.com/office/drawing/2014/main" id="{BB79B95C-7E27-43AA-95A0-14B39A1300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0631" y="2329565"/>
            <a:ext cx="2704223" cy="2822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6570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B121431-DD6C-4C22-93B3-C87FDD2EC65F}"/>
              </a:ext>
            </a:extLst>
          </p:cNvPr>
          <p:cNvSpPr>
            <a:spLocks noGrp="1"/>
          </p:cNvSpPr>
          <p:nvPr>
            <p:ph type="title"/>
          </p:nvPr>
        </p:nvSpPr>
        <p:spPr>
          <a:xfrm>
            <a:off x="1451579" y="804519"/>
            <a:ext cx="9603275" cy="1049235"/>
          </a:xfrm>
        </p:spPr>
        <p:txBody>
          <a:bodyPr>
            <a:normAutofit/>
          </a:bodyPr>
          <a:lstStyle/>
          <a:p>
            <a:r>
              <a:rPr lang="en-US" err="1"/>
              <a:t>diagnostisering</a:t>
            </a:r>
            <a:endParaRPr lang="sv-SE"/>
          </a:p>
        </p:txBody>
      </p:sp>
      <p:sp>
        <p:nvSpPr>
          <p:cNvPr id="3" name="Platshållare för innehåll 2">
            <a:extLst>
              <a:ext uri="{FF2B5EF4-FFF2-40B4-BE49-F238E27FC236}">
                <a16:creationId xmlns:a16="http://schemas.microsoft.com/office/drawing/2014/main" id="{246274C0-D042-4261-BC15-22E8C0A00673}"/>
              </a:ext>
            </a:extLst>
          </p:cNvPr>
          <p:cNvSpPr>
            <a:spLocks noGrp="1"/>
          </p:cNvSpPr>
          <p:nvPr>
            <p:ph idx="1"/>
          </p:nvPr>
        </p:nvSpPr>
        <p:spPr>
          <a:xfrm>
            <a:off x="1451579" y="2015732"/>
            <a:ext cx="5989855" cy="3450613"/>
          </a:xfrm>
        </p:spPr>
        <p:txBody>
          <a:bodyPr>
            <a:normAutofit/>
          </a:bodyPr>
          <a:lstStyle/>
          <a:p>
            <a:r>
              <a:rPr lang="en-US" err="1"/>
              <a:t>Läkaren</a:t>
            </a:r>
            <a:r>
              <a:rPr lang="en-US"/>
              <a:t> </a:t>
            </a:r>
            <a:r>
              <a:rPr lang="en-US" err="1"/>
              <a:t>bedömer</a:t>
            </a:r>
            <a:r>
              <a:rPr lang="en-US"/>
              <a:t> </a:t>
            </a:r>
            <a:r>
              <a:rPr lang="en-US" err="1"/>
              <a:t>tillståndet</a:t>
            </a:r>
            <a:r>
              <a:rPr lang="en-US"/>
              <a:t> </a:t>
            </a:r>
            <a:r>
              <a:rPr lang="en-US" err="1"/>
              <a:t>utifrån</a:t>
            </a:r>
            <a:r>
              <a:rPr lang="en-US"/>
              <a:t> </a:t>
            </a:r>
            <a:r>
              <a:rPr lang="en-US" err="1"/>
              <a:t>patientens</a:t>
            </a:r>
            <a:r>
              <a:rPr lang="en-US"/>
              <a:t> </a:t>
            </a:r>
            <a:r>
              <a:rPr lang="en-US" err="1"/>
              <a:t>svar</a:t>
            </a:r>
            <a:endParaRPr lang="en-US"/>
          </a:p>
          <a:p>
            <a:r>
              <a:rPr lang="en-US" err="1"/>
              <a:t>Undersökningar</a:t>
            </a:r>
            <a:r>
              <a:rPr lang="en-US"/>
              <a:t>:</a:t>
            </a:r>
          </a:p>
          <a:p>
            <a:pPr lvl="1"/>
            <a:r>
              <a:rPr lang="en-US"/>
              <a:t>EKG-</a:t>
            </a:r>
            <a:r>
              <a:rPr lang="en-US" err="1"/>
              <a:t>mätning</a:t>
            </a:r>
            <a:endParaRPr lang="en-US"/>
          </a:p>
          <a:p>
            <a:pPr lvl="1"/>
            <a:r>
              <a:rPr lang="en-US" err="1"/>
              <a:t>Arbetsprov</a:t>
            </a:r>
            <a:r>
              <a:rPr lang="en-US"/>
              <a:t> (</a:t>
            </a:r>
            <a:r>
              <a:rPr lang="en-US" err="1"/>
              <a:t>konditionstest</a:t>
            </a:r>
            <a:r>
              <a:rPr lang="en-US"/>
              <a:t>)</a:t>
            </a:r>
          </a:p>
          <a:p>
            <a:pPr lvl="1"/>
            <a:r>
              <a:rPr lang="en-US" err="1"/>
              <a:t>Ultraljudsundersökning</a:t>
            </a:r>
            <a:endParaRPr lang="en-US"/>
          </a:p>
          <a:p>
            <a:pPr lvl="1"/>
            <a:r>
              <a:rPr lang="en-US" err="1"/>
              <a:t>Kranskärlsröntgen</a:t>
            </a:r>
            <a:endParaRPr lang="sv-SE"/>
          </a:p>
        </p:txBody>
      </p:sp>
      <p:pic>
        <p:nvPicPr>
          <p:cNvPr id="7" name="Graphic 6" descr="Bock">
            <a:extLst>
              <a:ext uri="{FF2B5EF4-FFF2-40B4-BE49-F238E27FC236}">
                <a16:creationId xmlns:a16="http://schemas.microsoft.com/office/drawing/2014/main" id="{052D6901-59F9-4C87-9EF3-36889F9E5A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44557" y="2015733"/>
            <a:ext cx="1643010" cy="1643010"/>
          </a:xfrm>
          <a:prstGeom prst="rect">
            <a:avLst/>
          </a:prstGeom>
        </p:spPr>
      </p:pic>
      <p:pic>
        <p:nvPicPr>
          <p:cNvPr id="1026" name="Picture 2" descr="Ny snabb diagnostik utesluter förträngda kranskärl">
            <a:extLst>
              <a:ext uri="{FF2B5EF4-FFF2-40B4-BE49-F238E27FC236}">
                <a16:creationId xmlns:a16="http://schemas.microsoft.com/office/drawing/2014/main" id="{E8C2C056-8ABB-41B5-A6FC-72188885B3F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005610" y="3823335"/>
            <a:ext cx="2920906" cy="1643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17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B388C90-B610-46A3-9F89-1B4524185773}"/>
              </a:ext>
            </a:extLst>
          </p:cNvPr>
          <p:cNvSpPr>
            <a:spLocks noGrp="1"/>
          </p:cNvSpPr>
          <p:nvPr>
            <p:ph type="title"/>
          </p:nvPr>
        </p:nvSpPr>
        <p:spPr/>
        <p:txBody>
          <a:bodyPr/>
          <a:lstStyle/>
          <a:p>
            <a:r>
              <a:rPr lang="sv-SE"/>
              <a:t>Behandlingsmetod och prognos</a:t>
            </a:r>
          </a:p>
        </p:txBody>
      </p:sp>
      <p:sp>
        <p:nvSpPr>
          <p:cNvPr id="3" name="Platshållare för text 2">
            <a:extLst>
              <a:ext uri="{FF2B5EF4-FFF2-40B4-BE49-F238E27FC236}">
                <a16:creationId xmlns:a16="http://schemas.microsoft.com/office/drawing/2014/main" id="{F7680BF3-022F-47B0-A610-28F56D68C5FE}"/>
              </a:ext>
            </a:extLst>
          </p:cNvPr>
          <p:cNvSpPr>
            <a:spLocks noGrp="1"/>
          </p:cNvSpPr>
          <p:nvPr>
            <p:ph type="body" idx="1"/>
          </p:nvPr>
        </p:nvSpPr>
        <p:spPr/>
        <p:txBody>
          <a:bodyPr/>
          <a:lstStyle/>
          <a:p>
            <a:r>
              <a:rPr lang="sv-SE" err="1"/>
              <a:t>BEhandlingsmetod</a:t>
            </a:r>
            <a:endParaRPr lang="sv-SE"/>
          </a:p>
        </p:txBody>
      </p:sp>
      <p:sp>
        <p:nvSpPr>
          <p:cNvPr id="4" name="Platshållare för innehåll 3">
            <a:extLst>
              <a:ext uri="{FF2B5EF4-FFF2-40B4-BE49-F238E27FC236}">
                <a16:creationId xmlns:a16="http://schemas.microsoft.com/office/drawing/2014/main" id="{D06138FE-2797-4DF3-B598-1F9A00EBFD12}"/>
              </a:ext>
            </a:extLst>
          </p:cNvPr>
          <p:cNvSpPr>
            <a:spLocks noGrp="1"/>
          </p:cNvSpPr>
          <p:nvPr>
            <p:ph sz="half" idx="2"/>
          </p:nvPr>
        </p:nvSpPr>
        <p:spPr/>
        <p:txBody>
          <a:bodyPr>
            <a:normAutofit lnSpcReduction="10000"/>
          </a:bodyPr>
          <a:lstStyle/>
          <a:p>
            <a:r>
              <a:rPr lang="en-US" err="1"/>
              <a:t>Läkemedel</a:t>
            </a:r>
            <a:r>
              <a:rPr lang="en-US"/>
              <a:t> </a:t>
            </a:r>
            <a:r>
              <a:rPr lang="en-US" err="1"/>
              <a:t>som</a:t>
            </a:r>
            <a:r>
              <a:rPr lang="en-US"/>
              <a:t> </a:t>
            </a:r>
            <a:r>
              <a:rPr lang="en-US" err="1"/>
              <a:t>lindrar</a:t>
            </a:r>
            <a:r>
              <a:rPr lang="en-US"/>
              <a:t> </a:t>
            </a:r>
            <a:r>
              <a:rPr lang="en-US" err="1"/>
              <a:t>smärtan</a:t>
            </a:r>
            <a:endParaRPr lang="en-US"/>
          </a:p>
          <a:p>
            <a:endParaRPr lang="en-US"/>
          </a:p>
          <a:p>
            <a:r>
              <a:rPr lang="en-US"/>
              <a:t>Operation</a:t>
            </a:r>
          </a:p>
          <a:p>
            <a:pPr lvl="1"/>
            <a:r>
              <a:rPr lang="en-US"/>
              <a:t>By-pass-operation</a:t>
            </a:r>
          </a:p>
          <a:p>
            <a:pPr lvl="1"/>
            <a:r>
              <a:rPr lang="en-US" err="1"/>
              <a:t>Ballongvidgning</a:t>
            </a:r>
            <a:endParaRPr lang="en-US"/>
          </a:p>
          <a:p>
            <a:pPr marL="0" indent="0">
              <a:buNone/>
            </a:pPr>
            <a:endParaRPr lang="sv-SE"/>
          </a:p>
        </p:txBody>
      </p:sp>
      <p:sp>
        <p:nvSpPr>
          <p:cNvPr id="5" name="Platshållare för text 4">
            <a:extLst>
              <a:ext uri="{FF2B5EF4-FFF2-40B4-BE49-F238E27FC236}">
                <a16:creationId xmlns:a16="http://schemas.microsoft.com/office/drawing/2014/main" id="{463C0A06-D33B-410F-9575-D1F3D6572E63}"/>
              </a:ext>
            </a:extLst>
          </p:cNvPr>
          <p:cNvSpPr>
            <a:spLocks noGrp="1"/>
          </p:cNvSpPr>
          <p:nvPr>
            <p:ph type="body" sz="quarter" idx="3"/>
          </p:nvPr>
        </p:nvSpPr>
        <p:spPr/>
        <p:txBody>
          <a:bodyPr/>
          <a:lstStyle/>
          <a:p>
            <a:r>
              <a:rPr lang="sv-SE"/>
              <a:t>Prognos</a:t>
            </a:r>
          </a:p>
        </p:txBody>
      </p:sp>
      <p:sp>
        <p:nvSpPr>
          <p:cNvPr id="6" name="Platshållare för innehåll 5">
            <a:extLst>
              <a:ext uri="{FF2B5EF4-FFF2-40B4-BE49-F238E27FC236}">
                <a16:creationId xmlns:a16="http://schemas.microsoft.com/office/drawing/2014/main" id="{5635B7F4-26BC-4A43-BB37-68447E463B72}"/>
              </a:ext>
            </a:extLst>
          </p:cNvPr>
          <p:cNvSpPr>
            <a:spLocks noGrp="1"/>
          </p:cNvSpPr>
          <p:nvPr>
            <p:ph sz="quarter" idx="4"/>
          </p:nvPr>
        </p:nvSpPr>
        <p:spPr/>
        <p:txBody>
          <a:bodyPr>
            <a:normAutofit lnSpcReduction="10000"/>
          </a:bodyPr>
          <a:lstStyle/>
          <a:p>
            <a:pPr marL="0" indent="0">
              <a:buNone/>
            </a:pPr>
            <a:r>
              <a:rPr lang="en-US" b="1" err="1"/>
              <a:t>Statistik</a:t>
            </a:r>
            <a:r>
              <a:rPr lang="en-US" b="1"/>
              <a:t> av 1177.se</a:t>
            </a:r>
            <a:endParaRPr lang="sv-SE" b="1"/>
          </a:p>
          <a:p>
            <a:pPr marL="0" indent="0">
              <a:buNone/>
            </a:pPr>
            <a:r>
              <a:rPr lang="en-US"/>
              <a:t>“</a:t>
            </a:r>
            <a:r>
              <a:rPr lang="en-US" err="1"/>
              <a:t>Varje</a:t>
            </a:r>
            <a:r>
              <a:rPr lang="en-US"/>
              <a:t> </a:t>
            </a:r>
            <a:r>
              <a:rPr lang="en-US" err="1"/>
              <a:t>år</a:t>
            </a:r>
            <a:r>
              <a:rPr lang="en-US"/>
              <a:t> </a:t>
            </a:r>
            <a:r>
              <a:rPr lang="en-US" err="1"/>
              <a:t>drabbas</a:t>
            </a:r>
            <a:r>
              <a:rPr lang="en-US"/>
              <a:t> </a:t>
            </a:r>
            <a:r>
              <a:rPr lang="en-US" err="1"/>
              <a:t>ungefär</a:t>
            </a:r>
            <a:r>
              <a:rPr lang="en-US"/>
              <a:t> 11 000 </a:t>
            </a:r>
            <a:r>
              <a:rPr lang="en-US" err="1"/>
              <a:t>personer</a:t>
            </a:r>
            <a:r>
              <a:rPr lang="en-US"/>
              <a:t> </a:t>
            </a:r>
            <a:r>
              <a:rPr lang="en-US" err="1"/>
              <a:t>mellan</a:t>
            </a:r>
            <a:r>
              <a:rPr lang="en-US"/>
              <a:t> 45 </a:t>
            </a:r>
            <a:r>
              <a:rPr lang="en-US" err="1"/>
              <a:t>och</a:t>
            </a:r>
            <a:r>
              <a:rPr lang="en-US"/>
              <a:t> 70 </a:t>
            </a:r>
            <a:r>
              <a:rPr lang="en-US" err="1"/>
              <a:t>års</a:t>
            </a:r>
            <a:r>
              <a:rPr lang="en-US"/>
              <a:t> </a:t>
            </a:r>
            <a:r>
              <a:rPr lang="en-US" err="1"/>
              <a:t>åldern</a:t>
            </a:r>
            <a:r>
              <a:rPr lang="en-US"/>
              <a:t> av </a:t>
            </a:r>
            <a:r>
              <a:rPr lang="en-US" err="1"/>
              <a:t>kärlkramp</a:t>
            </a:r>
            <a:r>
              <a:rPr lang="en-US"/>
              <a:t>.”</a:t>
            </a:r>
          </a:p>
          <a:p>
            <a:endParaRPr lang="en-US"/>
          </a:p>
          <a:p>
            <a:r>
              <a:rPr lang="en-US" err="1"/>
              <a:t>Könsskillnader</a:t>
            </a:r>
            <a:r>
              <a:rPr lang="en-US"/>
              <a:t> </a:t>
            </a:r>
            <a:r>
              <a:rPr lang="en-US" err="1"/>
              <a:t>förekommer</a:t>
            </a:r>
            <a:endParaRPr lang="en-US"/>
          </a:p>
          <a:p>
            <a:pPr lvl="1"/>
            <a:r>
              <a:rPr lang="en-US" err="1">
                <a:solidFill>
                  <a:schemeClr val="accent1">
                    <a:lumMod val="50000"/>
                  </a:schemeClr>
                </a:solidFill>
              </a:rPr>
              <a:t>Östrogen</a:t>
            </a:r>
            <a:r>
              <a:rPr lang="sv-SE">
                <a:solidFill>
                  <a:schemeClr val="accent1">
                    <a:lumMod val="50000"/>
                  </a:schemeClr>
                </a:solidFill>
              </a:rPr>
              <a:t> har skyddande effekt</a:t>
            </a:r>
          </a:p>
          <a:p>
            <a:endParaRPr lang="sv-SE"/>
          </a:p>
        </p:txBody>
      </p:sp>
    </p:spTree>
    <p:extLst>
      <p:ext uri="{BB962C8B-B14F-4D97-AF65-F5344CB8AC3E}">
        <p14:creationId xmlns:p14="http://schemas.microsoft.com/office/powerpoint/2010/main" val="1058689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A391B7E-5FB4-47E2-80D8-D51FD990EFF0}"/>
              </a:ext>
            </a:extLst>
          </p:cNvPr>
          <p:cNvSpPr>
            <a:spLocks noGrp="1"/>
          </p:cNvSpPr>
          <p:nvPr>
            <p:ph type="title"/>
          </p:nvPr>
        </p:nvSpPr>
        <p:spPr>
          <a:xfrm>
            <a:off x="1294362" y="2904382"/>
            <a:ext cx="9603275" cy="1049235"/>
          </a:xfrm>
        </p:spPr>
        <p:txBody>
          <a:bodyPr/>
          <a:lstStyle/>
          <a:p>
            <a:pPr algn="ctr"/>
            <a:r>
              <a:rPr lang="sv-SE"/>
              <a:t>Tack för att ni lyssnade</a:t>
            </a:r>
            <a:br>
              <a:rPr lang="sv-SE"/>
            </a:br>
            <a:r>
              <a:rPr lang="sv-SE" sz="1800"/>
              <a:t>Har ni frågor?</a:t>
            </a:r>
            <a:endParaRPr lang="sv-SE"/>
          </a:p>
        </p:txBody>
      </p:sp>
    </p:spTree>
    <p:extLst>
      <p:ext uri="{BB962C8B-B14F-4D97-AF65-F5344CB8AC3E}">
        <p14:creationId xmlns:p14="http://schemas.microsoft.com/office/powerpoint/2010/main" val="3117060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7174485-F7F8-4796-8D54-C0463FEDD0C6}"/>
              </a:ext>
            </a:extLst>
          </p:cNvPr>
          <p:cNvSpPr>
            <a:spLocks noGrp="1"/>
          </p:cNvSpPr>
          <p:nvPr>
            <p:ph type="title"/>
          </p:nvPr>
        </p:nvSpPr>
        <p:spPr/>
        <p:txBody>
          <a:bodyPr/>
          <a:lstStyle/>
          <a:p>
            <a:r>
              <a:rPr lang="sv-SE"/>
              <a:t>Källor</a:t>
            </a:r>
          </a:p>
        </p:txBody>
      </p:sp>
      <p:sp>
        <p:nvSpPr>
          <p:cNvPr id="3" name="Platshållare för text 2">
            <a:extLst>
              <a:ext uri="{FF2B5EF4-FFF2-40B4-BE49-F238E27FC236}">
                <a16:creationId xmlns:a16="http://schemas.microsoft.com/office/drawing/2014/main" id="{20793DF4-DE1D-4278-92C0-70B7F8790D7B}"/>
              </a:ext>
            </a:extLst>
          </p:cNvPr>
          <p:cNvSpPr>
            <a:spLocks noGrp="1"/>
          </p:cNvSpPr>
          <p:nvPr>
            <p:ph type="body" idx="1"/>
          </p:nvPr>
        </p:nvSpPr>
        <p:spPr/>
        <p:txBody>
          <a:bodyPr/>
          <a:lstStyle/>
          <a:p>
            <a:r>
              <a:rPr lang="sv-SE"/>
              <a:t>Huvudkällor</a:t>
            </a:r>
          </a:p>
        </p:txBody>
      </p:sp>
      <p:sp>
        <p:nvSpPr>
          <p:cNvPr id="4" name="Platshållare för innehåll 3">
            <a:extLst>
              <a:ext uri="{FF2B5EF4-FFF2-40B4-BE49-F238E27FC236}">
                <a16:creationId xmlns:a16="http://schemas.microsoft.com/office/drawing/2014/main" id="{E3AE9563-318D-44D9-A8C4-A3DEEF1FEF7C}"/>
              </a:ext>
            </a:extLst>
          </p:cNvPr>
          <p:cNvSpPr>
            <a:spLocks noGrp="1"/>
          </p:cNvSpPr>
          <p:nvPr>
            <p:ph sz="half" idx="2"/>
          </p:nvPr>
        </p:nvSpPr>
        <p:spPr/>
        <p:txBody>
          <a:bodyPr>
            <a:normAutofit lnSpcReduction="10000"/>
          </a:bodyPr>
          <a:lstStyle/>
          <a:p>
            <a:pPr marL="0" indent="0">
              <a:buNone/>
            </a:pPr>
            <a:r>
              <a:rPr lang="sv-SE"/>
              <a:t>1177.se</a:t>
            </a:r>
            <a:endParaRPr lang="sv-SE">
              <a:hlinkClick r:id="rId3"/>
            </a:endParaRPr>
          </a:p>
          <a:p>
            <a:r>
              <a:rPr lang="sv-SE" sz="1600">
                <a:hlinkClick r:id="rId3"/>
              </a:rPr>
              <a:t>https://www.1177.se/</a:t>
            </a:r>
            <a:endParaRPr lang="sv-SE" sz="1600"/>
          </a:p>
          <a:p>
            <a:pPr marL="0" indent="0">
              <a:buNone/>
            </a:pPr>
            <a:r>
              <a:rPr lang="sv-SE"/>
              <a:t>Ne.se</a:t>
            </a:r>
            <a:endParaRPr lang="sv-SE">
              <a:hlinkClick r:id="rId4"/>
            </a:endParaRPr>
          </a:p>
          <a:p>
            <a:r>
              <a:rPr lang="sv-SE" sz="1700">
                <a:hlinkClick r:id="rId4"/>
              </a:rPr>
              <a:t>https://www.ne.se/</a:t>
            </a:r>
            <a:endParaRPr lang="sv-SE" sz="1700"/>
          </a:p>
          <a:p>
            <a:pPr marL="0" indent="0">
              <a:buNone/>
            </a:pPr>
            <a:r>
              <a:rPr lang="sv-SE"/>
              <a:t>Wikipedia</a:t>
            </a:r>
          </a:p>
          <a:p>
            <a:r>
              <a:rPr lang="sv-SE" sz="1700">
                <a:hlinkClick r:id="rId5"/>
              </a:rPr>
              <a:t>https://sv.wikipedia.org/</a:t>
            </a:r>
            <a:endParaRPr lang="sv-SE" sz="1700"/>
          </a:p>
        </p:txBody>
      </p:sp>
      <p:sp>
        <p:nvSpPr>
          <p:cNvPr id="5" name="Platshållare för text 4">
            <a:extLst>
              <a:ext uri="{FF2B5EF4-FFF2-40B4-BE49-F238E27FC236}">
                <a16:creationId xmlns:a16="http://schemas.microsoft.com/office/drawing/2014/main" id="{449031E5-6318-4CAD-AA5A-597ED00D97AE}"/>
              </a:ext>
            </a:extLst>
          </p:cNvPr>
          <p:cNvSpPr>
            <a:spLocks noGrp="1"/>
          </p:cNvSpPr>
          <p:nvPr>
            <p:ph type="body" sz="quarter" idx="3"/>
          </p:nvPr>
        </p:nvSpPr>
        <p:spPr/>
        <p:txBody>
          <a:bodyPr/>
          <a:lstStyle/>
          <a:p>
            <a:endParaRPr lang="sv-SE"/>
          </a:p>
        </p:txBody>
      </p:sp>
      <p:sp>
        <p:nvSpPr>
          <p:cNvPr id="9" name="Platshållare för innehåll 8">
            <a:extLst>
              <a:ext uri="{FF2B5EF4-FFF2-40B4-BE49-F238E27FC236}">
                <a16:creationId xmlns:a16="http://schemas.microsoft.com/office/drawing/2014/main" id="{18D0FA84-5BB5-43E1-A05F-191DF595176C}"/>
              </a:ext>
            </a:extLst>
          </p:cNvPr>
          <p:cNvSpPr>
            <a:spLocks noGrp="1"/>
          </p:cNvSpPr>
          <p:nvPr>
            <p:ph sz="quarter" idx="4"/>
          </p:nvPr>
        </p:nvSpPr>
        <p:spPr/>
        <p:txBody>
          <a:bodyPr/>
          <a:lstStyle/>
          <a:p>
            <a:endParaRPr lang="sv-SE"/>
          </a:p>
        </p:txBody>
      </p:sp>
    </p:spTree>
    <p:extLst>
      <p:ext uri="{BB962C8B-B14F-4D97-AF65-F5344CB8AC3E}">
        <p14:creationId xmlns:p14="http://schemas.microsoft.com/office/powerpoint/2010/main" val="3797901720"/>
      </p:ext>
    </p:extLst>
  </p:cSld>
  <p:clrMapOvr>
    <a:masterClrMapping/>
  </p:clrMapOvr>
</p:sld>
</file>

<file path=ppt/theme/theme1.xml><?xml version="1.0" encoding="utf-8"?>
<a:theme xmlns:a="http://schemas.openxmlformats.org/drawingml/2006/main" name="Galleri">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8</Slides>
  <Notes>6</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Galleri</vt:lpstr>
      <vt:lpstr>Kärlkramp</vt:lpstr>
      <vt:lpstr>Introduktion</vt:lpstr>
      <vt:lpstr>Orsak</vt:lpstr>
      <vt:lpstr>Symtom</vt:lpstr>
      <vt:lpstr>diagnostisering</vt:lpstr>
      <vt:lpstr>Behandlingsmetod och prognos</vt:lpstr>
      <vt:lpstr>Tack för att ni lyssnade Har ni frågor?</vt:lpstr>
      <vt:lpstr>Källor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Kärlkramp</dc:title>
  <dc:creator>Sahand Khodabandehloo</dc:creator>
  <cp:revision>1</cp:revision>
  <dcterms:created xsi:type="dcterms:W3CDTF">2020-12-04T13:26:33Z</dcterms:created>
  <dcterms:modified xsi:type="dcterms:W3CDTF">2020-12-04T14:17:42Z</dcterms:modified>
</cp:coreProperties>
</file>