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9" r:id="rId2"/>
    <p:sldId id="280" r:id="rId3"/>
    <p:sldId id="281" r:id="rId4"/>
    <p:sldId id="282" r:id="rId5"/>
    <p:sldId id="283" r:id="rId6"/>
    <p:sldId id="284" r:id="rId7"/>
    <p:sldId id="285" r:id="rId8"/>
    <p:sldId id="256" r:id="rId9"/>
    <p:sldId id="258" r:id="rId10"/>
    <p:sldId id="257" r:id="rId11"/>
    <p:sldId id="277" r:id="rId12"/>
    <p:sldId id="278" r:id="rId13"/>
    <p:sldId id="286" r:id="rId14"/>
    <p:sldId id="263" r:id="rId15"/>
    <p:sldId id="270" r:id="rId16"/>
    <p:sldId id="272" r:id="rId17"/>
    <p:sldId id="273" r:id="rId18"/>
    <p:sldId id="274" r:id="rId19"/>
    <p:sldId id="275" r:id="rId20"/>
    <p:sldId id="271" r:id="rId21"/>
    <p:sldId id="279" r:id="rId22"/>
    <p:sldId id="276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hand Khodabandehloo" initials="SK" lastIdx="1" clrIdx="0">
    <p:extLst>
      <p:ext uri="{19B8F6BF-5375-455C-9EA6-DF929625EA0E}">
        <p15:presenceInfo xmlns:p15="http://schemas.microsoft.com/office/powerpoint/2012/main" userId="cb03d64890cf78b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EB00B2-2E7C-49B7-ACF4-BAA130A152F1}" v="15" dt="2020-11-24T18:47:19.732"/>
    <p1510:client id="{ABF4DC6F-D9C9-4CBF-90F4-93C084059623}" v="24" dt="2020-11-24T18:17:30.1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75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hand Khodabandehloo" userId="cb03d64890cf78b3" providerId="LiveId" clId="{ABF4DC6F-D9C9-4CBF-90F4-93C084059623}"/>
    <pc:docChg chg="undo custSel mod addSld delSld modSld sldOrd">
      <pc:chgData name="Sahand Khodabandehloo" userId="cb03d64890cf78b3" providerId="LiveId" clId="{ABF4DC6F-D9C9-4CBF-90F4-93C084059623}" dt="2020-11-24T18:17:30.186" v="1215" actId="2696"/>
      <pc:docMkLst>
        <pc:docMk/>
      </pc:docMkLst>
      <pc:sldChg chg="modSp">
        <pc:chgData name="Sahand Khodabandehloo" userId="cb03d64890cf78b3" providerId="LiveId" clId="{ABF4DC6F-D9C9-4CBF-90F4-93C084059623}" dt="2020-11-22T00:03:54.661" v="1074" actId="114"/>
        <pc:sldMkLst>
          <pc:docMk/>
          <pc:sldMk cId="2318308050" sldId="256"/>
        </pc:sldMkLst>
        <pc:spChg chg="mod">
          <ac:chgData name="Sahand Khodabandehloo" userId="cb03d64890cf78b3" providerId="LiveId" clId="{ABF4DC6F-D9C9-4CBF-90F4-93C084059623}" dt="2020-11-22T00:03:54.661" v="1074" actId="114"/>
          <ac:spMkLst>
            <pc:docMk/>
            <pc:sldMk cId="2318308050" sldId="256"/>
            <ac:spMk id="3" creationId="{6FF3B39B-5F21-45EA-9115-042DB1319001}"/>
          </ac:spMkLst>
        </pc:spChg>
      </pc:sldChg>
      <pc:sldChg chg="addSp delSp modSp">
        <pc:chgData name="Sahand Khodabandehloo" userId="cb03d64890cf78b3" providerId="LiveId" clId="{ABF4DC6F-D9C9-4CBF-90F4-93C084059623}" dt="2020-11-21T23:40:56.281" v="1045" actId="1076"/>
        <pc:sldMkLst>
          <pc:docMk/>
          <pc:sldMk cId="2166570865" sldId="257"/>
        </pc:sldMkLst>
        <pc:spChg chg="mod">
          <ac:chgData name="Sahand Khodabandehloo" userId="cb03d64890cf78b3" providerId="LiveId" clId="{ABF4DC6F-D9C9-4CBF-90F4-93C084059623}" dt="2020-11-06T21:23:04.323" v="472" actId="14100"/>
          <ac:spMkLst>
            <pc:docMk/>
            <pc:sldMk cId="2166570865" sldId="257"/>
            <ac:spMk id="2" creationId="{27DB35DD-EF37-4EE8-A30E-BD98C11D0FD7}"/>
          </ac:spMkLst>
        </pc:spChg>
        <pc:spChg chg="mod">
          <ac:chgData name="Sahand Khodabandehloo" userId="cb03d64890cf78b3" providerId="LiveId" clId="{ABF4DC6F-D9C9-4CBF-90F4-93C084059623}" dt="2020-11-21T23:40:27.028" v="1044" actId="207"/>
          <ac:spMkLst>
            <pc:docMk/>
            <pc:sldMk cId="2166570865" sldId="257"/>
            <ac:spMk id="3" creationId="{20EA7044-4A94-4E7B-90AE-A6AAF65BB26B}"/>
          </ac:spMkLst>
        </pc:spChg>
        <pc:spChg chg="add del mod">
          <ac:chgData name="Sahand Khodabandehloo" userId="cb03d64890cf78b3" providerId="LiveId" clId="{ABF4DC6F-D9C9-4CBF-90F4-93C084059623}" dt="2020-11-06T21:04:59.864" v="215" actId="11529"/>
          <ac:spMkLst>
            <pc:docMk/>
            <pc:sldMk cId="2166570865" sldId="257"/>
            <ac:spMk id="6" creationId="{A79E8397-F843-4ADA-98F7-7ED3DEF0863F}"/>
          </ac:spMkLst>
        </pc:spChg>
        <pc:spChg chg="add del mod">
          <ac:chgData name="Sahand Khodabandehloo" userId="cb03d64890cf78b3" providerId="LiveId" clId="{ABF4DC6F-D9C9-4CBF-90F4-93C084059623}" dt="2020-11-06T21:08:03.499" v="292" actId="767"/>
          <ac:spMkLst>
            <pc:docMk/>
            <pc:sldMk cId="2166570865" sldId="257"/>
            <ac:spMk id="7" creationId="{FB9B75E4-4EA4-46D6-83B1-B4D6D2956080}"/>
          </ac:spMkLst>
        </pc:spChg>
        <pc:spChg chg="add del mod">
          <ac:chgData name="Sahand Khodabandehloo" userId="cb03d64890cf78b3" providerId="LiveId" clId="{ABF4DC6F-D9C9-4CBF-90F4-93C084059623}" dt="2020-11-06T21:09:43.498" v="353" actId="478"/>
          <ac:spMkLst>
            <pc:docMk/>
            <pc:sldMk cId="2166570865" sldId="257"/>
            <ac:spMk id="8" creationId="{BF930315-6C41-4831-A145-BB11B5092F92}"/>
          </ac:spMkLst>
        </pc:spChg>
        <pc:spChg chg="add mod">
          <ac:chgData name="Sahand Khodabandehloo" userId="cb03d64890cf78b3" providerId="LiveId" clId="{ABF4DC6F-D9C9-4CBF-90F4-93C084059623}" dt="2020-11-21T23:40:56.281" v="1045" actId="1076"/>
          <ac:spMkLst>
            <pc:docMk/>
            <pc:sldMk cId="2166570865" sldId="257"/>
            <ac:spMk id="9" creationId="{64C18927-198A-412F-97C0-BC470298F2A1}"/>
          </ac:spMkLst>
        </pc:spChg>
        <pc:spChg chg="add mod">
          <ac:chgData name="Sahand Khodabandehloo" userId="cb03d64890cf78b3" providerId="LiveId" clId="{ABF4DC6F-D9C9-4CBF-90F4-93C084059623}" dt="2020-11-21T23:40:56.281" v="1045" actId="1076"/>
          <ac:spMkLst>
            <pc:docMk/>
            <pc:sldMk cId="2166570865" sldId="257"/>
            <ac:spMk id="11" creationId="{C6E28DB9-3F81-43FB-BB79-8341AA8E90B7}"/>
          </ac:spMkLst>
        </pc:spChg>
        <pc:spChg chg="add del mod">
          <ac:chgData name="Sahand Khodabandehloo" userId="cb03d64890cf78b3" providerId="LiveId" clId="{ABF4DC6F-D9C9-4CBF-90F4-93C084059623}" dt="2020-11-06T21:08:06.685" v="306"/>
          <ac:spMkLst>
            <pc:docMk/>
            <pc:sldMk cId="2166570865" sldId="257"/>
            <ac:spMk id="13" creationId="{EBDE3080-2786-4F98-BE0F-43B59F4CF97D}"/>
          </ac:spMkLst>
        </pc:spChg>
        <pc:spChg chg="add mod">
          <ac:chgData name="Sahand Khodabandehloo" userId="cb03d64890cf78b3" providerId="LiveId" clId="{ABF4DC6F-D9C9-4CBF-90F4-93C084059623}" dt="2020-11-21T23:40:56.281" v="1045" actId="1076"/>
          <ac:spMkLst>
            <pc:docMk/>
            <pc:sldMk cId="2166570865" sldId="257"/>
            <ac:spMk id="15" creationId="{89E645CF-4196-44C7-AF85-E617CD6802E3}"/>
          </ac:spMkLst>
        </pc:spChg>
        <pc:picChg chg="del">
          <ac:chgData name="Sahand Khodabandehloo" userId="cb03d64890cf78b3" providerId="LiveId" clId="{ABF4DC6F-D9C9-4CBF-90F4-93C084059623}" dt="2020-11-06T21:16:03.720" v="422" actId="478"/>
          <ac:picMkLst>
            <pc:docMk/>
            <pc:sldMk cId="2166570865" sldId="257"/>
            <ac:picMk id="5" creationId="{229C2E11-4C51-4E09-8B94-97CC65FD5F15}"/>
          </ac:picMkLst>
        </pc:picChg>
        <pc:picChg chg="add mod">
          <ac:chgData name="Sahand Khodabandehloo" userId="cb03d64890cf78b3" providerId="LiveId" clId="{ABF4DC6F-D9C9-4CBF-90F4-93C084059623}" dt="2020-11-17T04:11:10.451" v="973" actId="1076"/>
          <ac:picMkLst>
            <pc:docMk/>
            <pc:sldMk cId="2166570865" sldId="257"/>
            <ac:picMk id="2050" creationId="{BB79B95C-7E27-43AA-95A0-14B39A130078}"/>
          </ac:picMkLst>
        </pc:picChg>
      </pc:sldChg>
      <pc:sldChg chg="addSp delSp modSp mod setBg addCm delCm modCm">
        <pc:chgData name="Sahand Khodabandehloo" userId="cb03d64890cf78b3" providerId="LiveId" clId="{ABF4DC6F-D9C9-4CBF-90F4-93C084059623}" dt="2020-11-21T23:41:58.534" v="1056" actId="20577"/>
        <pc:sldMkLst>
          <pc:docMk/>
          <pc:sldMk cId="2602507202" sldId="258"/>
        </pc:sldMkLst>
        <pc:spChg chg="mod">
          <ac:chgData name="Sahand Khodabandehloo" userId="cb03d64890cf78b3" providerId="LiveId" clId="{ABF4DC6F-D9C9-4CBF-90F4-93C084059623}" dt="2020-11-06T21:18:40.702" v="463" actId="404"/>
          <ac:spMkLst>
            <pc:docMk/>
            <pc:sldMk cId="2602507202" sldId="258"/>
            <ac:spMk id="2" creationId="{A3F67386-F56B-42AD-A5BF-50381789E5DB}"/>
          </ac:spMkLst>
        </pc:spChg>
        <pc:spChg chg="mod">
          <ac:chgData name="Sahand Khodabandehloo" userId="cb03d64890cf78b3" providerId="LiveId" clId="{ABF4DC6F-D9C9-4CBF-90F4-93C084059623}" dt="2020-11-21T23:41:58.534" v="1056" actId="20577"/>
          <ac:spMkLst>
            <pc:docMk/>
            <pc:sldMk cId="2602507202" sldId="258"/>
            <ac:spMk id="3" creationId="{EABAC9F8-D1DA-476B-9AB9-613637A1ED24}"/>
          </ac:spMkLst>
        </pc:spChg>
        <pc:spChg chg="add del">
          <ac:chgData name="Sahand Khodabandehloo" userId="cb03d64890cf78b3" providerId="LiveId" clId="{ABF4DC6F-D9C9-4CBF-90F4-93C084059623}" dt="2020-11-06T21:14:06.728" v="408"/>
          <ac:spMkLst>
            <pc:docMk/>
            <pc:sldMk cId="2602507202" sldId="258"/>
            <ac:spMk id="4" creationId="{3DECC5F0-BE35-4160-BB81-E05FA4DBCE2A}"/>
          </ac:spMkLst>
        </pc:spChg>
        <pc:picChg chg="add del mod">
          <ac:chgData name="Sahand Khodabandehloo" userId="cb03d64890cf78b3" providerId="LiveId" clId="{ABF4DC6F-D9C9-4CBF-90F4-93C084059623}" dt="2020-11-06T21:15:02.864" v="414" actId="478"/>
          <ac:picMkLst>
            <pc:docMk/>
            <pc:sldMk cId="2602507202" sldId="258"/>
            <ac:picMk id="5" creationId="{8A35A136-791C-4EA0-A971-753CDC7959AD}"/>
          </ac:picMkLst>
        </pc:picChg>
        <pc:picChg chg="add mod">
          <ac:chgData name="Sahand Khodabandehloo" userId="cb03d64890cf78b3" providerId="LiveId" clId="{ABF4DC6F-D9C9-4CBF-90F4-93C084059623}" dt="2020-11-17T04:10:49.567" v="972" actId="1076"/>
          <ac:picMkLst>
            <pc:docMk/>
            <pc:sldMk cId="2602507202" sldId="258"/>
            <ac:picMk id="7" creationId="{CF60AFDC-55AE-4337-81AA-5402B4043749}"/>
          </ac:picMkLst>
        </pc:picChg>
      </pc:sldChg>
      <pc:sldChg chg="addSp delSp modSp add mod ord setBg setClrOvrMap">
        <pc:chgData name="Sahand Khodabandehloo" userId="cb03d64890cf78b3" providerId="LiveId" clId="{ABF4DC6F-D9C9-4CBF-90F4-93C084059623}" dt="2020-11-10T10:17:52.480" v="945" actId="26606"/>
        <pc:sldMkLst>
          <pc:docMk/>
          <pc:sldMk cId="1414525375" sldId="259"/>
        </pc:sldMkLst>
        <pc:spChg chg="mod">
          <ac:chgData name="Sahand Khodabandehloo" userId="cb03d64890cf78b3" providerId="LiveId" clId="{ABF4DC6F-D9C9-4CBF-90F4-93C084059623}" dt="2020-11-10T10:17:52.480" v="945" actId="26606"/>
          <ac:spMkLst>
            <pc:docMk/>
            <pc:sldMk cId="1414525375" sldId="259"/>
            <ac:spMk id="2" creationId="{FC13AB38-A6D3-4CF5-8838-E6799C78650B}"/>
          </ac:spMkLst>
        </pc:spChg>
        <pc:spChg chg="mod">
          <ac:chgData name="Sahand Khodabandehloo" userId="cb03d64890cf78b3" providerId="LiveId" clId="{ABF4DC6F-D9C9-4CBF-90F4-93C084059623}" dt="2020-11-10T10:17:52.480" v="945" actId="26606"/>
          <ac:spMkLst>
            <pc:docMk/>
            <pc:sldMk cId="1414525375" sldId="259"/>
            <ac:spMk id="3" creationId="{50922BAE-702A-47DF-A4B6-CF744C0F7BAC}"/>
          </ac:spMkLst>
        </pc:spChg>
        <pc:spChg chg="add del">
          <ac:chgData name="Sahand Khodabandehloo" userId="cb03d64890cf78b3" providerId="LiveId" clId="{ABF4DC6F-D9C9-4CBF-90F4-93C084059623}" dt="2020-11-10T10:14:45.799" v="913" actId="26606"/>
          <ac:spMkLst>
            <pc:docMk/>
            <pc:sldMk cId="1414525375" sldId="259"/>
            <ac:spMk id="71" creationId="{65513E21-21B0-48DB-8CF1-35E43B33A477}"/>
          </ac:spMkLst>
        </pc:spChg>
        <pc:spChg chg="add del">
          <ac:chgData name="Sahand Khodabandehloo" userId="cb03d64890cf78b3" providerId="LiveId" clId="{ABF4DC6F-D9C9-4CBF-90F4-93C084059623}" dt="2020-11-10T10:14:58.547" v="915" actId="26606"/>
          <ac:spMkLst>
            <pc:docMk/>
            <pc:sldMk cId="1414525375" sldId="259"/>
            <ac:spMk id="86" creationId="{65513E21-21B0-48DB-8CF1-35E43B33A477}"/>
          </ac:spMkLst>
        </pc:spChg>
        <pc:spChg chg="add del">
          <ac:chgData name="Sahand Khodabandehloo" userId="cb03d64890cf78b3" providerId="LiveId" clId="{ABF4DC6F-D9C9-4CBF-90F4-93C084059623}" dt="2020-11-10T10:14:41.189" v="904" actId="26606"/>
          <ac:spMkLst>
            <pc:docMk/>
            <pc:sldMk cId="1414525375" sldId="259"/>
            <ac:spMk id="135" creationId="{A4092ECB-D375-4A85-AD6E-85644D2A99E5}"/>
          </ac:spMkLst>
        </pc:spChg>
        <pc:spChg chg="add del">
          <ac:chgData name="Sahand Khodabandehloo" userId="cb03d64890cf78b3" providerId="LiveId" clId="{ABF4DC6F-D9C9-4CBF-90F4-93C084059623}" dt="2020-11-10T10:17:52.480" v="945" actId="26606"/>
          <ac:spMkLst>
            <pc:docMk/>
            <pc:sldMk cId="1414525375" sldId="259"/>
            <ac:spMk id="154" creationId="{65513E21-21B0-48DB-8CF1-35E43B33A477}"/>
          </ac:spMkLst>
        </pc:spChg>
        <pc:spChg chg="add del">
          <ac:chgData name="Sahand Khodabandehloo" userId="cb03d64890cf78b3" providerId="LiveId" clId="{ABF4DC6F-D9C9-4CBF-90F4-93C084059623}" dt="2020-11-10T10:14:42.551" v="906" actId="26606"/>
          <ac:spMkLst>
            <pc:docMk/>
            <pc:sldMk cId="1414525375" sldId="259"/>
            <ac:spMk id="1028" creationId="{6A0FFA78-985C-4F50-B21A-77045C7DF657}"/>
          </ac:spMkLst>
        </pc:spChg>
        <pc:spChg chg="add del">
          <ac:chgData name="Sahand Khodabandehloo" userId="cb03d64890cf78b3" providerId="LiveId" clId="{ABF4DC6F-D9C9-4CBF-90F4-93C084059623}" dt="2020-11-10T10:14:43.819" v="908" actId="26606"/>
          <ac:spMkLst>
            <pc:docMk/>
            <pc:sldMk cId="1414525375" sldId="259"/>
            <ac:spMk id="1031" creationId="{A4092ECB-D375-4A85-AD6E-85644D2A99E5}"/>
          </ac:spMkLst>
        </pc:spChg>
        <pc:spChg chg="add del">
          <ac:chgData name="Sahand Khodabandehloo" userId="cb03d64890cf78b3" providerId="LiveId" clId="{ABF4DC6F-D9C9-4CBF-90F4-93C084059623}" dt="2020-11-10T10:14:45.501" v="910" actId="26606"/>
          <ac:spMkLst>
            <pc:docMk/>
            <pc:sldMk cId="1414525375" sldId="259"/>
            <ac:spMk id="1034" creationId="{6A0FFA78-985C-4F50-B21A-77045C7DF657}"/>
          </ac:spMkLst>
        </pc:spChg>
        <pc:spChg chg="add del">
          <ac:chgData name="Sahand Khodabandehloo" userId="cb03d64890cf78b3" providerId="LiveId" clId="{ABF4DC6F-D9C9-4CBF-90F4-93C084059623}" dt="2020-11-10T10:14:45.785" v="912" actId="26606"/>
          <ac:spMkLst>
            <pc:docMk/>
            <pc:sldMk cId="1414525375" sldId="259"/>
            <ac:spMk id="1037" creationId="{EC17D08F-2133-44A9-B28C-CB29928FA8D9}"/>
          </ac:spMkLst>
        </pc:spChg>
        <pc:spChg chg="add del">
          <ac:chgData name="Sahand Khodabandehloo" userId="cb03d64890cf78b3" providerId="LiveId" clId="{ABF4DC6F-D9C9-4CBF-90F4-93C084059623}" dt="2020-11-10T10:14:45.785" v="912" actId="26606"/>
          <ac:spMkLst>
            <pc:docMk/>
            <pc:sldMk cId="1414525375" sldId="259"/>
            <ac:spMk id="1038" creationId="{0CC36881-E309-4C41-8B5B-203AADC15FF6}"/>
          </ac:spMkLst>
        </pc:spChg>
        <pc:spChg chg="add del">
          <ac:chgData name="Sahand Khodabandehloo" userId="cb03d64890cf78b3" providerId="LiveId" clId="{ABF4DC6F-D9C9-4CBF-90F4-93C084059623}" dt="2020-11-10T10:16:44.094" v="942" actId="26606"/>
          <ac:spMkLst>
            <pc:docMk/>
            <pc:sldMk cId="1414525375" sldId="259"/>
            <ac:spMk id="1040" creationId="{A4092ECB-D375-4A85-AD6E-85644D2A99E5}"/>
          </ac:spMkLst>
        </pc:spChg>
        <pc:spChg chg="add del">
          <ac:chgData name="Sahand Khodabandehloo" userId="cb03d64890cf78b3" providerId="LiveId" clId="{ABF4DC6F-D9C9-4CBF-90F4-93C084059623}" dt="2020-11-10T10:14:59.038" v="917" actId="26606"/>
          <ac:spMkLst>
            <pc:docMk/>
            <pc:sldMk cId="1414525375" sldId="259"/>
            <ac:spMk id="1043" creationId="{A4092ECB-D375-4A85-AD6E-85644D2A99E5}"/>
          </ac:spMkLst>
        </pc:spChg>
        <pc:spChg chg="add del">
          <ac:chgData name="Sahand Khodabandehloo" userId="cb03d64890cf78b3" providerId="LiveId" clId="{ABF4DC6F-D9C9-4CBF-90F4-93C084059623}" dt="2020-11-10T10:15:00.090" v="919" actId="26606"/>
          <ac:spMkLst>
            <pc:docMk/>
            <pc:sldMk cId="1414525375" sldId="259"/>
            <ac:spMk id="1046" creationId="{856F0283-88F7-4156-A9F2-05A8C088CCDB}"/>
          </ac:spMkLst>
        </pc:spChg>
        <pc:spChg chg="add del">
          <ac:chgData name="Sahand Khodabandehloo" userId="cb03d64890cf78b3" providerId="LiveId" clId="{ABF4DC6F-D9C9-4CBF-90F4-93C084059623}" dt="2020-11-10T10:15:00.090" v="919" actId="26606"/>
          <ac:spMkLst>
            <pc:docMk/>
            <pc:sldMk cId="1414525375" sldId="259"/>
            <ac:spMk id="1047" creationId="{0532B2B2-6094-43C4-9F8C-62F8CCB6483D}"/>
          </ac:spMkLst>
        </pc:spChg>
        <pc:spChg chg="add del">
          <ac:chgData name="Sahand Khodabandehloo" userId="cb03d64890cf78b3" providerId="LiveId" clId="{ABF4DC6F-D9C9-4CBF-90F4-93C084059623}" dt="2020-11-10T10:15:01.220" v="921" actId="26606"/>
          <ac:spMkLst>
            <pc:docMk/>
            <pc:sldMk cId="1414525375" sldId="259"/>
            <ac:spMk id="1049" creationId="{6A0FFA78-985C-4F50-B21A-77045C7DF657}"/>
          </ac:spMkLst>
        </pc:spChg>
        <pc:spChg chg="add del">
          <ac:chgData name="Sahand Khodabandehloo" userId="cb03d64890cf78b3" providerId="LiveId" clId="{ABF4DC6F-D9C9-4CBF-90F4-93C084059623}" dt="2020-11-10T10:15:02.428" v="923" actId="26606"/>
          <ac:spMkLst>
            <pc:docMk/>
            <pc:sldMk cId="1414525375" sldId="259"/>
            <ac:spMk id="1052" creationId="{60D1173B-FBCA-4F2A-AB78-7DB51EC9572D}"/>
          </ac:spMkLst>
        </pc:spChg>
        <pc:spChg chg="add del">
          <ac:chgData name="Sahand Khodabandehloo" userId="cb03d64890cf78b3" providerId="LiveId" clId="{ABF4DC6F-D9C9-4CBF-90F4-93C084059623}" dt="2020-11-10T10:15:02.428" v="923" actId="26606"/>
          <ac:spMkLst>
            <pc:docMk/>
            <pc:sldMk cId="1414525375" sldId="259"/>
            <ac:spMk id="1053" creationId="{0B08DCF8-02FA-4015-A96A-7F8A89EBCC49}"/>
          </ac:spMkLst>
        </pc:spChg>
        <pc:spChg chg="add del">
          <ac:chgData name="Sahand Khodabandehloo" userId="cb03d64890cf78b3" providerId="LiveId" clId="{ABF4DC6F-D9C9-4CBF-90F4-93C084059623}" dt="2020-11-10T10:15:03.145" v="925" actId="26606"/>
          <ac:spMkLst>
            <pc:docMk/>
            <pc:sldMk cId="1414525375" sldId="259"/>
            <ac:spMk id="1059" creationId="{2FA7AD0A-1871-4DF8-9235-F49D0513B9C1}"/>
          </ac:spMkLst>
        </pc:spChg>
        <pc:spChg chg="add del">
          <ac:chgData name="Sahand Khodabandehloo" userId="cb03d64890cf78b3" providerId="LiveId" clId="{ABF4DC6F-D9C9-4CBF-90F4-93C084059623}" dt="2020-11-10T10:15:03.145" v="925" actId="26606"/>
          <ac:spMkLst>
            <pc:docMk/>
            <pc:sldMk cId="1414525375" sldId="259"/>
            <ac:spMk id="1060" creationId="{36B04CFB-FAE5-47DD-9B3E-4E9BA7A89CC1}"/>
          </ac:spMkLst>
        </pc:spChg>
        <pc:spChg chg="add del">
          <ac:chgData name="Sahand Khodabandehloo" userId="cb03d64890cf78b3" providerId="LiveId" clId="{ABF4DC6F-D9C9-4CBF-90F4-93C084059623}" dt="2020-11-10T10:15:03.145" v="925" actId="26606"/>
          <ac:spMkLst>
            <pc:docMk/>
            <pc:sldMk cId="1414525375" sldId="259"/>
            <ac:spMk id="1064" creationId="{622F7FD7-8884-4FD5-95AB-0B5C6033ADF7}"/>
          </ac:spMkLst>
        </pc:spChg>
        <pc:spChg chg="add del">
          <ac:chgData name="Sahand Khodabandehloo" userId="cb03d64890cf78b3" providerId="LiveId" clId="{ABF4DC6F-D9C9-4CBF-90F4-93C084059623}" dt="2020-11-10T10:15:06.333" v="927" actId="26606"/>
          <ac:spMkLst>
            <pc:docMk/>
            <pc:sldMk cId="1414525375" sldId="259"/>
            <ac:spMk id="1067" creationId="{D0712110-0BC1-4B31-B3BB-63B44222E87F}"/>
          </ac:spMkLst>
        </pc:spChg>
        <pc:spChg chg="add del">
          <ac:chgData name="Sahand Khodabandehloo" userId="cb03d64890cf78b3" providerId="LiveId" clId="{ABF4DC6F-D9C9-4CBF-90F4-93C084059623}" dt="2020-11-10T10:15:06.333" v="927" actId="26606"/>
          <ac:spMkLst>
            <pc:docMk/>
            <pc:sldMk cId="1414525375" sldId="259"/>
            <ac:spMk id="1068" creationId="{4466B5F3-C053-4580-B04A-1EF949888280}"/>
          </ac:spMkLst>
        </pc:spChg>
        <pc:spChg chg="add del">
          <ac:chgData name="Sahand Khodabandehloo" userId="cb03d64890cf78b3" providerId="LiveId" clId="{ABF4DC6F-D9C9-4CBF-90F4-93C084059623}" dt="2020-11-10T10:15:57.715" v="929" actId="26606"/>
          <ac:spMkLst>
            <pc:docMk/>
            <pc:sldMk cId="1414525375" sldId="259"/>
            <ac:spMk id="1073" creationId="{A4092ECB-D375-4A85-AD6E-85644D2A99E5}"/>
          </ac:spMkLst>
        </pc:spChg>
        <pc:spChg chg="add del">
          <ac:chgData name="Sahand Khodabandehloo" userId="cb03d64890cf78b3" providerId="LiveId" clId="{ABF4DC6F-D9C9-4CBF-90F4-93C084059623}" dt="2020-11-10T10:16:26.817" v="931" actId="26606"/>
          <ac:spMkLst>
            <pc:docMk/>
            <pc:sldMk cId="1414525375" sldId="259"/>
            <ac:spMk id="1076" creationId="{856F0283-88F7-4156-A9F2-05A8C088CCDB}"/>
          </ac:spMkLst>
        </pc:spChg>
        <pc:spChg chg="add del">
          <ac:chgData name="Sahand Khodabandehloo" userId="cb03d64890cf78b3" providerId="LiveId" clId="{ABF4DC6F-D9C9-4CBF-90F4-93C084059623}" dt="2020-11-10T10:16:26.817" v="931" actId="26606"/>
          <ac:spMkLst>
            <pc:docMk/>
            <pc:sldMk cId="1414525375" sldId="259"/>
            <ac:spMk id="1077" creationId="{0532B2B2-6094-43C4-9F8C-62F8CCB6483D}"/>
          </ac:spMkLst>
        </pc:spChg>
        <pc:spChg chg="add del">
          <ac:chgData name="Sahand Khodabandehloo" userId="cb03d64890cf78b3" providerId="LiveId" clId="{ABF4DC6F-D9C9-4CBF-90F4-93C084059623}" dt="2020-11-10T10:16:28.519" v="933" actId="26606"/>
          <ac:spMkLst>
            <pc:docMk/>
            <pc:sldMk cId="1414525375" sldId="259"/>
            <ac:spMk id="1084" creationId="{D0712110-0BC1-4B31-B3BB-63B44222E87F}"/>
          </ac:spMkLst>
        </pc:spChg>
        <pc:spChg chg="add del">
          <ac:chgData name="Sahand Khodabandehloo" userId="cb03d64890cf78b3" providerId="LiveId" clId="{ABF4DC6F-D9C9-4CBF-90F4-93C084059623}" dt="2020-11-10T10:16:28.519" v="933" actId="26606"/>
          <ac:spMkLst>
            <pc:docMk/>
            <pc:sldMk cId="1414525375" sldId="259"/>
            <ac:spMk id="1085" creationId="{4466B5F3-C053-4580-B04A-1EF949888280}"/>
          </ac:spMkLst>
        </pc:spChg>
        <pc:spChg chg="add del">
          <ac:chgData name="Sahand Khodabandehloo" userId="cb03d64890cf78b3" providerId="LiveId" clId="{ABF4DC6F-D9C9-4CBF-90F4-93C084059623}" dt="2020-11-10T10:16:30.481" v="935" actId="26606"/>
          <ac:spMkLst>
            <pc:docMk/>
            <pc:sldMk cId="1414525375" sldId="259"/>
            <ac:spMk id="1090" creationId="{2FA7AD0A-1871-4DF8-9235-F49D0513B9C1}"/>
          </ac:spMkLst>
        </pc:spChg>
        <pc:spChg chg="add del">
          <ac:chgData name="Sahand Khodabandehloo" userId="cb03d64890cf78b3" providerId="LiveId" clId="{ABF4DC6F-D9C9-4CBF-90F4-93C084059623}" dt="2020-11-10T10:16:30.481" v="935" actId="26606"/>
          <ac:spMkLst>
            <pc:docMk/>
            <pc:sldMk cId="1414525375" sldId="259"/>
            <ac:spMk id="1091" creationId="{36B04CFB-FAE5-47DD-9B3E-4E9BA7A89CC1}"/>
          </ac:spMkLst>
        </pc:spChg>
        <pc:spChg chg="add del">
          <ac:chgData name="Sahand Khodabandehloo" userId="cb03d64890cf78b3" providerId="LiveId" clId="{ABF4DC6F-D9C9-4CBF-90F4-93C084059623}" dt="2020-11-10T10:16:30.481" v="935" actId="26606"/>
          <ac:spMkLst>
            <pc:docMk/>
            <pc:sldMk cId="1414525375" sldId="259"/>
            <ac:spMk id="1095" creationId="{622F7FD7-8884-4FD5-95AB-0B5C6033ADF7}"/>
          </ac:spMkLst>
        </pc:spChg>
        <pc:spChg chg="add del">
          <ac:chgData name="Sahand Khodabandehloo" userId="cb03d64890cf78b3" providerId="LiveId" clId="{ABF4DC6F-D9C9-4CBF-90F4-93C084059623}" dt="2020-11-10T10:16:31.403" v="937" actId="26606"/>
          <ac:spMkLst>
            <pc:docMk/>
            <pc:sldMk cId="1414525375" sldId="259"/>
            <ac:spMk id="1099" creationId="{65513E21-21B0-48DB-8CF1-35E43B33A477}"/>
          </ac:spMkLst>
        </pc:spChg>
        <pc:spChg chg="add del">
          <ac:chgData name="Sahand Khodabandehloo" userId="cb03d64890cf78b3" providerId="LiveId" clId="{ABF4DC6F-D9C9-4CBF-90F4-93C084059623}" dt="2020-11-10T10:16:32.932" v="939" actId="26606"/>
          <ac:spMkLst>
            <pc:docMk/>
            <pc:sldMk cId="1414525375" sldId="259"/>
            <ac:spMk id="1102" creationId="{A4092ECB-D375-4A85-AD6E-85644D2A99E5}"/>
          </ac:spMkLst>
        </pc:spChg>
        <pc:spChg chg="add del">
          <ac:chgData name="Sahand Khodabandehloo" userId="cb03d64890cf78b3" providerId="LiveId" clId="{ABF4DC6F-D9C9-4CBF-90F4-93C084059623}" dt="2020-11-10T10:16:44.084" v="941" actId="26606"/>
          <ac:spMkLst>
            <pc:docMk/>
            <pc:sldMk cId="1414525375" sldId="259"/>
            <ac:spMk id="1105" creationId="{65513E21-21B0-48DB-8CF1-35E43B33A477}"/>
          </ac:spMkLst>
        </pc:spChg>
        <pc:spChg chg="add del">
          <ac:chgData name="Sahand Khodabandehloo" userId="cb03d64890cf78b3" providerId="LiveId" clId="{ABF4DC6F-D9C9-4CBF-90F4-93C084059623}" dt="2020-11-10T10:17:52.480" v="945" actId="26606"/>
          <ac:spMkLst>
            <pc:docMk/>
            <pc:sldMk cId="1414525375" sldId="259"/>
            <ac:spMk id="1108" creationId="{A4092ECB-D375-4A85-AD6E-85644D2A99E5}"/>
          </ac:spMkLst>
        </pc:spChg>
        <pc:grpChg chg="add del">
          <ac:chgData name="Sahand Khodabandehloo" userId="cb03d64890cf78b3" providerId="LiveId" clId="{ABF4DC6F-D9C9-4CBF-90F4-93C084059623}" dt="2020-11-10T10:15:00.090" v="919" actId="26606"/>
          <ac:grpSpMkLst>
            <pc:docMk/>
            <pc:sldMk cId="1414525375" sldId="259"/>
            <ac:grpSpMk id="92" creationId="{9875FB44-3446-426C-AA71-B6228AFFD58D}"/>
          </ac:grpSpMkLst>
        </pc:grpChg>
        <pc:grpChg chg="add del">
          <ac:chgData name="Sahand Khodabandehloo" userId="cb03d64890cf78b3" providerId="LiveId" clId="{ABF4DC6F-D9C9-4CBF-90F4-93C084059623}" dt="2020-11-10T10:14:45.785" v="912" actId="26606"/>
          <ac:grpSpMkLst>
            <pc:docMk/>
            <pc:sldMk cId="1414525375" sldId="259"/>
            <ac:grpSpMk id="141" creationId="{AED92372-F778-4E96-9E90-4E63BAF3CAD3}"/>
          </ac:grpSpMkLst>
        </pc:grpChg>
        <pc:grpChg chg="add del">
          <ac:chgData name="Sahand Khodabandehloo" userId="cb03d64890cf78b3" providerId="LiveId" clId="{ABF4DC6F-D9C9-4CBF-90F4-93C084059623}" dt="2020-11-10T10:15:02.428" v="923" actId="26606"/>
          <ac:grpSpMkLst>
            <pc:docMk/>
            <pc:sldMk cId="1414525375" sldId="259"/>
            <ac:grpSpMk id="1054" creationId="{72EFD7EB-F887-4187-BD35-2F6584E9E0D1}"/>
          </ac:grpSpMkLst>
        </pc:grpChg>
        <pc:grpChg chg="add del">
          <ac:chgData name="Sahand Khodabandehloo" userId="cb03d64890cf78b3" providerId="LiveId" clId="{ABF4DC6F-D9C9-4CBF-90F4-93C084059623}" dt="2020-11-10T10:15:03.145" v="925" actId="26606"/>
          <ac:grpSpMkLst>
            <pc:docMk/>
            <pc:sldMk cId="1414525375" sldId="259"/>
            <ac:grpSpMk id="1062" creationId="{E8ACF89C-CFC3-4D68-B3C4-2BEFB7BBE5F7}"/>
          </ac:grpSpMkLst>
        </pc:grpChg>
        <pc:grpChg chg="add del">
          <ac:chgData name="Sahand Khodabandehloo" userId="cb03d64890cf78b3" providerId="LiveId" clId="{ABF4DC6F-D9C9-4CBF-90F4-93C084059623}" dt="2020-11-10T10:16:26.817" v="931" actId="26606"/>
          <ac:grpSpMkLst>
            <pc:docMk/>
            <pc:sldMk cId="1414525375" sldId="259"/>
            <ac:grpSpMk id="1079" creationId="{9875FB44-3446-426C-AA71-B6228AFFD58D}"/>
          </ac:grpSpMkLst>
        </pc:grpChg>
        <pc:grpChg chg="add del">
          <ac:chgData name="Sahand Khodabandehloo" userId="cb03d64890cf78b3" providerId="LiveId" clId="{ABF4DC6F-D9C9-4CBF-90F4-93C084059623}" dt="2020-11-10T10:16:30.481" v="935" actId="26606"/>
          <ac:grpSpMkLst>
            <pc:docMk/>
            <pc:sldMk cId="1414525375" sldId="259"/>
            <ac:grpSpMk id="1093" creationId="{E8ACF89C-CFC3-4D68-B3C4-2BEFB7BBE5F7}"/>
          </ac:grpSpMkLst>
        </pc:grpChg>
        <pc:picChg chg="add del">
          <ac:chgData name="Sahand Khodabandehloo" userId="cb03d64890cf78b3" providerId="LiveId" clId="{ABF4DC6F-D9C9-4CBF-90F4-93C084059623}" dt="2020-11-10T10:15:00.090" v="919" actId="26606"/>
          <ac:picMkLst>
            <pc:docMk/>
            <pc:sldMk cId="1414525375" sldId="259"/>
            <ac:picMk id="96" creationId="{C5A25AE9-BB09-4E49-9702-B01FB2FE27FE}"/>
          </ac:picMkLst>
        </pc:picChg>
        <pc:picChg chg="add del">
          <ac:chgData name="Sahand Khodabandehloo" userId="cb03d64890cf78b3" providerId="LiveId" clId="{ABF4DC6F-D9C9-4CBF-90F4-93C084059623}" dt="2020-11-10T10:14:45.785" v="912" actId="26606"/>
          <ac:picMkLst>
            <pc:docMk/>
            <pc:sldMk cId="1414525375" sldId="259"/>
            <ac:picMk id="145" creationId="{4B61EBEC-D0CA-456C-98A6-EDA1AC9FB0D6}"/>
          </ac:picMkLst>
        </pc:picChg>
        <pc:picChg chg="add mod ord">
          <ac:chgData name="Sahand Khodabandehloo" userId="cb03d64890cf78b3" providerId="LiveId" clId="{ABF4DC6F-D9C9-4CBF-90F4-93C084059623}" dt="2020-11-10T10:17:52.480" v="945" actId="26606"/>
          <ac:picMkLst>
            <pc:docMk/>
            <pc:sldMk cId="1414525375" sldId="259"/>
            <ac:picMk id="1026" creationId="{9349205D-6C52-4853-8B80-20E3F0CF0FCE}"/>
          </ac:picMkLst>
        </pc:picChg>
        <pc:picChg chg="add del">
          <ac:chgData name="Sahand Khodabandehloo" userId="cb03d64890cf78b3" providerId="LiveId" clId="{ABF4DC6F-D9C9-4CBF-90F4-93C084059623}" dt="2020-11-10T10:15:02.428" v="923" actId="26606"/>
          <ac:picMkLst>
            <pc:docMk/>
            <pc:sldMk cId="1414525375" sldId="259"/>
            <ac:picMk id="1056" creationId="{971F6991-E635-48F8-9309-D5A5C1ECBF2A}"/>
          </ac:picMkLst>
        </pc:picChg>
        <pc:picChg chg="add del">
          <ac:chgData name="Sahand Khodabandehloo" userId="cb03d64890cf78b3" providerId="LiveId" clId="{ABF4DC6F-D9C9-4CBF-90F4-93C084059623}" dt="2020-11-10T10:15:03.145" v="925" actId="26606"/>
          <ac:picMkLst>
            <pc:docMk/>
            <pc:sldMk cId="1414525375" sldId="259"/>
            <ac:picMk id="1065" creationId="{16EFE474-4FE0-4E8F-8F09-5ED2C9E76A84}"/>
          </ac:picMkLst>
        </pc:picChg>
        <pc:picChg chg="add del">
          <ac:chgData name="Sahand Khodabandehloo" userId="cb03d64890cf78b3" providerId="LiveId" clId="{ABF4DC6F-D9C9-4CBF-90F4-93C084059623}" dt="2020-11-10T10:15:06.333" v="927" actId="26606"/>
          <ac:picMkLst>
            <pc:docMk/>
            <pc:sldMk cId="1414525375" sldId="259"/>
            <ac:picMk id="1070" creationId="{25CED634-E2D0-4AB7-96DD-816C9B52C5CF}"/>
          </ac:picMkLst>
        </pc:picChg>
        <pc:picChg chg="add del">
          <ac:chgData name="Sahand Khodabandehloo" userId="cb03d64890cf78b3" providerId="LiveId" clId="{ABF4DC6F-D9C9-4CBF-90F4-93C084059623}" dt="2020-11-10T10:16:26.817" v="931" actId="26606"/>
          <ac:picMkLst>
            <pc:docMk/>
            <pc:sldMk cId="1414525375" sldId="259"/>
            <ac:picMk id="1081" creationId="{C5A25AE9-BB09-4E49-9702-B01FB2FE27FE}"/>
          </ac:picMkLst>
        </pc:picChg>
        <pc:picChg chg="add del">
          <ac:chgData name="Sahand Khodabandehloo" userId="cb03d64890cf78b3" providerId="LiveId" clId="{ABF4DC6F-D9C9-4CBF-90F4-93C084059623}" dt="2020-11-10T10:16:28.519" v="933" actId="26606"/>
          <ac:picMkLst>
            <pc:docMk/>
            <pc:sldMk cId="1414525375" sldId="259"/>
            <ac:picMk id="1087" creationId="{25CED634-E2D0-4AB7-96DD-816C9B52C5CF}"/>
          </ac:picMkLst>
        </pc:picChg>
        <pc:picChg chg="add del">
          <ac:chgData name="Sahand Khodabandehloo" userId="cb03d64890cf78b3" providerId="LiveId" clId="{ABF4DC6F-D9C9-4CBF-90F4-93C084059623}" dt="2020-11-10T10:16:30.481" v="935" actId="26606"/>
          <ac:picMkLst>
            <pc:docMk/>
            <pc:sldMk cId="1414525375" sldId="259"/>
            <ac:picMk id="1096" creationId="{16EFE474-4FE0-4E8F-8F09-5ED2C9E76A84}"/>
          </ac:picMkLst>
        </pc:picChg>
        <pc:cxnChg chg="add del">
          <ac:chgData name="Sahand Khodabandehloo" userId="cb03d64890cf78b3" providerId="LiveId" clId="{ABF4DC6F-D9C9-4CBF-90F4-93C084059623}" dt="2020-11-10T10:14:45.799" v="913" actId="26606"/>
          <ac:cxnSpMkLst>
            <pc:docMk/>
            <pc:sldMk cId="1414525375" sldId="259"/>
            <ac:cxnSpMk id="73" creationId="{580B8A35-DEA7-4D43-9DF8-90B4681D0FAD}"/>
          </ac:cxnSpMkLst>
        </pc:cxnChg>
        <pc:cxnChg chg="add del">
          <ac:chgData name="Sahand Khodabandehloo" userId="cb03d64890cf78b3" providerId="LiveId" clId="{ABF4DC6F-D9C9-4CBF-90F4-93C084059623}" dt="2020-11-10T10:14:58.547" v="915" actId="26606"/>
          <ac:cxnSpMkLst>
            <pc:docMk/>
            <pc:sldMk cId="1414525375" sldId="259"/>
            <ac:cxnSpMk id="88" creationId="{580B8A35-DEA7-4D43-9DF8-90B4681D0FAD}"/>
          </ac:cxnSpMkLst>
        </pc:cxnChg>
        <pc:cxnChg chg="add del">
          <ac:chgData name="Sahand Khodabandehloo" userId="cb03d64890cf78b3" providerId="LiveId" clId="{ABF4DC6F-D9C9-4CBF-90F4-93C084059623}" dt="2020-11-10T10:15:00.090" v="919" actId="26606"/>
          <ac:cxnSpMkLst>
            <pc:docMk/>
            <pc:sldMk cId="1414525375" sldId="259"/>
            <ac:cxnSpMk id="90" creationId="{C67059AD-6209-40DC-A746-1390D850FBCE}"/>
          </ac:cxnSpMkLst>
        </pc:cxnChg>
        <pc:cxnChg chg="add del">
          <ac:chgData name="Sahand Khodabandehloo" userId="cb03d64890cf78b3" providerId="LiveId" clId="{ABF4DC6F-D9C9-4CBF-90F4-93C084059623}" dt="2020-11-10T10:15:02.428" v="923" actId="26606"/>
          <ac:cxnSpMkLst>
            <pc:docMk/>
            <pc:sldMk cId="1414525375" sldId="259"/>
            <ac:cxnSpMk id="94" creationId="{480890EC-EC50-46D3-879E-63EDF4D06CE9}"/>
          </ac:cxnSpMkLst>
        </pc:cxnChg>
        <pc:cxnChg chg="add del">
          <ac:chgData name="Sahand Khodabandehloo" userId="cb03d64890cf78b3" providerId="LiveId" clId="{ABF4DC6F-D9C9-4CBF-90F4-93C084059623}" dt="2020-11-10T10:15:00.090" v="919" actId="26606"/>
          <ac:cxnSpMkLst>
            <pc:docMk/>
            <pc:sldMk cId="1414525375" sldId="259"/>
            <ac:cxnSpMk id="98" creationId="{97B655F3-9B93-4D27-982D-1145D7144355}"/>
          </ac:cxnSpMkLst>
        </pc:cxnChg>
        <pc:cxnChg chg="add del">
          <ac:chgData name="Sahand Khodabandehloo" userId="cb03d64890cf78b3" providerId="LiveId" clId="{ABF4DC6F-D9C9-4CBF-90F4-93C084059623}" dt="2020-11-10T10:15:03.145" v="925" actId="26606"/>
          <ac:cxnSpMkLst>
            <pc:docMk/>
            <pc:sldMk cId="1414525375" sldId="259"/>
            <ac:cxnSpMk id="100" creationId="{CF8B8C81-54DC-4AF5-B682-3A2C70A6B55C}"/>
          </ac:cxnSpMkLst>
        </pc:cxnChg>
        <pc:cxnChg chg="add del">
          <ac:chgData name="Sahand Khodabandehloo" userId="cb03d64890cf78b3" providerId="LiveId" clId="{ABF4DC6F-D9C9-4CBF-90F4-93C084059623}" dt="2020-11-10T10:14:41.189" v="904" actId="26606"/>
          <ac:cxnSpMkLst>
            <pc:docMk/>
            <pc:sldMk cId="1414525375" sldId="259"/>
            <ac:cxnSpMk id="137" creationId="{B6C1711D-6DAC-4FE1-B7B6-AC8A81B84C08}"/>
          </ac:cxnSpMkLst>
        </pc:cxnChg>
        <pc:cxnChg chg="add del">
          <ac:chgData name="Sahand Khodabandehloo" userId="cb03d64890cf78b3" providerId="LiveId" clId="{ABF4DC6F-D9C9-4CBF-90F4-93C084059623}" dt="2020-11-10T10:14:45.785" v="912" actId="26606"/>
          <ac:cxnSpMkLst>
            <pc:docMk/>
            <pc:sldMk cId="1414525375" sldId="259"/>
            <ac:cxnSpMk id="139" creationId="{84F2C6A8-7D46-49EA-860B-0F0B0208436C}"/>
          </ac:cxnSpMkLst>
        </pc:cxnChg>
        <pc:cxnChg chg="add del">
          <ac:chgData name="Sahand Khodabandehloo" userId="cb03d64890cf78b3" providerId="LiveId" clId="{ABF4DC6F-D9C9-4CBF-90F4-93C084059623}" dt="2020-11-10T10:14:45.785" v="912" actId="26606"/>
          <ac:cxnSpMkLst>
            <pc:docMk/>
            <pc:sldMk cId="1414525375" sldId="259"/>
            <ac:cxnSpMk id="147" creationId="{718A71EB-D327-4458-85FB-26336B2BA01B}"/>
          </ac:cxnSpMkLst>
        </pc:cxnChg>
        <pc:cxnChg chg="add del">
          <ac:chgData name="Sahand Khodabandehloo" userId="cb03d64890cf78b3" providerId="LiveId" clId="{ABF4DC6F-D9C9-4CBF-90F4-93C084059623}" dt="2020-11-10T10:17:52.480" v="945" actId="26606"/>
          <ac:cxnSpMkLst>
            <pc:docMk/>
            <pc:sldMk cId="1414525375" sldId="259"/>
            <ac:cxnSpMk id="156" creationId="{580B8A35-DEA7-4D43-9DF8-90B4681D0FAD}"/>
          </ac:cxnSpMkLst>
        </pc:cxnChg>
        <pc:cxnChg chg="add del">
          <ac:chgData name="Sahand Khodabandehloo" userId="cb03d64890cf78b3" providerId="LiveId" clId="{ABF4DC6F-D9C9-4CBF-90F4-93C084059623}" dt="2020-11-10T10:14:42.551" v="906" actId="26606"/>
          <ac:cxnSpMkLst>
            <pc:docMk/>
            <pc:sldMk cId="1414525375" sldId="259"/>
            <ac:cxnSpMk id="1029" creationId="{65409EC7-69B1-45CC-8FB7-1964C1AB6720}"/>
          </ac:cxnSpMkLst>
        </pc:cxnChg>
        <pc:cxnChg chg="add del">
          <ac:chgData name="Sahand Khodabandehloo" userId="cb03d64890cf78b3" providerId="LiveId" clId="{ABF4DC6F-D9C9-4CBF-90F4-93C084059623}" dt="2020-11-10T10:14:43.819" v="908" actId="26606"/>
          <ac:cxnSpMkLst>
            <pc:docMk/>
            <pc:sldMk cId="1414525375" sldId="259"/>
            <ac:cxnSpMk id="1032" creationId="{B6C1711D-6DAC-4FE1-B7B6-AC8A81B84C08}"/>
          </ac:cxnSpMkLst>
        </pc:cxnChg>
        <pc:cxnChg chg="add del">
          <ac:chgData name="Sahand Khodabandehloo" userId="cb03d64890cf78b3" providerId="LiveId" clId="{ABF4DC6F-D9C9-4CBF-90F4-93C084059623}" dt="2020-11-10T10:14:45.501" v="910" actId="26606"/>
          <ac:cxnSpMkLst>
            <pc:docMk/>
            <pc:sldMk cId="1414525375" sldId="259"/>
            <ac:cxnSpMk id="1035" creationId="{65409EC7-69B1-45CC-8FB7-1964C1AB6720}"/>
          </ac:cxnSpMkLst>
        </pc:cxnChg>
        <pc:cxnChg chg="add del">
          <ac:chgData name="Sahand Khodabandehloo" userId="cb03d64890cf78b3" providerId="LiveId" clId="{ABF4DC6F-D9C9-4CBF-90F4-93C084059623}" dt="2020-11-10T10:16:44.094" v="942" actId="26606"/>
          <ac:cxnSpMkLst>
            <pc:docMk/>
            <pc:sldMk cId="1414525375" sldId="259"/>
            <ac:cxnSpMk id="1041" creationId="{B6C1711D-6DAC-4FE1-B7B6-AC8A81B84C08}"/>
          </ac:cxnSpMkLst>
        </pc:cxnChg>
        <pc:cxnChg chg="add del">
          <ac:chgData name="Sahand Khodabandehloo" userId="cb03d64890cf78b3" providerId="LiveId" clId="{ABF4DC6F-D9C9-4CBF-90F4-93C084059623}" dt="2020-11-10T10:14:59.038" v="917" actId="26606"/>
          <ac:cxnSpMkLst>
            <pc:docMk/>
            <pc:sldMk cId="1414525375" sldId="259"/>
            <ac:cxnSpMk id="1044" creationId="{B6C1711D-6DAC-4FE1-B7B6-AC8A81B84C08}"/>
          </ac:cxnSpMkLst>
        </pc:cxnChg>
        <pc:cxnChg chg="add del">
          <ac:chgData name="Sahand Khodabandehloo" userId="cb03d64890cf78b3" providerId="LiveId" clId="{ABF4DC6F-D9C9-4CBF-90F4-93C084059623}" dt="2020-11-10T10:15:01.220" v="921" actId="26606"/>
          <ac:cxnSpMkLst>
            <pc:docMk/>
            <pc:sldMk cId="1414525375" sldId="259"/>
            <ac:cxnSpMk id="1050" creationId="{65409EC7-69B1-45CC-8FB7-1964C1AB6720}"/>
          </ac:cxnSpMkLst>
        </pc:cxnChg>
        <pc:cxnChg chg="add del">
          <ac:chgData name="Sahand Khodabandehloo" userId="cb03d64890cf78b3" providerId="LiveId" clId="{ABF4DC6F-D9C9-4CBF-90F4-93C084059623}" dt="2020-11-10T10:15:02.428" v="923" actId="26606"/>
          <ac:cxnSpMkLst>
            <pc:docMk/>
            <pc:sldMk cId="1414525375" sldId="259"/>
            <ac:cxnSpMk id="1057" creationId="{3ACF2F98-1DF0-4594-9502-F2B79E79578B}"/>
          </ac:cxnSpMkLst>
        </pc:cxnChg>
        <pc:cxnChg chg="add del">
          <ac:chgData name="Sahand Khodabandehloo" userId="cb03d64890cf78b3" providerId="LiveId" clId="{ABF4DC6F-D9C9-4CBF-90F4-93C084059623}" dt="2020-11-10T10:15:03.145" v="925" actId="26606"/>
          <ac:cxnSpMkLst>
            <pc:docMk/>
            <pc:sldMk cId="1414525375" sldId="259"/>
            <ac:cxnSpMk id="1061" creationId="{EE68D41B-9286-479F-9AB7-678C8E348D71}"/>
          </ac:cxnSpMkLst>
        </pc:cxnChg>
        <pc:cxnChg chg="add del">
          <ac:chgData name="Sahand Khodabandehloo" userId="cb03d64890cf78b3" providerId="LiveId" clId="{ABF4DC6F-D9C9-4CBF-90F4-93C084059623}" dt="2020-11-10T10:15:06.333" v="927" actId="26606"/>
          <ac:cxnSpMkLst>
            <pc:docMk/>
            <pc:sldMk cId="1414525375" sldId="259"/>
            <ac:cxnSpMk id="1069" creationId="{FA6123F2-4B61-414F-A7E5-5B7828EACAE2}"/>
          </ac:cxnSpMkLst>
        </pc:cxnChg>
        <pc:cxnChg chg="add del">
          <ac:chgData name="Sahand Khodabandehloo" userId="cb03d64890cf78b3" providerId="LiveId" clId="{ABF4DC6F-D9C9-4CBF-90F4-93C084059623}" dt="2020-11-10T10:15:06.333" v="927" actId="26606"/>
          <ac:cxnSpMkLst>
            <pc:docMk/>
            <pc:sldMk cId="1414525375" sldId="259"/>
            <ac:cxnSpMk id="1071" creationId="{FCDDCDFB-696D-4FDF-9B58-24F71B7C37BC}"/>
          </ac:cxnSpMkLst>
        </pc:cxnChg>
        <pc:cxnChg chg="add del">
          <ac:chgData name="Sahand Khodabandehloo" userId="cb03d64890cf78b3" providerId="LiveId" clId="{ABF4DC6F-D9C9-4CBF-90F4-93C084059623}" dt="2020-11-10T10:15:57.715" v="929" actId="26606"/>
          <ac:cxnSpMkLst>
            <pc:docMk/>
            <pc:sldMk cId="1414525375" sldId="259"/>
            <ac:cxnSpMk id="1074" creationId="{B6C1711D-6DAC-4FE1-B7B6-AC8A81B84C08}"/>
          </ac:cxnSpMkLst>
        </pc:cxnChg>
        <pc:cxnChg chg="add del">
          <ac:chgData name="Sahand Khodabandehloo" userId="cb03d64890cf78b3" providerId="LiveId" clId="{ABF4DC6F-D9C9-4CBF-90F4-93C084059623}" dt="2020-11-10T10:16:26.817" v="931" actId="26606"/>
          <ac:cxnSpMkLst>
            <pc:docMk/>
            <pc:sldMk cId="1414525375" sldId="259"/>
            <ac:cxnSpMk id="1078" creationId="{C67059AD-6209-40DC-A746-1390D850FBCE}"/>
          </ac:cxnSpMkLst>
        </pc:cxnChg>
        <pc:cxnChg chg="add del">
          <ac:chgData name="Sahand Khodabandehloo" userId="cb03d64890cf78b3" providerId="LiveId" clId="{ABF4DC6F-D9C9-4CBF-90F4-93C084059623}" dt="2020-11-10T10:16:26.817" v="931" actId="26606"/>
          <ac:cxnSpMkLst>
            <pc:docMk/>
            <pc:sldMk cId="1414525375" sldId="259"/>
            <ac:cxnSpMk id="1082" creationId="{97B655F3-9B93-4D27-982D-1145D7144355}"/>
          </ac:cxnSpMkLst>
        </pc:cxnChg>
        <pc:cxnChg chg="add del">
          <ac:chgData name="Sahand Khodabandehloo" userId="cb03d64890cf78b3" providerId="LiveId" clId="{ABF4DC6F-D9C9-4CBF-90F4-93C084059623}" dt="2020-11-10T10:16:28.519" v="933" actId="26606"/>
          <ac:cxnSpMkLst>
            <pc:docMk/>
            <pc:sldMk cId="1414525375" sldId="259"/>
            <ac:cxnSpMk id="1086" creationId="{FA6123F2-4B61-414F-A7E5-5B7828EACAE2}"/>
          </ac:cxnSpMkLst>
        </pc:cxnChg>
        <pc:cxnChg chg="add del">
          <ac:chgData name="Sahand Khodabandehloo" userId="cb03d64890cf78b3" providerId="LiveId" clId="{ABF4DC6F-D9C9-4CBF-90F4-93C084059623}" dt="2020-11-10T10:16:28.519" v="933" actId="26606"/>
          <ac:cxnSpMkLst>
            <pc:docMk/>
            <pc:sldMk cId="1414525375" sldId="259"/>
            <ac:cxnSpMk id="1088" creationId="{FCDDCDFB-696D-4FDF-9B58-24F71B7C37BC}"/>
          </ac:cxnSpMkLst>
        </pc:cxnChg>
        <pc:cxnChg chg="add del">
          <ac:chgData name="Sahand Khodabandehloo" userId="cb03d64890cf78b3" providerId="LiveId" clId="{ABF4DC6F-D9C9-4CBF-90F4-93C084059623}" dt="2020-11-10T10:16:30.481" v="935" actId="26606"/>
          <ac:cxnSpMkLst>
            <pc:docMk/>
            <pc:sldMk cId="1414525375" sldId="259"/>
            <ac:cxnSpMk id="1092" creationId="{EE68D41B-9286-479F-9AB7-678C8E348D71}"/>
          </ac:cxnSpMkLst>
        </pc:cxnChg>
        <pc:cxnChg chg="add del">
          <ac:chgData name="Sahand Khodabandehloo" userId="cb03d64890cf78b3" providerId="LiveId" clId="{ABF4DC6F-D9C9-4CBF-90F4-93C084059623}" dt="2020-11-10T10:16:30.481" v="935" actId="26606"/>
          <ac:cxnSpMkLst>
            <pc:docMk/>
            <pc:sldMk cId="1414525375" sldId="259"/>
            <ac:cxnSpMk id="1097" creationId="{CF8B8C81-54DC-4AF5-B682-3A2C70A6B55C}"/>
          </ac:cxnSpMkLst>
        </pc:cxnChg>
        <pc:cxnChg chg="add del">
          <ac:chgData name="Sahand Khodabandehloo" userId="cb03d64890cf78b3" providerId="LiveId" clId="{ABF4DC6F-D9C9-4CBF-90F4-93C084059623}" dt="2020-11-10T10:16:31.403" v="937" actId="26606"/>
          <ac:cxnSpMkLst>
            <pc:docMk/>
            <pc:sldMk cId="1414525375" sldId="259"/>
            <ac:cxnSpMk id="1100" creationId="{580B8A35-DEA7-4D43-9DF8-90B4681D0FAD}"/>
          </ac:cxnSpMkLst>
        </pc:cxnChg>
        <pc:cxnChg chg="add del">
          <ac:chgData name="Sahand Khodabandehloo" userId="cb03d64890cf78b3" providerId="LiveId" clId="{ABF4DC6F-D9C9-4CBF-90F4-93C084059623}" dt="2020-11-10T10:16:32.932" v="939" actId="26606"/>
          <ac:cxnSpMkLst>
            <pc:docMk/>
            <pc:sldMk cId="1414525375" sldId="259"/>
            <ac:cxnSpMk id="1103" creationId="{B6C1711D-6DAC-4FE1-B7B6-AC8A81B84C08}"/>
          </ac:cxnSpMkLst>
        </pc:cxnChg>
        <pc:cxnChg chg="add del">
          <ac:chgData name="Sahand Khodabandehloo" userId="cb03d64890cf78b3" providerId="LiveId" clId="{ABF4DC6F-D9C9-4CBF-90F4-93C084059623}" dt="2020-11-10T10:16:44.084" v="941" actId="26606"/>
          <ac:cxnSpMkLst>
            <pc:docMk/>
            <pc:sldMk cId="1414525375" sldId="259"/>
            <ac:cxnSpMk id="1106" creationId="{580B8A35-DEA7-4D43-9DF8-90B4681D0FAD}"/>
          </ac:cxnSpMkLst>
        </pc:cxnChg>
        <pc:cxnChg chg="add del">
          <ac:chgData name="Sahand Khodabandehloo" userId="cb03d64890cf78b3" providerId="LiveId" clId="{ABF4DC6F-D9C9-4CBF-90F4-93C084059623}" dt="2020-11-10T10:17:52.480" v="945" actId="26606"/>
          <ac:cxnSpMkLst>
            <pc:docMk/>
            <pc:sldMk cId="1414525375" sldId="259"/>
            <ac:cxnSpMk id="1109" creationId="{B6C1711D-6DAC-4FE1-B7B6-AC8A81B84C08}"/>
          </ac:cxnSpMkLst>
        </pc:cxnChg>
      </pc:sldChg>
      <pc:sldChg chg="addSp delSp modSp add mod setBg">
        <pc:chgData name="Sahand Khodabandehloo" userId="cb03d64890cf78b3" providerId="LiveId" clId="{ABF4DC6F-D9C9-4CBF-90F4-93C084059623}" dt="2020-11-17T04:10:23.500" v="970" actId="26606"/>
        <pc:sldMkLst>
          <pc:docMk/>
          <pc:sldMk cId="3761734093" sldId="260"/>
        </pc:sldMkLst>
        <pc:spChg chg="mod">
          <ac:chgData name="Sahand Khodabandehloo" userId="cb03d64890cf78b3" providerId="LiveId" clId="{ABF4DC6F-D9C9-4CBF-90F4-93C084059623}" dt="2020-11-17T04:10:23.500" v="970" actId="26606"/>
          <ac:spMkLst>
            <pc:docMk/>
            <pc:sldMk cId="3761734093" sldId="260"/>
            <ac:spMk id="2" creationId="{738BDD0A-78F2-425F-A418-32740AEF6305}"/>
          </ac:spMkLst>
        </pc:spChg>
        <pc:spChg chg="del">
          <ac:chgData name="Sahand Khodabandehloo" userId="cb03d64890cf78b3" providerId="LiveId" clId="{ABF4DC6F-D9C9-4CBF-90F4-93C084059623}" dt="2020-11-17T04:10:19.962" v="969"/>
          <ac:spMkLst>
            <pc:docMk/>
            <pc:sldMk cId="3761734093" sldId="260"/>
            <ac:spMk id="3" creationId="{5B1413C8-7B3E-43A2-80C9-B0F6DC1EF73A}"/>
          </ac:spMkLst>
        </pc:spChg>
        <pc:spChg chg="add">
          <ac:chgData name="Sahand Khodabandehloo" userId="cb03d64890cf78b3" providerId="LiveId" clId="{ABF4DC6F-D9C9-4CBF-90F4-93C084059623}" dt="2020-11-17T04:10:23.500" v="970" actId="26606"/>
          <ac:spMkLst>
            <pc:docMk/>
            <pc:sldMk cId="3761734093" sldId="260"/>
            <ac:spMk id="8" creationId="{A7DE3873-2D75-41E5-A33F-E721F6F0E0F3}"/>
          </ac:spMkLst>
        </pc:spChg>
        <pc:picChg chg="add mod">
          <ac:chgData name="Sahand Khodabandehloo" userId="cb03d64890cf78b3" providerId="LiveId" clId="{ABF4DC6F-D9C9-4CBF-90F4-93C084059623}" dt="2020-11-17T04:10:23.500" v="970" actId="26606"/>
          <ac:picMkLst>
            <pc:docMk/>
            <pc:sldMk cId="3761734093" sldId="260"/>
            <ac:picMk id="4" creationId="{F47AF1B0-C1DD-429D-BB3A-0F84C919CA13}"/>
          </ac:picMkLst>
        </pc:picChg>
      </pc:sldChg>
      <pc:sldChg chg="addSp delSp del">
        <pc:chgData name="Sahand Khodabandehloo" userId="cb03d64890cf78b3" providerId="LiveId" clId="{ABF4DC6F-D9C9-4CBF-90F4-93C084059623}" dt="2020-11-24T18:13:20.771" v="1203" actId="2696"/>
        <pc:sldMkLst>
          <pc:docMk/>
          <pc:sldMk cId="1724955677" sldId="261"/>
        </pc:sldMkLst>
        <pc:picChg chg="add del">
          <ac:chgData name="Sahand Khodabandehloo" userId="cb03d64890cf78b3" providerId="LiveId" clId="{ABF4DC6F-D9C9-4CBF-90F4-93C084059623}" dt="2020-11-24T18:12:54.778" v="1200"/>
          <ac:picMkLst>
            <pc:docMk/>
            <pc:sldMk cId="1724955677" sldId="261"/>
            <ac:picMk id="3" creationId="{BEE6A412-FADA-477D-B6B7-F0D3DCDAFA5A}"/>
          </ac:picMkLst>
        </pc:picChg>
      </pc:sldChg>
      <pc:sldChg chg="del">
        <pc:chgData name="Sahand Khodabandehloo" userId="cb03d64890cf78b3" providerId="LiveId" clId="{ABF4DC6F-D9C9-4CBF-90F4-93C084059623}" dt="2020-11-24T18:13:54.030" v="1205" actId="2696"/>
        <pc:sldMkLst>
          <pc:docMk/>
          <pc:sldMk cId="2489263770" sldId="262"/>
        </pc:sldMkLst>
      </pc:sldChg>
      <pc:sldChg chg="delSp modSp">
        <pc:chgData name="Sahand Khodabandehloo" userId="cb03d64890cf78b3" providerId="LiveId" clId="{ABF4DC6F-D9C9-4CBF-90F4-93C084059623}" dt="2020-11-19T00:50:11.765" v="991" actId="478"/>
        <pc:sldMkLst>
          <pc:docMk/>
          <pc:sldMk cId="3582041356" sldId="263"/>
        </pc:sldMkLst>
        <pc:spChg chg="mod">
          <ac:chgData name="Sahand Khodabandehloo" userId="cb03d64890cf78b3" providerId="LiveId" clId="{ABF4DC6F-D9C9-4CBF-90F4-93C084059623}" dt="2020-11-19T00:45:06.987" v="976" actId="27636"/>
          <ac:spMkLst>
            <pc:docMk/>
            <pc:sldMk cId="3582041356" sldId="263"/>
            <ac:spMk id="4" creationId="{6B1EB6D3-8B80-4F00-8A33-44C4BF8EB9B1}"/>
          </ac:spMkLst>
        </pc:spChg>
        <pc:spChg chg="mod">
          <ac:chgData name="Sahand Khodabandehloo" userId="cb03d64890cf78b3" providerId="LiveId" clId="{ABF4DC6F-D9C9-4CBF-90F4-93C084059623}" dt="2020-11-19T00:45:08.141" v="979" actId="20577"/>
          <ac:spMkLst>
            <pc:docMk/>
            <pc:sldMk cId="3582041356" sldId="263"/>
            <ac:spMk id="6" creationId="{9E8AAE19-27FD-4ABC-9E83-530F6EB00B1A}"/>
          </ac:spMkLst>
        </pc:spChg>
        <pc:picChg chg="del">
          <ac:chgData name="Sahand Khodabandehloo" userId="cb03d64890cf78b3" providerId="LiveId" clId="{ABF4DC6F-D9C9-4CBF-90F4-93C084059623}" dt="2020-11-19T00:50:11.765" v="991" actId="478"/>
          <ac:picMkLst>
            <pc:docMk/>
            <pc:sldMk cId="3582041356" sldId="263"/>
            <ac:picMk id="1028" creationId="{F7DB7B70-C3BB-4EDD-9051-0648E42D4AF0}"/>
          </ac:picMkLst>
        </pc:picChg>
      </pc:sldChg>
      <pc:sldChg chg="del">
        <pc:chgData name="Sahand Khodabandehloo" userId="cb03d64890cf78b3" providerId="LiveId" clId="{ABF4DC6F-D9C9-4CBF-90F4-93C084059623}" dt="2020-11-24T18:14:07.196" v="1207" actId="2696"/>
        <pc:sldMkLst>
          <pc:docMk/>
          <pc:sldMk cId="2949451110" sldId="264"/>
        </pc:sldMkLst>
      </pc:sldChg>
      <pc:sldChg chg="del">
        <pc:chgData name="Sahand Khodabandehloo" userId="cb03d64890cf78b3" providerId="LiveId" clId="{ABF4DC6F-D9C9-4CBF-90F4-93C084059623}" dt="2020-11-24T18:16:56.542" v="1209" actId="2696"/>
        <pc:sldMkLst>
          <pc:docMk/>
          <pc:sldMk cId="175016108" sldId="265"/>
        </pc:sldMkLst>
      </pc:sldChg>
      <pc:sldChg chg="del">
        <pc:chgData name="Sahand Khodabandehloo" userId="cb03d64890cf78b3" providerId="LiveId" clId="{ABF4DC6F-D9C9-4CBF-90F4-93C084059623}" dt="2020-11-24T18:17:10.068" v="1211" actId="2696"/>
        <pc:sldMkLst>
          <pc:docMk/>
          <pc:sldMk cId="528296833" sldId="266"/>
        </pc:sldMkLst>
      </pc:sldChg>
      <pc:sldChg chg="del">
        <pc:chgData name="Sahand Khodabandehloo" userId="cb03d64890cf78b3" providerId="LiveId" clId="{ABF4DC6F-D9C9-4CBF-90F4-93C084059623}" dt="2020-11-24T18:17:30.186" v="1215" actId="2696"/>
        <pc:sldMkLst>
          <pc:docMk/>
          <pc:sldMk cId="887400127" sldId="267"/>
        </pc:sldMkLst>
      </pc:sldChg>
      <pc:sldChg chg="modSp">
        <pc:chgData name="Sahand Khodabandehloo" userId="cb03d64890cf78b3" providerId="LiveId" clId="{ABF4DC6F-D9C9-4CBF-90F4-93C084059623}" dt="2020-11-22T00:08:56.206" v="1077" actId="20577"/>
        <pc:sldMkLst>
          <pc:docMk/>
          <pc:sldMk cId="2891583280" sldId="276"/>
        </pc:sldMkLst>
        <pc:spChg chg="mod">
          <ac:chgData name="Sahand Khodabandehloo" userId="cb03d64890cf78b3" providerId="LiveId" clId="{ABF4DC6F-D9C9-4CBF-90F4-93C084059623}" dt="2020-11-22T00:08:56.206" v="1077" actId="20577"/>
          <ac:spMkLst>
            <pc:docMk/>
            <pc:sldMk cId="2891583280" sldId="276"/>
            <ac:spMk id="3" creationId="{CB11FEB4-8FFB-4BB2-A0A9-48E465B28E74}"/>
          </ac:spMkLst>
        </pc:spChg>
      </pc:sldChg>
      <pc:sldChg chg="modSp add">
        <pc:chgData name="Sahand Khodabandehloo" userId="cb03d64890cf78b3" providerId="LiveId" clId="{ABF4DC6F-D9C9-4CBF-90F4-93C084059623}" dt="2020-11-22T00:14:44.815" v="1198" actId="313"/>
        <pc:sldMkLst>
          <pc:docMk/>
          <pc:sldMk cId="3117060924" sldId="279"/>
        </pc:sldMkLst>
        <pc:spChg chg="mod">
          <ac:chgData name="Sahand Khodabandehloo" userId="cb03d64890cf78b3" providerId="LiveId" clId="{ABF4DC6F-D9C9-4CBF-90F4-93C084059623}" dt="2020-11-22T00:14:44.815" v="1198" actId="313"/>
          <ac:spMkLst>
            <pc:docMk/>
            <pc:sldMk cId="3117060924" sldId="279"/>
            <ac:spMk id="2" creationId="{9A391B7E-5FB4-47E2-80D8-D51FD990EFF0}"/>
          </ac:spMkLst>
        </pc:spChg>
      </pc:sldChg>
      <pc:sldChg chg="delSp add setBg delDesignElem">
        <pc:chgData name="Sahand Khodabandehloo" userId="cb03d64890cf78b3" providerId="LiveId" clId="{ABF4DC6F-D9C9-4CBF-90F4-93C084059623}" dt="2020-11-24T18:13:15.846" v="1202"/>
        <pc:sldMkLst>
          <pc:docMk/>
          <pc:sldMk cId="214199794" sldId="280"/>
        </pc:sldMkLst>
        <pc:spChg chg="del">
          <ac:chgData name="Sahand Khodabandehloo" userId="cb03d64890cf78b3" providerId="LiveId" clId="{ABF4DC6F-D9C9-4CBF-90F4-93C084059623}" dt="2020-11-24T18:13:15.846" v="1202"/>
          <ac:spMkLst>
            <pc:docMk/>
            <pc:sldMk cId="214199794" sldId="280"/>
            <ac:spMk id="52" creationId="{0CABCAE3-64FC-4149-819F-2C1812824154}"/>
          </ac:spMkLst>
        </pc:spChg>
        <pc:spChg chg="del">
          <ac:chgData name="Sahand Khodabandehloo" userId="cb03d64890cf78b3" providerId="LiveId" clId="{ABF4DC6F-D9C9-4CBF-90F4-93C084059623}" dt="2020-11-24T18:13:15.846" v="1202"/>
          <ac:spMkLst>
            <pc:docMk/>
            <pc:sldMk cId="214199794" sldId="280"/>
            <ac:spMk id="60" creationId="{D0712110-0BC1-4B31-B3BB-63B44222E87F}"/>
          </ac:spMkLst>
        </pc:spChg>
        <pc:spChg chg="del">
          <ac:chgData name="Sahand Khodabandehloo" userId="cb03d64890cf78b3" providerId="LiveId" clId="{ABF4DC6F-D9C9-4CBF-90F4-93C084059623}" dt="2020-11-24T18:13:15.846" v="1202"/>
          <ac:spMkLst>
            <pc:docMk/>
            <pc:sldMk cId="214199794" sldId="280"/>
            <ac:spMk id="62" creationId="{4466B5F3-C053-4580-B04A-1EF949888280}"/>
          </ac:spMkLst>
        </pc:spChg>
        <pc:picChg chg="del">
          <ac:chgData name="Sahand Khodabandehloo" userId="cb03d64890cf78b3" providerId="LiveId" clId="{ABF4DC6F-D9C9-4CBF-90F4-93C084059623}" dt="2020-11-24T18:13:15.846" v="1202"/>
          <ac:picMkLst>
            <pc:docMk/>
            <pc:sldMk cId="214199794" sldId="280"/>
            <ac:picMk id="54" creationId="{012FDCFE-9AD2-4D8A-8CBF-B3AA37EBF6DD}"/>
          </ac:picMkLst>
        </pc:picChg>
        <pc:picChg chg="del">
          <ac:chgData name="Sahand Khodabandehloo" userId="cb03d64890cf78b3" providerId="LiveId" clId="{ABF4DC6F-D9C9-4CBF-90F4-93C084059623}" dt="2020-11-24T18:13:15.846" v="1202"/>
          <ac:picMkLst>
            <pc:docMk/>
            <pc:sldMk cId="214199794" sldId="280"/>
            <ac:picMk id="66" creationId="{25CED634-E2D0-4AB7-96DD-816C9B52C5CF}"/>
          </ac:picMkLst>
        </pc:picChg>
        <pc:cxnChg chg="del">
          <ac:chgData name="Sahand Khodabandehloo" userId="cb03d64890cf78b3" providerId="LiveId" clId="{ABF4DC6F-D9C9-4CBF-90F4-93C084059623}" dt="2020-11-24T18:13:15.846" v="1202"/>
          <ac:cxnSpMkLst>
            <pc:docMk/>
            <pc:sldMk cId="214199794" sldId="280"/>
            <ac:cxnSpMk id="56" creationId="{FBD463FC-4CA8-4FF4-85A3-AF9F4B98D210}"/>
          </ac:cxnSpMkLst>
        </pc:cxnChg>
        <pc:cxnChg chg="del">
          <ac:chgData name="Sahand Khodabandehloo" userId="cb03d64890cf78b3" providerId="LiveId" clId="{ABF4DC6F-D9C9-4CBF-90F4-93C084059623}" dt="2020-11-24T18:13:15.846" v="1202"/>
          <ac:cxnSpMkLst>
            <pc:docMk/>
            <pc:sldMk cId="214199794" sldId="280"/>
            <ac:cxnSpMk id="58" creationId="{BECF35C3-8B44-4F4B-BD25-4C01823DB22A}"/>
          </ac:cxnSpMkLst>
        </pc:cxnChg>
        <pc:cxnChg chg="del">
          <ac:chgData name="Sahand Khodabandehloo" userId="cb03d64890cf78b3" providerId="LiveId" clId="{ABF4DC6F-D9C9-4CBF-90F4-93C084059623}" dt="2020-11-24T18:13:15.846" v="1202"/>
          <ac:cxnSpMkLst>
            <pc:docMk/>
            <pc:sldMk cId="214199794" sldId="280"/>
            <ac:cxnSpMk id="61" creationId="{FCDDCDFB-696D-4FDF-9B58-24F71B7C37BC}"/>
          </ac:cxnSpMkLst>
        </pc:cxnChg>
        <pc:cxnChg chg="del">
          <ac:chgData name="Sahand Khodabandehloo" userId="cb03d64890cf78b3" providerId="LiveId" clId="{ABF4DC6F-D9C9-4CBF-90F4-93C084059623}" dt="2020-11-24T18:13:15.846" v="1202"/>
          <ac:cxnSpMkLst>
            <pc:docMk/>
            <pc:sldMk cId="214199794" sldId="280"/>
            <ac:cxnSpMk id="64" creationId="{FA6123F2-4B61-414F-A7E5-5B7828EACAE2}"/>
          </ac:cxnSpMkLst>
        </pc:cxnChg>
      </pc:sldChg>
      <pc:sldChg chg="add">
        <pc:chgData name="Sahand Khodabandehloo" userId="cb03d64890cf78b3" providerId="LiveId" clId="{ABF4DC6F-D9C9-4CBF-90F4-93C084059623}" dt="2020-11-24T18:13:39.603" v="1204"/>
        <pc:sldMkLst>
          <pc:docMk/>
          <pc:sldMk cId="1695882774" sldId="281"/>
        </pc:sldMkLst>
      </pc:sldChg>
      <pc:sldChg chg="add">
        <pc:chgData name="Sahand Khodabandehloo" userId="cb03d64890cf78b3" providerId="LiveId" clId="{ABF4DC6F-D9C9-4CBF-90F4-93C084059623}" dt="2020-11-24T18:14:05.492" v="1206"/>
        <pc:sldMkLst>
          <pc:docMk/>
          <pc:sldMk cId="746959019" sldId="282"/>
        </pc:sldMkLst>
      </pc:sldChg>
      <pc:sldChg chg="add">
        <pc:chgData name="Sahand Khodabandehloo" userId="cb03d64890cf78b3" providerId="LiveId" clId="{ABF4DC6F-D9C9-4CBF-90F4-93C084059623}" dt="2020-11-24T18:16:54.920" v="1208"/>
        <pc:sldMkLst>
          <pc:docMk/>
          <pc:sldMk cId="2690808267" sldId="283"/>
        </pc:sldMkLst>
      </pc:sldChg>
      <pc:sldChg chg="add">
        <pc:chgData name="Sahand Khodabandehloo" userId="cb03d64890cf78b3" providerId="LiveId" clId="{ABF4DC6F-D9C9-4CBF-90F4-93C084059623}" dt="2020-11-24T18:17:08.299" v="1210"/>
        <pc:sldMkLst>
          <pc:docMk/>
          <pc:sldMk cId="2795069870" sldId="284"/>
        </pc:sldMkLst>
      </pc:sldChg>
      <pc:sldChg chg="add del">
        <pc:chgData name="Sahand Khodabandehloo" userId="cb03d64890cf78b3" providerId="LiveId" clId="{ABF4DC6F-D9C9-4CBF-90F4-93C084059623}" dt="2020-11-24T18:17:24.177" v="1213"/>
        <pc:sldMkLst>
          <pc:docMk/>
          <pc:sldMk cId="2173846619" sldId="285"/>
        </pc:sldMkLst>
      </pc:sldChg>
      <pc:sldChg chg="add">
        <pc:chgData name="Sahand Khodabandehloo" userId="cb03d64890cf78b3" providerId="LiveId" clId="{ABF4DC6F-D9C9-4CBF-90F4-93C084059623}" dt="2020-11-24T18:17:27.562" v="1214"/>
        <pc:sldMkLst>
          <pc:docMk/>
          <pc:sldMk cId="2592819004" sldId="285"/>
        </pc:sldMkLst>
      </pc:sldChg>
    </pc:docChg>
  </pc:docChgLst>
  <pc:docChgLst>
    <pc:chgData name="Sahand Khodabandehloo" userId="cb03d64890cf78b3" providerId="LiveId" clId="{44EB00B2-2E7C-49B7-ACF4-BAA130A152F1}"/>
    <pc:docChg chg="undo redo custSel mod addSld delSld modSld sldOrd">
      <pc:chgData name="Sahand Khodabandehloo" userId="cb03d64890cf78b3" providerId="LiveId" clId="{44EB00B2-2E7C-49B7-ACF4-BAA130A152F1}" dt="2020-11-24T18:56:39.321" v="1876" actId="20577"/>
      <pc:docMkLst>
        <pc:docMk/>
      </pc:docMkLst>
      <pc:sldChg chg="modSp mod">
        <pc:chgData name="Sahand Khodabandehloo" userId="cb03d64890cf78b3" providerId="LiveId" clId="{44EB00B2-2E7C-49B7-ACF4-BAA130A152F1}" dt="2020-11-17T09:53:22.750" v="248" actId="207"/>
        <pc:sldMkLst>
          <pc:docMk/>
          <pc:sldMk cId="2318308050" sldId="256"/>
        </pc:sldMkLst>
        <pc:spChg chg="mod">
          <ac:chgData name="Sahand Khodabandehloo" userId="cb03d64890cf78b3" providerId="LiveId" clId="{44EB00B2-2E7C-49B7-ACF4-BAA130A152F1}" dt="2020-11-17T09:53:22.750" v="248" actId="207"/>
          <ac:spMkLst>
            <pc:docMk/>
            <pc:sldMk cId="2318308050" sldId="256"/>
            <ac:spMk id="3" creationId="{6FF3B39B-5F21-45EA-9115-042DB1319001}"/>
          </ac:spMkLst>
        </pc:spChg>
      </pc:sldChg>
      <pc:sldChg chg="modSp mod">
        <pc:chgData name="Sahand Khodabandehloo" userId="cb03d64890cf78b3" providerId="LiveId" clId="{44EB00B2-2E7C-49B7-ACF4-BAA130A152F1}" dt="2020-11-21T18:09:20.198" v="1621" actId="20577"/>
        <pc:sldMkLst>
          <pc:docMk/>
          <pc:sldMk cId="2166570865" sldId="257"/>
        </pc:sldMkLst>
        <pc:spChg chg="mod">
          <ac:chgData name="Sahand Khodabandehloo" userId="cb03d64890cf78b3" providerId="LiveId" clId="{44EB00B2-2E7C-49B7-ACF4-BAA130A152F1}" dt="2020-11-21T18:09:20.198" v="1621" actId="20577"/>
          <ac:spMkLst>
            <pc:docMk/>
            <pc:sldMk cId="2166570865" sldId="257"/>
            <ac:spMk id="3" creationId="{20EA7044-4A94-4E7B-90AE-A6AAF65BB26B}"/>
          </ac:spMkLst>
        </pc:spChg>
      </pc:sldChg>
      <pc:sldChg chg="modSp mod">
        <pc:chgData name="Sahand Khodabandehloo" userId="cb03d64890cf78b3" providerId="LiveId" clId="{44EB00B2-2E7C-49B7-ACF4-BAA130A152F1}" dt="2020-11-21T17:29:43.490" v="1500" actId="20577"/>
        <pc:sldMkLst>
          <pc:docMk/>
          <pc:sldMk cId="2602507202" sldId="258"/>
        </pc:sldMkLst>
        <pc:spChg chg="mod">
          <ac:chgData name="Sahand Khodabandehloo" userId="cb03d64890cf78b3" providerId="LiveId" clId="{44EB00B2-2E7C-49B7-ACF4-BAA130A152F1}" dt="2020-11-21T17:29:43.490" v="1500" actId="20577"/>
          <ac:spMkLst>
            <pc:docMk/>
            <pc:sldMk cId="2602507202" sldId="258"/>
            <ac:spMk id="3" creationId="{EABAC9F8-D1DA-476B-9AB9-613637A1ED24}"/>
          </ac:spMkLst>
        </pc:spChg>
      </pc:sldChg>
      <pc:sldChg chg="modSp mod">
        <pc:chgData name="Sahand Khodabandehloo" userId="cb03d64890cf78b3" providerId="LiveId" clId="{44EB00B2-2E7C-49B7-ACF4-BAA130A152F1}" dt="2020-11-23T12:38:09.248" v="1622" actId="20577"/>
        <pc:sldMkLst>
          <pc:docMk/>
          <pc:sldMk cId="1414525375" sldId="259"/>
        </pc:sldMkLst>
        <pc:spChg chg="mod">
          <ac:chgData name="Sahand Khodabandehloo" userId="cb03d64890cf78b3" providerId="LiveId" clId="{44EB00B2-2E7C-49B7-ACF4-BAA130A152F1}" dt="2020-11-23T12:38:09.248" v="1622" actId="20577"/>
          <ac:spMkLst>
            <pc:docMk/>
            <pc:sldMk cId="1414525375" sldId="259"/>
            <ac:spMk id="3" creationId="{50922BAE-702A-47DF-A4B6-CF744C0F7BAC}"/>
          </ac:spMkLst>
        </pc:spChg>
      </pc:sldChg>
      <pc:sldChg chg="delSp modSp del mod">
        <pc:chgData name="Sahand Khodabandehloo" userId="cb03d64890cf78b3" providerId="LiveId" clId="{44EB00B2-2E7C-49B7-ACF4-BAA130A152F1}" dt="2020-11-17T10:05:54.896" v="434" actId="47"/>
        <pc:sldMkLst>
          <pc:docMk/>
          <pc:sldMk cId="3761734093" sldId="260"/>
        </pc:sldMkLst>
        <pc:spChg chg="mod">
          <ac:chgData name="Sahand Khodabandehloo" userId="cb03d64890cf78b3" providerId="LiveId" clId="{44EB00B2-2E7C-49B7-ACF4-BAA130A152F1}" dt="2020-11-17T09:50:27.587" v="244" actId="113"/>
          <ac:spMkLst>
            <pc:docMk/>
            <pc:sldMk cId="3761734093" sldId="260"/>
            <ac:spMk id="8" creationId="{A7DE3873-2D75-41E5-A33F-E721F6F0E0F3}"/>
          </ac:spMkLst>
        </pc:spChg>
        <pc:picChg chg="del">
          <ac:chgData name="Sahand Khodabandehloo" userId="cb03d64890cf78b3" providerId="LiveId" clId="{44EB00B2-2E7C-49B7-ACF4-BAA130A152F1}" dt="2020-11-17T10:05:53.135" v="433" actId="21"/>
          <ac:picMkLst>
            <pc:docMk/>
            <pc:sldMk cId="3761734093" sldId="260"/>
            <ac:picMk id="4" creationId="{F47AF1B0-C1DD-429D-BB3A-0F84C919CA13}"/>
          </ac:picMkLst>
        </pc:picChg>
      </pc:sldChg>
      <pc:sldChg chg="modSp new del mod">
        <pc:chgData name="Sahand Khodabandehloo" userId="cb03d64890cf78b3" providerId="LiveId" clId="{44EB00B2-2E7C-49B7-ACF4-BAA130A152F1}" dt="2020-11-17T09:59:49.066" v="294" actId="47"/>
        <pc:sldMkLst>
          <pc:docMk/>
          <pc:sldMk cId="1093850938" sldId="263"/>
        </pc:sldMkLst>
        <pc:spChg chg="mod">
          <ac:chgData name="Sahand Khodabandehloo" userId="cb03d64890cf78b3" providerId="LiveId" clId="{44EB00B2-2E7C-49B7-ACF4-BAA130A152F1}" dt="2020-11-17T09:59:37.576" v="293" actId="20577"/>
          <ac:spMkLst>
            <pc:docMk/>
            <pc:sldMk cId="1093850938" sldId="263"/>
            <ac:spMk id="2" creationId="{75CDD6B5-2249-4351-83F9-317FFBE014D7}"/>
          </ac:spMkLst>
        </pc:spChg>
        <pc:spChg chg="mod">
          <ac:chgData name="Sahand Khodabandehloo" userId="cb03d64890cf78b3" providerId="LiveId" clId="{44EB00B2-2E7C-49B7-ACF4-BAA130A152F1}" dt="2020-11-17T09:59:32.696" v="284" actId="20577"/>
          <ac:spMkLst>
            <pc:docMk/>
            <pc:sldMk cId="1093850938" sldId="263"/>
            <ac:spMk id="3" creationId="{8AB464B0-93F3-4402-BDF8-151885926DB0}"/>
          </ac:spMkLst>
        </pc:spChg>
      </pc:sldChg>
      <pc:sldChg chg="modSp new del mod">
        <pc:chgData name="Sahand Khodabandehloo" userId="cb03d64890cf78b3" providerId="LiveId" clId="{44EB00B2-2E7C-49B7-ACF4-BAA130A152F1}" dt="2020-11-17T10:03:59.534" v="303" actId="47"/>
        <pc:sldMkLst>
          <pc:docMk/>
          <pc:sldMk cId="1464997180" sldId="263"/>
        </pc:sldMkLst>
        <pc:spChg chg="mod">
          <ac:chgData name="Sahand Khodabandehloo" userId="cb03d64890cf78b3" providerId="LiveId" clId="{44EB00B2-2E7C-49B7-ACF4-BAA130A152F1}" dt="2020-11-17T10:03:47.940" v="302" actId="20577"/>
          <ac:spMkLst>
            <pc:docMk/>
            <pc:sldMk cId="1464997180" sldId="263"/>
            <ac:spMk id="2" creationId="{4384CE2C-15E2-4A28-B3AF-4CA9AD6D0341}"/>
          </ac:spMkLst>
        </pc:spChg>
      </pc:sldChg>
      <pc:sldChg chg="addSp delSp modSp new mod">
        <pc:chgData name="Sahand Khodabandehloo" userId="cb03d64890cf78b3" providerId="LiveId" clId="{44EB00B2-2E7C-49B7-ACF4-BAA130A152F1}" dt="2020-11-24T18:56:39.321" v="1876" actId="20577"/>
        <pc:sldMkLst>
          <pc:docMk/>
          <pc:sldMk cId="3582041356" sldId="263"/>
        </pc:sldMkLst>
        <pc:spChg chg="mod">
          <ac:chgData name="Sahand Khodabandehloo" userId="cb03d64890cf78b3" providerId="LiveId" clId="{44EB00B2-2E7C-49B7-ACF4-BAA130A152F1}" dt="2020-11-24T18:52:16.284" v="1871" actId="20577"/>
          <ac:spMkLst>
            <pc:docMk/>
            <pc:sldMk cId="3582041356" sldId="263"/>
            <ac:spMk id="2" creationId="{3A31358C-A4D8-48C3-89A5-7F77C3FF9722}"/>
          </ac:spMkLst>
        </pc:spChg>
        <pc:spChg chg="mod">
          <ac:chgData name="Sahand Khodabandehloo" userId="cb03d64890cf78b3" providerId="LiveId" clId="{44EB00B2-2E7C-49B7-ACF4-BAA130A152F1}" dt="2020-11-17T10:04:08.259" v="316" actId="20577"/>
          <ac:spMkLst>
            <pc:docMk/>
            <pc:sldMk cId="3582041356" sldId="263"/>
            <ac:spMk id="3" creationId="{70746724-B3B0-4490-B849-5BD3668A03CF}"/>
          </ac:spMkLst>
        </pc:spChg>
        <pc:spChg chg="mod">
          <ac:chgData name="Sahand Khodabandehloo" userId="cb03d64890cf78b3" providerId="LiveId" clId="{44EB00B2-2E7C-49B7-ACF4-BAA130A152F1}" dt="2020-11-24T18:51:30.720" v="1855" actId="5793"/>
          <ac:spMkLst>
            <pc:docMk/>
            <pc:sldMk cId="3582041356" sldId="263"/>
            <ac:spMk id="4" creationId="{6B1EB6D3-8B80-4F00-8A33-44C4BF8EB9B1}"/>
          </ac:spMkLst>
        </pc:spChg>
        <pc:spChg chg="mod">
          <ac:chgData name="Sahand Khodabandehloo" userId="cb03d64890cf78b3" providerId="LiveId" clId="{44EB00B2-2E7C-49B7-ACF4-BAA130A152F1}" dt="2020-11-24T18:55:48.001" v="1875" actId="20577"/>
          <ac:spMkLst>
            <pc:docMk/>
            <pc:sldMk cId="3582041356" sldId="263"/>
            <ac:spMk id="5" creationId="{613CB757-88FC-4969-B8B2-ED3BA8573370}"/>
          </ac:spMkLst>
        </pc:spChg>
        <pc:spChg chg="mod">
          <ac:chgData name="Sahand Khodabandehloo" userId="cb03d64890cf78b3" providerId="LiveId" clId="{44EB00B2-2E7C-49B7-ACF4-BAA130A152F1}" dt="2020-11-24T18:56:39.321" v="1876" actId="20577"/>
          <ac:spMkLst>
            <pc:docMk/>
            <pc:sldMk cId="3582041356" sldId="263"/>
            <ac:spMk id="6" creationId="{9E8AAE19-27FD-4ABC-9E83-530F6EB00B1A}"/>
          </ac:spMkLst>
        </pc:spChg>
        <pc:picChg chg="add del mod">
          <ac:chgData name="Sahand Khodabandehloo" userId="cb03d64890cf78b3" providerId="LiveId" clId="{44EB00B2-2E7C-49B7-ACF4-BAA130A152F1}" dt="2020-11-17T10:21:05.139" v="799" actId="478"/>
          <ac:picMkLst>
            <pc:docMk/>
            <pc:sldMk cId="3582041356" sldId="263"/>
            <ac:picMk id="1026" creationId="{C9D43AEF-261A-461E-BD11-A0FC2A1BDEE4}"/>
          </ac:picMkLst>
        </pc:picChg>
        <pc:picChg chg="add mod">
          <ac:chgData name="Sahand Khodabandehloo" userId="cb03d64890cf78b3" providerId="LiveId" clId="{44EB00B2-2E7C-49B7-ACF4-BAA130A152F1}" dt="2020-11-17T10:26:22.807" v="881" actId="14100"/>
          <ac:picMkLst>
            <pc:docMk/>
            <pc:sldMk cId="3582041356" sldId="263"/>
            <ac:picMk id="1028" creationId="{F7DB7B70-C3BB-4EDD-9051-0648E42D4AF0}"/>
          </ac:picMkLst>
        </pc:picChg>
      </pc:sldChg>
      <pc:sldChg chg="modSp mod">
        <pc:chgData name="Sahand Khodabandehloo" userId="cb03d64890cf78b3" providerId="LiveId" clId="{44EB00B2-2E7C-49B7-ACF4-BAA130A152F1}" dt="2020-11-23T12:42:47.089" v="1633" actId="20577"/>
        <pc:sldMkLst>
          <pc:docMk/>
          <pc:sldMk cId="2949451110" sldId="264"/>
        </pc:sldMkLst>
        <pc:spChg chg="mod">
          <ac:chgData name="Sahand Khodabandehloo" userId="cb03d64890cf78b3" providerId="LiveId" clId="{44EB00B2-2E7C-49B7-ACF4-BAA130A152F1}" dt="2020-11-23T12:42:47.089" v="1633" actId="20577"/>
          <ac:spMkLst>
            <pc:docMk/>
            <pc:sldMk cId="2949451110" sldId="264"/>
            <ac:spMk id="3" creationId="{9205BA40-7D93-40DE-8F41-D9DB267B80FF}"/>
          </ac:spMkLst>
        </pc:spChg>
      </pc:sldChg>
      <pc:sldChg chg="modSp mod">
        <pc:chgData name="Sahand Khodabandehloo" userId="cb03d64890cf78b3" providerId="LiveId" clId="{44EB00B2-2E7C-49B7-ACF4-BAA130A152F1}" dt="2020-11-24T18:30:00.452" v="1636" actId="20577"/>
        <pc:sldMkLst>
          <pc:docMk/>
          <pc:sldMk cId="2737991323" sldId="271"/>
        </pc:sldMkLst>
        <pc:spChg chg="mod">
          <ac:chgData name="Sahand Khodabandehloo" userId="cb03d64890cf78b3" providerId="LiveId" clId="{44EB00B2-2E7C-49B7-ACF4-BAA130A152F1}" dt="2020-11-24T18:30:00.452" v="1636" actId="20577"/>
          <ac:spMkLst>
            <pc:docMk/>
            <pc:sldMk cId="2737991323" sldId="271"/>
            <ac:spMk id="3" creationId="{EC6D18CD-D0C1-4F54-8772-5A7F9390CDFC}"/>
          </ac:spMkLst>
        </pc:spChg>
      </pc:sldChg>
      <pc:sldChg chg="addSp modSp mod">
        <pc:chgData name="Sahand Khodabandehloo" userId="cb03d64890cf78b3" providerId="LiveId" clId="{44EB00B2-2E7C-49B7-ACF4-BAA130A152F1}" dt="2020-11-17T10:35:25.955" v="955" actId="1076"/>
        <pc:sldMkLst>
          <pc:docMk/>
          <pc:sldMk cId="2891583280" sldId="276"/>
        </pc:sldMkLst>
        <pc:picChg chg="add mod">
          <ac:chgData name="Sahand Khodabandehloo" userId="cb03d64890cf78b3" providerId="LiveId" clId="{44EB00B2-2E7C-49B7-ACF4-BAA130A152F1}" dt="2020-11-17T10:35:25.955" v="955" actId="1076"/>
          <ac:picMkLst>
            <pc:docMk/>
            <pc:sldMk cId="2891583280" sldId="276"/>
            <ac:picMk id="5" creationId="{136DE3AA-5C4A-43F6-893C-3D6D9984E7EC}"/>
          </ac:picMkLst>
        </pc:picChg>
      </pc:sldChg>
      <pc:sldChg chg="addSp modSp new mod setBg">
        <pc:chgData name="Sahand Khodabandehloo" userId="cb03d64890cf78b3" providerId="LiveId" clId="{44EB00B2-2E7C-49B7-ACF4-BAA130A152F1}" dt="2020-11-17T10:45:37.483" v="1412" actId="26606"/>
        <pc:sldMkLst>
          <pc:docMk/>
          <pc:sldMk cId="143217621" sldId="277"/>
        </pc:sldMkLst>
        <pc:spChg chg="mod">
          <ac:chgData name="Sahand Khodabandehloo" userId="cb03d64890cf78b3" providerId="LiveId" clId="{44EB00B2-2E7C-49B7-ACF4-BAA130A152F1}" dt="2020-11-17T10:45:37.483" v="1412" actId="26606"/>
          <ac:spMkLst>
            <pc:docMk/>
            <pc:sldMk cId="143217621" sldId="277"/>
            <ac:spMk id="2" creationId="{7B121431-DD6C-4C22-93B3-C87FDD2EC65F}"/>
          </ac:spMkLst>
        </pc:spChg>
        <pc:spChg chg="mod">
          <ac:chgData name="Sahand Khodabandehloo" userId="cb03d64890cf78b3" providerId="LiveId" clId="{44EB00B2-2E7C-49B7-ACF4-BAA130A152F1}" dt="2020-11-17T10:45:37.483" v="1412" actId="26606"/>
          <ac:spMkLst>
            <pc:docMk/>
            <pc:sldMk cId="143217621" sldId="277"/>
            <ac:spMk id="3" creationId="{246274C0-D042-4261-BC15-22E8C0A00673}"/>
          </ac:spMkLst>
        </pc:spChg>
        <pc:picChg chg="add">
          <ac:chgData name="Sahand Khodabandehloo" userId="cb03d64890cf78b3" providerId="LiveId" clId="{44EB00B2-2E7C-49B7-ACF4-BAA130A152F1}" dt="2020-11-17T10:45:37.483" v="1412" actId="26606"/>
          <ac:picMkLst>
            <pc:docMk/>
            <pc:sldMk cId="143217621" sldId="277"/>
            <ac:picMk id="7" creationId="{052D6901-59F9-4C87-9EF3-36889F9E5AFD}"/>
          </ac:picMkLst>
        </pc:picChg>
      </pc:sldChg>
      <pc:sldChg chg="addSp delSp modSp new del">
        <pc:chgData name="Sahand Khodabandehloo" userId="cb03d64890cf78b3" providerId="LiveId" clId="{44EB00B2-2E7C-49B7-ACF4-BAA130A152F1}" dt="2020-11-17T10:35:14.425" v="952" actId="2696"/>
        <pc:sldMkLst>
          <pc:docMk/>
          <pc:sldMk cId="2673416576" sldId="277"/>
        </pc:sldMkLst>
        <pc:picChg chg="add del mod">
          <ac:chgData name="Sahand Khodabandehloo" userId="cb03d64890cf78b3" providerId="LiveId" clId="{44EB00B2-2E7C-49B7-ACF4-BAA130A152F1}" dt="2020-11-17T10:35:10.260" v="951" actId="21"/>
          <ac:picMkLst>
            <pc:docMk/>
            <pc:sldMk cId="2673416576" sldId="277"/>
            <ac:picMk id="2050" creationId="{23F6F2DB-DE62-4A51-9F9C-CE7CAD3E8A6B}"/>
          </ac:picMkLst>
        </pc:picChg>
      </pc:sldChg>
      <pc:sldChg chg="addSp delSp modSp new mod setBg">
        <pc:chgData name="Sahand Khodabandehloo" userId="cb03d64890cf78b3" providerId="LiveId" clId="{44EB00B2-2E7C-49B7-ACF4-BAA130A152F1}" dt="2020-11-17T10:45:28.500" v="1411" actId="26606"/>
        <pc:sldMkLst>
          <pc:docMk/>
          <pc:sldMk cId="3535080805" sldId="278"/>
        </pc:sldMkLst>
        <pc:spChg chg="mod">
          <ac:chgData name="Sahand Khodabandehloo" userId="cb03d64890cf78b3" providerId="LiveId" clId="{44EB00B2-2E7C-49B7-ACF4-BAA130A152F1}" dt="2020-11-17T10:45:28.500" v="1411" actId="26606"/>
          <ac:spMkLst>
            <pc:docMk/>
            <pc:sldMk cId="3535080805" sldId="278"/>
            <ac:spMk id="2" creationId="{C55BEC5C-40BC-49D2-8454-9C0E2F34E653}"/>
          </ac:spMkLst>
        </pc:spChg>
        <pc:spChg chg="mod ord">
          <ac:chgData name="Sahand Khodabandehloo" userId="cb03d64890cf78b3" providerId="LiveId" clId="{44EB00B2-2E7C-49B7-ACF4-BAA130A152F1}" dt="2020-11-17T10:45:28.500" v="1411" actId="26606"/>
          <ac:spMkLst>
            <pc:docMk/>
            <pc:sldMk cId="3535080805" sldId="278"/>
            <ac:spMk id="3" creationId="{F190103F-6AA3-4A14-A324-EEF18153DA74}"/>
          </ac:spMkLst>
        </pc:spChg>
        <pc:spChg chg="add del">
          <ac:chgData name="Sahand Khodabandehloo" userId="cb03d64890cf78b3" providerId="LiveId" clId="{44EB00B2-2E7C-49B7-ACF4-BAA130A152F1}" dt="2020-11-17T10:44:56.556" v="1409" actId="26606"/>
          <ac:spMkLst>
            <pc:docMk/>
            <pc:sldMk cId="3535080805" sldId="278"/>
            <ac:spMk id="9" creationId="{35C3D674-3D59-4E93-80CA-0C0A9095E816}"/>
          </ac:spMkLst>
        </pc:spChg>
        <pc:spChg chg="add del">
          <ac:chgData name="Sahand Khodabandehloo" userId="cb03d64890cf78b3" providerId="LiveId" clId="{44EB00B2-2E7C-49B7-ACF4-BAA130A152F1}" dt="2020-11-17T10:44:56.556" v="1409" actId="26606"/>
          <ac:spMkLst>
            <pc:docMk/>
            <pc:sldMk cId="3535080805" sldId="278"/>
            <ac:spMk id="13" creationId="{EF2A81E1-BCBE-426B-8C09-33274E69409D}"/>
          </ac:spMkLst>
        </pc:spChg>
        <pc:spChg chg="add del">
          <ac:chgData name="Sahand Khodabandehloo" userId="cb03d64890cf78b3" providerId="LiveId" clId="{44EB00B2-2E7C-49B7-ACF4-BAA130A152F1}" dt="2020-11-17T10:45:28.500" v="1411" actId="26606"/>
          <ac:spMkLst>
            <pc:docMk/>
            <pc:sldMk cId="3535080805" sldId="278"/>
            <ac:spMk id="20" creationId="{E8E51B09-2B9E-4D82-A5F8-29F85CBE206E}"/>
          </ac:spMkLst>
        </pc:spChg>
        <pc:spChg chg="add del">
          <ac:chgData name="Sahand Khodabandehloo" userId="cb03d64890cf78b3" providerId="LiveId" clId="{44EB00B2-2E7C-49B7-ACF4-BAA130A152F1}" dt="2020-11-17T10:45:28.500" v="1411" actId="26606"/>
          <ac:spMkLst>
            <pc:docMk/>
            <pc:sldMk cId="3535080805" sldId="278"/>
            <ac:spMk id="22" creationId="{59240118-40F3-4A1C-85DC-4E58525CB6AD}"/>
          </ac:spMkLst>
        </pc:spChg>
        <pc:grpChg chg="add del">
          <ac:chgData name="Sahand Khodabandehloo" userId="cb03d64890cf78b3" providerId="LiveId" clId="{44EB00B2-2E7C-49B7-ACF4-BAA130A152F1}" dt="2020-11-17T10:45:28.500" v="1411" actId="26606"/>
          <ac:grpSpMkLst>
            <pc:docMk/>
            <pc:sldMk cId="3535080805" sldId="278"/>
            <ac:grpSpMk id="23" creationId="{C269951F-7B8C-4336-BC68-9BA9843CEDA1}"/>
          </ac:grpSpMkLst>
        </pc:grpChg>
        <pc:picChg chg="add mod ord">
          <ac:chgData name="Sahand Khodabandehloo" userId="cb03d64890cf78b3" providerId="LiveId" clId="{44EB00B2-2E7C-49B7-ACF4-BAA130A152F1}" dt="2020-11-17T10:45:28.500" v="1411" actId="26606"/>
          <ac:picMkLst>
            <pc:docMk/>
            <pc:sldMk cId="3535080805" sldId="278"/>
            <ac:picMk id="4" creationId="{D2693447-4D2F-4659-9C17-155B4B2F2F53}"/>
          </ac:picMkLst>
        </pc:picChg>
        <pc:picChg chg="add del">
          <ac:chgData name="Sahand Khodabandehloo" userId="cb03d64890cf78b3" providerId="LiveId" clId="{44EB00B2-2E7C-49B7-ACF4-BAA130A152F1}" dt="2020-11-17T10:44:56.556" v="1409" actId="26606"/>
          <ac:picMkLst>
            <pc:docMk/>
            <pc:sldMk cId="3535080805" sldId="278"/>
            <ac:picMk id="15" creationId="{39D1DDD4-5BB3-45BA-B9B3-06B62299AD79}"/>
          </ac:picMkLst>
        </pc:picChg>
        <pc:picChg chg="add del">
          <ac:chgData name="Sahand Khodabandehloo" userId="cb03d64890cf78b3" providerId="LiveId" clId="{44EB00B2-2E7C-49B7-ACF4-BAA130A152F1}" dt="2020-11-17T10:45:28.500" v="1411" actId="26606"/>
          <ac:picMkLst>
            <pc:docMk/>
            <pc:sldMk cId="3535080805" sldId="278"/>
            <ac:picMk id="19" creationId="{DD8AF6BD-5D32-4F8F-98B6-05F8A4390CB7}"/>
          </ac:picMkLst>
        </pc:picChg>
        <pc:cxnChg chg="add del">
          <ac:chgData name="Sahand Khodabandehloo" userId="cb03d64890cf78b3" providerId="LiveId" clId="{44EB00B2-2E7C-49B7-ACF4-BAA130A152F1}" dt="2020-11-17T10:44:56.556" v="1409" actId="26606"/>
          <ac:cxnSpMkLst>
            <pc:docMk/>
            <pc:sldMk cId="3535080805" sldId="278"/>
            <ac:cxnSpMk id="11" creationId="{C884B8F8-FDC9-498B-9960-5D7260AFCB03}"/>
          </ac:cxnSpMkLst>
        </pc:cxnChg>
        <pc:cxnChg chg="add del">
          <ac:chgData name="Sahand Khodabandehloo" userId="cb03d64890cf78b3" providerId="LiveId" clId="{44EB00B2-2E7C-49B7-ACF4-BAA130A152F1}" dt="2020-11-17T10:44:56.556" v="1409" actId="26606"/>
          <ac:cxnSpMkLst>
            <pc:docMk/>
            <pc:sldMk cId="3535080805" sldId="278"/>
            <ac:cxnSpMk id="17" creationId="{A24DAE64-2302-42EA-8239-F2F0775CA5AD}"/>
          </ac:cxnSpMkLst>
        </pc:cxnChg>
        <pc:cxnChg chg="add del">
          <ac:chgData name="Sahand Khodabandehloo" userId="cb03d64890cf78b3" providerId="LiveId" clId="{44EB00B2-2E7C-49B7-ACF4-BAA130A152F1}" dt="2020-11-17T10:45:28.500" v="1411" actId="26606"/>
          <ac:cxnSpMkLst>
            <pc:docMk/>
            <pc:sldMk cId="3535080805" sldId="278"/>
            <ac:cxnSpMk id="21" creationId="{B47013E4-D33D-425E-B32E-DE7D5CB5F302}"/>
          </ac:cxnSpMkLst>
        </pc:cxnChg>
        <pc:cxnChg chg="add del">
          <ac:chgData name="Sahand Khodabandehloo" userId="cb03d64890cf78b3" providerId="LiveId" clId="{44EB00B2-2E7C-49B7-ACF4-BAA130A152F1}" dt="2020-11-17T10:45:28.500" v="1411" actId="26606"/>
          <ac:cxnSpMkLst>
            <pc:docMk/>
            <pc:sldMk cId="3535080805" sldId="278"/>
            <ac:cxnSpMk id="25" creationId="{A9087EE4-E285-4C8E-AC5F-CAE7D1FDE365}"/>
          </ac:cxnSpMkLst>
        </pc:cxnChg>
      </pc:sldChg>
      <pc:sldChg chg="modSp add mod ord">
        <pc:chgData name="Sahand Khodabandehloo" userId="cb03d64890cf78b3" providerId="LiveId" clId="{44EB00B2-2E7C-49B7-ACF4-BAA130A152F1}" dt="2020-11-24T18:52:10.280" v="1869" actId="20577"/>
        <pc:sldMkLst>
          <pc:docMk/>
          <pc:sldMk cId="908528711" sldId="286"/>
        </pc:sldMkLst>
        <pc:spChg chg="mod">
          <ac:chgData name="Sahand Khodabandehloo" userId="cb03d64890cf78b3" providerId="LiveId" clId="{44EB00B2-2E7C-49B7-ACF4-BAA130A152F1}" dt="2020-11-24T18:52:10.280" v="1869" actId="20577"/>
          <ac:spMkLst>
            <pc:docMk/>
            <pc:sldMk cId="908528711" sldId="286"/>
            <ac:spMk id="2" creationId="{3A31358C-A4D8-48C3-89A5-7F77C3FF9722}"/>
          </ac:spMkLst>
        </pc:spChg>
        <pc:spChg chg="mod">
          <ac:chgData name="Sahand Khodabandehloo" userId="cb03d64890cf78b3" providerId="LiveId" clId="{44EB00B2-2E7C-49B7-ACF4-BAA130A152F1}" dt="2020-11-24T18:51:10.281" v="1846" actId="20577"/>
          <ac:spMkLst>
            <pc:docMk/>
            <pc:sldMk cId="908528711" sldId="286"/>
            <ac:spMk id="4" creationId="{6B1EB6D3-8B80-4F00-8A33-44C4BF8EB9B1}"/>
          </ac:spMkLst>
        </pc:spChg>
        <pc:spChg chg="mod">
          <ac:chgData name="Sahand Khodabandehloo" userId="cb03d64890cf78b3" providerId="LiveId" clId="{44EB00B2-2E7C-49B7-ACF4-BAA130A152F1}" dt="2020-11-24T18:49:36.294" v="1739" actId="20577"/>
          <ac:spMkLst>
            <pc:docMk/>
            <pc:sldMk cId="908528711" sldId="286"/>
            <ac:spMk id="5" creationId="{613CB757-88FC-4969-B8B2-ED3BA8573370}"/>
          </ac:spMkLst>
        </pc:spChg>
        <pc:spChg chg="mod">
          <ac:chgData name="Sahand Khodabandehloo" userId="cb03d64890cf78b3" providerId="LiveId" clId="{44EB00B2-2E7C-49B7-ACF4-BAA130A152F1}" dt="2020-11-24T18:49:48.571" v="1764" actId="20577"/>
          <ac:spMkLst>
            <pc:docMk/>
            <pc:sldMk cId="908528711" sldId="286"/>
            <ac:spMk id="6" creationId="{9E8AAE19-27FD-4ABC-9E83-530F6EB00B1A}"/>
          </ac:spMkLst>
        </pc:spChg>
      </pc:sldChg>
    </pc:docChg>
  </pc:docChgLst>
  <pc:docChgLst>
    <pc:chgData name="Guest User" providerId="Windows Live" clId="Web-{55D08681-6ABD-4FC8-AC23-4CB7F4FCC592}"/>
    <pc:docChg chg="modSld">
      <pc:chgData name="Guest User" userId="" providerId="Windows Live" clId="Web-{55D08681-6ABD-4FC8-AC23-4CB7F4FCC592}" dt="2020-11-17T10:27:05.553" v="9" actId="20577"/>
      <pc:docMkLst>
        <pc:docMk/>
      </pc:docMkLst>
      <pc:sldChg chg="modSp">
        <pc:chgData name="Guest User" userId="" providerId="Windows Live" clId="Web-{55D08681-6ABD-4FC8-AC23-4CB7F4FCC592}" dt="2020-11-17T10:27:05.553" v="8" actId="20577"/>
        <pc:sldMkLst>
          <pc:docMk/>
          <pc:sldMk cId="2891583280" sldId="276"/>
        </pc:sldMkLst>
        <pc:spChg chg="mod">
          <ac:chgData name="Guest User" userId="" providerId="Windows Live" clId="Web-{55D08681-6ABD-4FC8-AC23-4CB7F4FCC592}" dt="2020-11-17T10:27:05.553" v="8" actId="20577"/>
          <ac:spMkLst>
            <pc:docMk/>
            <pc:sldMk cId="2891583280" sldId="276"/>
            <ac:spMk id="3" creationId="{CB11FEB4-8FFB-4BB2-A0A9-48E465B28E74}"/>
          </ac:spMkLst>
        </pc:spChg>
      </pc:sldChg>
    </pc:docChg>
  </pc:docChgLst>
  <pc:docChgLst>
    <pc:chgData name="Sahand Khodabandehloo" userId="cb03d64890cf78b3" providerId="LiveId" clId="{94121A60-1BED-3D4D-A677-F3509F8229ED}"/>
    <pc:docChg chg="modSld">
      <pc:chgData name="Sahand Khodabandehloo" userId="cb03d64890cf78b3" providerId="LiveId" clId="{94121A60-1BED-3D4D-A677-F3509F8229ED}" dt="2020-11-14T22:47:09.563" v="9" actId="20577"/>
      <pc:docMkLst>
        <pc:docMk/>
      </pc:docMkLst>
      <pc:sldChg chg="modSp">
        <pc:chgData name="Sahand Khodabandehloo" userId="cb03d64890cf78b3" providerId="LiveId" clId="{94121A60-1BED-3D4D-A677-F3509F8229ED}" dt="2020-11-14T22:47:09.563" v="9" actId="20577"/>
        <pc:sldMkLst>
          <pc:docMk/>
          <pc:sldMk cId="1414525375" sldId="259"/>
        </pc:sldMkLst>
        <pc:spChg chg="mod">
          <ac:chgData name="Sahand Khodabandehloo" userId="cb03d64890cf78b3" providerId="LiveId" clId="{94121A60-1BED-3D4D-A677-F3509F8229ED}" dt="2020-11-14T22:47:09.563" v="9" actId="20577"/>
          <ac:spMkLst>
            <pc:docMk/>
            <pc:sldMk cId="1414525375" sldId="259"/>
            <ac:spMk id="2" creationId="{FC13AB38-A6D3-4CF5-8838-E6799C78650B}"/>
          </ac:spMkLst>
        </pc:spChg>
      </pc:sldChg>
    </pc:docChg>
  </pc:docChgLst>
  <pc:docChgLst>
    <pc:chgData name="Pooneh Ghaffari" userId="516bc5948460f29f" providerId="Windows Live" clId="Web-{AB1E8FFB-CFF1-4F1C-8ACA-A41FD883DC6B}"/>
    <pc:docChg chg="modSld">
      <pc:chgData name="Pooneh Ghaffari" userId="516bc5948460f29f" providerId="Windows Live" clId="Web-{AB1E8FFB-CFF1-4F1C-8ACA-A41FD883DC6B}" dt="2020-11-18T10:58:16.359" v="41" actId="20577"/>
      <pc:docMkLst>
        <pc:docMk/>
      </pc:docMkLst>
      <pc:sldChg chg="modSp">
        <pc:chgData name="Pooneh Ghaffari" userId="516bc5948460f29f" providerId="Windows Live" clId="Web-{AB1E8FFB-CFF1-4F1C-8ACA-A41FD883DC6B}" dt="2020-11-18T10:58:16.359" v="40" actId="20577"/>
        <pc:sldMkLst>
          <pc:docMk/>
          <pc:sldMk cId="175016108" sldId="265"/>
        </pc:sldMkLst>
        <pc:spChg chg="mod">
          <ac:chgData name="Pooneh Ghaffari" userId="516bc5948460f29f" providerId="Windows Live" clId="Web-{AB1E8FFB-CFF1-4F1C-8ACA-A41FD883DC6B}" dt="2020-11-18T10:58:16.359" v="40" actId="20577"/>
          <ac:spMkLst>
            <pc:docMk/>
            <pc:sldMk cId="175016108" sldId="265"/>
            <ac:spMk id="3" creationId="{F628DBF9-C600-42D6-945A-783F788F92ED}"/>
          </ac:spMkLst>
        </pc:spChg>
      </pc:sldChg>
    </pc:docChg>
  </pc:docChgLst>
  <pc:docChgLst>
    <pc:chgData name="Guest User" providerId="Windows Live" clId="Web-{55ABB816-5153-4BB9-8553-42BE03E620EE}"/>
    <pc:docChg chg="addSld delSld modSld sldOrd">
      <pc:chgData name="Guest User" userId="" providerId="Windows Live" clId="Web-{55ABB816-5153-4BB9-8553-42BE03E620EE}" dt="2020-11-17T10:25:40.067" v="523" actId="20577"/>
      <pc:docMkLst>
        <pc:docMk/>
      </pc:docMkLst>
      <pc:sldChg chg="new del">
        <pc:chgData name="Guest User" userId="" providerId="Windows Live" clId="Web-{55ABB816-5153-4BB9-8553-42BE03E620EE}" dt="2020-11-17T10:13:43.886" v="1"/>
        <pc:sldMkLst>
          <pc:docMk/>
          <pc:sldMk cId="3976938167" sldId="269"/>
        </pc:sldMkLst>
      </pc:sldChg>
      <pc:sldChg chg="modSp new ord">
        <pc:chgData name="Guest User" userId="" providerId="Windows Live" clId="Web-{55ABB816-5153-4BB9-8553-42BE03E620EE}" dt="2020-11-17T10:21:32.459" v="468" actId="20577"/>
        <pc:sldMkLst>
          <pc:docMk/>
          <pc:sldMk cId="2737991323" sldId="271"/>
        </pc:sldMkLst>
        <pc:spChg chg="mod">
          <ac:chgData name="Guest User" userId="" providerId="Windows Live" clId="Web-{55ABB816-5153-4BB9-8553-42BE03E620EE}" dt="2020-11-17T10:14:15.279" v="47" actId="20577"/>
          <ac:spMkLst>
            <pc:docMk/>
            <pc:sldMk cId="2737991323" sldId="271"/>
            <ac:spMk id="2" creationId="{16749F99-03FB-4A58-B73C-FA9201B42A9F}"/>
          </ac:spMkLst>
        </pc:spChg>
        <pc:spChg chg="mod">
          <ac:chgData name="Guest User" userId="" providerId="Windows Live" clId="Web-{55ABB816-5153-4BB9-8553-42BE03E620EE}" dt="2020-11-17T10:21:32.459" v="468" actId="20577"/>
          <ac:spMkLst>
            <pc:docMk/>
            <pc:sldMk cId="2737991323" sldId="271"/>
            <ac:spMk id="3" creationId="{EC6D18CD-D0C1-4F54-8772-5A7F9390CDFC}"/>
          </ac:spMkLst>
        </pc:spChg>
      </pc:sldChg>
      <pc:sldChg chg="new ord">
        <pc:chgData name="Guest User" userId="" providerId="Windows Live" clId="Web-{55ABB816-5153-4BB9-8553-42BE03E620EE}" dt="2020-11-17T10:25:24.098" v="517"/>
        <pc:sldMkLst>
          <pc:docMk/>
          <pc:sldMk cId="2852412356" sldId="275"/>
        </pc:sldMkLst>
      </pc:sldChg>
      <pc:sldChg chg="modSp new">
        <pc:chgData name="Guest User" userId="" providerId="Windows Live" clId="Web-{55ABB816-5153-4BB9-8553-42BE03E620EE}" dt="2020-11-17T10:25:40.067" v="522" actId="20577"/>
        <pc:sldMkLst>
          <pc:docMk/>
          <pc:sldMk cId="2891583280" sldId="276"/>
        </pc:sldMkLst>
        <pc:spChg chg="mod">
          <ac:chgData name="Guest User" userId="" providerId="Windows Live" clId="Web-{55ABB816-5153-4BB9-8553-42BE03E620EE}" dt="2020-11-17T10:24:38.673" v="514" actId="20577"/>
          <ac:spMkLst>
            <pc:docMk/>
            <pc:sldMk cId="2891583280" sldId="276"/>
            <ac:spMk id="2" creationId="{B89ACD76-3EF2-4F68-8256-B45B39942C5D}"/>
          </ac:spMkLst>
        </pc:spChg>
        <pc:spChg chg="mod">
          <ac:chgData name="Guest User" userId="" providerId="Windows Live" clId="Web-{55ABB816-5153-4BB9-8553-42BE03E620EE}" dt="2020-11-17T10:25:40.067" v="522" actId="20577"/>
          <ac:spMkLst>
            <pc:docMk/>
            <pc:sldMk cId="2891583280" sldId="276"/>
            <ac:spMk id="3" creationId="{CB11FEB4-8FFB-4BB2-A0A9-48E465B28E74}"/>
          </ac:spMkLst>
        </pc:spChg>
      </pc:sldChg>
    </pc:docChg>
  </pc:docChgLst>
  <pc:docChgLst>
    <pc:chgData name="Pooneh Ghaffari" userId="516bc5948460f29f" providerId="Windows Live" clId="Web-{7953BBDF-1909-4C6B-9574-29464BE947A7}"/>
    <pc:docChg chg="addSld modSld">
      <pc:chgData name="Pooneh Ghaffari" userId="516bc5948460f29f" providerId="Windows Live" clId="Web-{7953BBDF-1909-4C6B-9574-29464BE947A7}" dt="2020-11-17T11:20:55.116" v="1433"/>
      <pc:docMkLst>
        <pc:docMk/>
      </pc:docMkLst>
      <pc:sldChg chg="modSp">
        <pc:chgData name="Pooneh Ghaffari" userId="516bc5948460f29f" providerId="Windows Live" clId="Web-{7953BBDF-1909-4C6B-9574-29464BE947A7}" dt="2020-11-17T09:54:56.636" v="135" actId="20577"/>
        <pc:sldMkLst>
          <pc:docMk/>
          <pc:sldMk cId="2318308050" sldId="256"/>
        </pc:sldMkLst>
        <pc:spChg chg="mod">
          <ac:chgData name="Pooneh Ghaffari" userId="516bc5948460f29f" providerId="Windows Live" clId="Web-{7953BBDF-1909-4C6B-9574-29464BE947A7}" dt="2020-11-17T09:54:56.636" v="135" actId="20577"/>
          <ac:spMkLst>
            <pc:docMk/>
            <pc:sldMk cId="2318308050" sldId="256"/>
            <ac:spMk id="3" creationId="{6FF3B39B-5F21-45EA-9115-042DB1319001}"/>
          </ac:spMkLst>
        </pc:spChg>
      </pc:sldChg>
      <pc:sldChg chg="modSp">
        <pc:chgData name="Pooneh Ghaffari" userId="516bc5948460f29f" providerId="Windows Live" clId="Web-{7953BBDF-1909-4C6B-9574-29464BE947A7}" dt="2020-11-17T10:07:44.810" v="395" actId="20577"/>
        <pc:sldMkLst>
          <pc:docMk/>
          <pc:sldMk cId="2166570865" sldId="257"/>
        </pc:sldMkLst>
        <pc:spChg chg="mod">
          <ac:chgData name="Pooneh Ghaffari" userId="516bc5948460f29f" providerId="Windows Live" clId="Web-{7953BBDF-1909-4C6B-9574-29464BE947A7}" dt="2020-11-17T10:07:44.810" v="395" actId="20577"/>
          <ac:spMkLst>
            <pc:docMk/>
            <pc:sldMk cId="2166570865" sldId="257"/>
            <ac:spMk id="2" creationId="{27DB35DD-EF37-4EE8-A30E-BD98C11D0FD7}"/>
          </ac:spMkLst>
        </pc:spChg>
      </pc:sldChg>
      <pc:sldChg chg="addSp delSp modSp new mod setBg">
        <pc:chgData name="Pooneh Ghaffari" userId="516bc5948460f29f" providerId="Windows Live" clId="Web-{7953BBDF-1909-4C6B-9574-29464BE947A7}" dt="2020-11-17T10:05:36.697" v="383" actId="1076"/>
        <pc:sldMkLst>
          <pc:docMk/>
          <pc:sldMk cId="1724955677" sldId="261"/>
        </pc:sldMkLst>
        <pc:spChg chg="mod">
          <ac:chgData name="Pooneh Ghaffari" userId="516bc5948460f29f" providerId="Windows Live" clId="Web-{7953BBDF-1909-4C6B-9574-29464BE947A7}" dt="2020-11-17T09:52:45.070" v="116" actId="20577"/>
          <ac:spMkLst>
            <pc:docMk/>
            <pc:sldMk cId="1724955677" sldId="261"/>
            <ac:spMk id="2" creationId="{28492B3C-C5EA-4CD3-9BAF-513F05C99C76}"/>
          </ac:spMkLst>
        </pc:spChg>
        <pc:spChg chg="del">
          <ac:chgData name="Pooneh Ghaffari" userId="516bc5948460f29f" providerId="Windows Live" clId="Web-{7953BBDF-1909-4C6B-9574-29464BE947A7}" dt="2020-11-17T09:48:31.627" v="64"/>
          <ac:spMkLst>
            <pc:docMk/>
            <pc:sldMk cId="1724955677" sldId="261"/>
            <ac:spMk id="3" creationId="{00870F77-33B0-444B-A6BC-019C4CB8F78E}"/>
          </ac:spMkLst>
        </pc:spChg>
        <pc:spChg chg="add mod">
          <ac:chgData name="Pooneh Ghaffari" userId="516bc5948460f29f" providerId="Windows Live" clId="Web-{7953BBDF-1909-4C6B-9574-29464BE947A7}" dt="2020-11-17T09:55:10.870" v="139" actId="20577"/>
          <ac:spMkLst>
            <pc:docMk/>
            <pc:sldMk cId="1724955677" sldId="261"/>
            <ac:spMk id="5" creationId="{1413D544-CF50-49AC-A839-D3A22B3C4184}"/>
          </ac:spMkLst>
        </pc:spChg>
        <pc:spChg chg="add del mod">
          <ac:chgData name="Pooneh Ghaffari" userId="516bc5948460f29f" providerId="Windows Live" clId="Web-{7953BBDF-1909-4C6B-9574-29464BE947A7}" dt="2020-11-17T10:05:03.368" v="377"/>
          <ac:spMkLst>
            <pc:docMk/>
            <pc:sldMk cId="1724955677" sldId="261"/>
            <ac:spMk id="7" creationId="{E81ED05A-9DDC-45EF-BA5A-E211E66AB14B}"/>
          </ac:spMkLst>
        </pc:spChg>
        <pc:spChg chg="add del mod">
          <ac:chgData name="Pooneh Ghaffari" userId="516bc5948460f29f" providerId="Windows Live" clId="Web-{7953BBDF-1909-4C6B-9574-29464BE947A7}" dt="2020-11-17T09:49:57.488" v="74"/>
          <ac:spMkLst>
            <pc:docMk/>
            <pc:sldMk cId="1724955677" sldId="261"/>
            <ac:spMk id="8" creationId="{92196857-142F-4B02-8EB5-7F017D21E3CD}"/>
          </ac:spMkLst>
        </pc:spChg>
        <pc:spChg chg="add del">
          <ac:chgData name="Pooneh Ghaffari" userId="516bc5948460f29f" providerId="Windows Live" clId="Web-{7953BBDF-1909-4C6B-9574-29464BE947A7}" dt="2020-11-17T09:49:57.488" v="74"/>
          <ac:spMkLst>
            <pc:docMk/>
            <pc:sldMk cId="1724955677" sldId="261"/>
            <ac:spMk id="11" creationId="{35C3D674-3D59-4E93-80CA-0C0A9095E816}"/>
          </ac:spMkLst>
        </pc:spChg>
        <pc:spChg chg="add del">
          <ac:chgData name="Pooneh Ghaffari" userId="516bc5948460f29f" providerId="Windows Live" clId="Web-{7953BBDF-1909-4C6B-9574-29464BE947A7}" dt="2020-11-17T09:49:57.488" v="74"/>
          <ac:spMkLst>
            <pc:docMk/>
            <pc:sldMk cId="1724955677" sldId="261"/>
            <ac:spMk id="15" creationId="{EF2A81E1-BCBE-426B-8C09-33274E69409D}"/>
          </ac:spMkLst>
        </pc:spChg>
        <pc:spChg chg="add del">
          <ac:chgData name="Pooneh Ghaffari" userId="516bc5948460f29f" providerId="Windows Live" clId="Web-{7953BBDF-1909-4C6B-9574-29464BE947A7}" dt="2020-11-17T09:51:42.959" v="90"/>
          <ac:spMkLst>
            <pc:docMk/>
            <pc:sldMk cId="1724955677" sldId="261"/>
            <ac:spMk id="24" creationId="{0CABCAE3-64FC-4149-819F-2C1812824154}"/>
          </ac:spMkLst>
        </pc:spChg>
        <pc:spChg chg="add del">
          <ac:chgData name="Pooneh Ghaffari" userId="516bc5948460f29f" providerId="Windows Live" clId="Web-{7953BBDF-1909-4C6B-9574-29464BE947A7}" dt="2020-11-17T09:51:42.959" v="90"/>
          <ac:spMkLst>
            <pc:docMk/>
            <pc:sldMk cId="1724955677" sldId="261"/>
            <ac:spMk id="32" creationId="{D0712110-0BC1-4B31-B3BB-63B44222E87F}"/>
          </ac:spMkLst>
        </pc:spChg>
        <pc:spChg chg="add del">
          <ac:chgData name="Pooneh Ghaffari" userId="516bc5948460f29f" providerId="Windows Live" clId="Web-{7953BBDF-1909-4C6B-9574-29464BE947A7}" dt="2020-11-17T09:51:42.959" v="90"/>
          <ac:spMkLst>
            <pc:docMk/>
            <pc:sldMk cId="1724955677" sldId="261"/>
            <ac:spMk id="34" creationId="{4466B5F3-C053-4580-B04A-1EF949888280}"/>
          </ac:spMkLst>
        </pc:spChg>
        <pc:spChg chg="add del">
          <ac:chgData name="Pooneh Ghaffari" userId="516bc5948460f29f" providerId="Windows Live" clId="Web-{7953BBDF-1909-4C6B-9574-29464BE947A7}" dt="2020-11-17T09:51:40.162" v="87"/>
          <ac:spMkLst>
            <pc:docMk/>
            <pc:sldMk cId="1724955677" sldId="261"/>
            <ac:spMk id="44" creationId="{9D2CB994-8FA5-49E8-A87D-C3ACD75984A6}"/>
          </ac:spMkLst>
        </pc:spChg>
        <pc:spChg chg="add del">
          <ac:chgData name="Pooneh Ghaffari" userId="516bc5948460f29f" providerId="Windows Live" clId="Web-{7953BBDF-1909-4C6B-9574-29464BE947A7}" dt="2020-11-17T09:51:42.928" v="89"/>
          <ac:spMkLst>
            <pc:docMk/>
            <pc:sldMk cId="1724955677" sldId="261"/>
            <ac:spMk id="45" creationId="{1CE580D1-F917-4567-AFB4-99AA9B52ADF0}"/>
          </ac:spMkLst>
        </pc:spChg>
        <pc:spChg chg="add del">
          <ac:chgData name="Pooneh Ghaffari" userId="516bc5948460f29f" providerId="Windows Live" clId="Web-{7953BBDF-1909-4C6B-9574-29464BE947A7}" dt="2020-11-17T09:51:40.162" v="87"/>
          <ac:spMkLst>
            <pc:docMk/>
            <pc:sldMk cId="1724955677" sldId="261"/>
            <ac:spMk id="47" creationId="{35C3D674-3D59-4E93-80CA-0C0A9095E816}"/>
          </ac:spMkLst>
        </pc:spChg>
        <pc:spChg chg="add del">
          <ac:chgData name="Pooneh Ghaffari" userId="516bc5948460f29f" providerId="Windows Live" clId="Web-{7953BBDF-1909-4C6B-9574-29464BE947A7}" dt="2020-11-17T09:51:42.928" v="89"/>
          <ac:spMkLst>
            <pc:docMk/>
            <pc:sldMk cId="1724955677" sldId="261"/>
            <ac:spMk id="48" creationId="{EC17D08F-2133-44A9-B28C-CB29928FA8D9}"/>
          </ac:spMkLst>
        </pc:spChg>
        <pc:spChg chg="add del">
          <ac:chgData name="Pooneh Ghaffari" userId="516bc5948460f29f" providerId="Windows Live" clId="Web-{7953BBDF-1909-4C6B-9574-29464BE947A7}" dt="2020-11-17T09:51:42.928" v="89"/>
          <ac:spMkLst>
            <pc:docMk/>
            <pc:sldMk cId="1724955677" sldId="261"/>
            <ac:spMk id="50" creationId="{0CC36881-E309-4C41-8B5B-203AADC15FF6}"/>
          </ac:spMkLst>
        </pc:spChg>
        <pc:spChg chg="add del">
          <ac:chgData name="Pooneh Ghaffari" userId="516bc5948460f29f" providerId="Windows Live" clId="Web-{7953BBDF-1909-4C6B-9574-29464BE947A7}" dt="2020-11-17T09:51:40.162" v="87"/>
          <ac:spMkLst>
            <pc:docMk/>
            <pc:sldMk cId="1724955677" sldId="261"/>
            <ac:spMk id="51" creationId="{EF2A81E1-BCBE-426B-8C09-33274E69409D}"/>
          </ac:spMkLst>
        </pc:spChg>
        <pc:spChg chg="add">
          <ac:chgData name="Pooneh Ghaffari" userId="516bc5948460f29f" providerId="Windows Live" clId="Web-{7953BBDF-1909-4C6B-9574-29464BE947A7}" dt="2020-11-17T09:51:42.959" v="90"/>
          <ac:spMkLst>
            <pc:docMk/>
            <pc:sldMk cId="1724955677" sldId="261"/>
            <ac:spMk id="52" creationId="{0CABCAE3-64FC-4149-819F-2C1812824154}"/>
          </ac:spMkLst>
        </pc:spChg>
        <pc:spChg chg="add">
          <ac:chgData name="Pooneh Ghaffari" userId="516bc5948460f29f" providerId="Windows Live" clId="Web-{7953BBDF-1909-4C6B-9574-29464BE947A7}" dt="2020-11-17T09:51:42.959" v="90"/>
          <ac:spMkLst>
            <pc:docMk/>
            <pc:sldMk cId="1724955677" sldId="261"/>
            <ac:spMk id="60" creationId="{D0712110-0BC1-4B31-B3BB-63B44222E87F}"/>
          </ac:spMkLst>
        </pc:spChg>
        <pc:spChg chg="add">
          <ac:chgData name="Pooneh Ghaffari" userId="516bc5948460f29f" providerId="Windows Live" clId="Web-{7953BBDF-1909-4C6B-9574-29464BE947A7}" dt="2020-11-17T09:51:42.959" v="90"/>
          <ac:spMkLst>
            <pc:docMk/>
            <pc:sldMk cId="1724955677" sldId="261"/>
            <ac:spMk id="62" creationId="{4466B5F3-C053-4580-B04A-1EF949888280}"/>
          </ac:spMkLst>
        </pc:spChg>
        <pc:grpChg chg="add del">
          <ac:chgData name="Pooneh Ghaffari" userId="516bc5948460f29f" providerId="Windows Live" clId="Web-{7953BBDF-1909-4C6B-9574-29464BE947A7}" dt="2020-11-17T09:51:42.928" v="89"/>
          <ac:grpSpMkLst>
            <pc:docMk/>
            <pc:sldMk cId="1724955677" sldId="261"/>
            <ac:grpSpMk id="59" creationId="{AED92372-F778-4E96-9E90-4E63BAF3CAD3}"/>
          </ac:grpSpMkLst>
        </pc:grpChg>
        <pc:picChg chg="add del mod ord">
          <ac:chgData name="Pooneh Ghaffari" userId="516bc5948460f29f" providerId="Windows Live" clId="Web-{7953BBDF-1909-4C6B-9574-29464BE947A7}" dt="2020-11-17T10:04:57.806" v="373"/>
          <ac:picMkLst>
            <pc:docMk/>
            <pc:sldMk cId="1724955677" sldId="261"/>
            <ac:picMk id="4" creationId="{EE56808F-A8F2-4F5C-9E76-61CCBBE8AF10}"/>
          </ac:picMkLst>
        </pc:picChg>
        <pc:picChg chg="add mod">
          <ac:chgData name="Pooneh Ghaffari" userId="516bc5948460f29f" providerId="Windows Live" clId="Web-{7953BBDF-1909-4C6B-9574-29464BE947A7}" dt="2020-11-17T10:05:36.697" v="383" actId="1076"/>
          <ac:picMkLst>
            <pc:docMk/>
            <pc:sldMk cId="1724955677" sldId="261"/>
            <ac:picMk id="9" creationId="{318BDD8D-F2AF-4046-85FC-C916219A7069}"/>
          </ac:picMkLst>
        </pc:picChg>
        <pc:picChg chg="add del">
          <ac:chgData name="Pooneh Ghaffari" userId="516bc5948460f29f" providerId="Windows Live" clId="Web-{7953BBDF-1909-4C6B-9574-29464BE947A7}" dt="2020-11-17T09:49:57.488" v="74"/>
          <ac:picMkLst>
            <pc:docMk/>
            <pc:sldMk cId="1724955677" sldId="261"/>
            <ac:picMk id="17" creationId="{39D1DDD4-5BB3-45BA-B9B3-06B62299AD79}"/>
          </ac:picMkLst>
        </pc:picChg>
        <pc:picChg chg="add del">
          <ac:chgData name="Pooneh Ghaffari" userId="516bc5948460f29f" providerId="Windows Live" clId="Web-{7953BBDF-1909-4C6B-9574-29464BE947A7}" dt="2020-11-17T09:51:42.959" v="90"/>
          <ac:picMkLst>
            <pc:docMk/>
            <pc:sldMk cId="1724955677" sldId="261"/>
            <ac:picMk id="26" creationId="{012FDCFE-9AD2-4D8A-8CBF-B3AA37EBF6DD}"/>
          </ac:picMkLst>
        </pc:picChg>
        <pc:picChg chg="add del">
          <ac:chgData name="Pooneh Ghaffari" userId="516bc5948460f29f" providerId="Windows Live" clId="Web-{7953BBDF-1909-4C6B-9574-29464BE947A7}" dt="2020-11-17T09:51:42.959" v="90"/>
          <ac:picMkLst>
            <pc:docMk/>
            <pc:sldMk cId="1724955677" sldId="261"/>
            <ac:picMk id="38" creationId="{25CED634-E2D0-4AB7-96DD-816C9B52C5CF}"/>
          </ac:picMkLst>
        </pc:picChg>
        <pc:picChg chg="add del">
          <ac:chgData name="Pooneh Ghaffari" userId="516bc5948460f29f" providerId="Windows Live" clId="Web-{7953BBDF-1909-4C6B-9574-29464BE947A7}" dt="2020-11-17T09:51:42.928" v="89"/>
          <ac:picMkLst>
            <pc:docMk/>
            <pc:sldMk cId="1724955677" sldId="261"/>
            <ac:picMk id="42" creationId="{1F5620B8-A2D8-4568-B566-F0453A0D9167}"/>
          </ac:picMkLst>
        </pc:picChg>
        <pc:picChg chg="add del">
          <ac:chgData name="Pooneh Ghaffari" userId="516bc5948460f29f" providerId="Windows Live" clId="Web-{7953BBDF-1909-4C6B-9574-29464BE947A7}" dt="2020-11-17T09:51:40.162" v="87"/>
          <ac:picMkLst>
            <pc:docMk/>
            <pc:sldMk cId="1724955677" sldId="261"/>
            <ac:picMk id="53" creationId="{39D1DDD4-5BB3-45BA-B9B3-06B62299AD79}"/>
          </ac:picMkLst>
        </pc:picChg>
        <pc:picChg chg="add">
          <ac:chgData name="Pooneh Ghaffari" userId="516bc5948460f29f" providerId="Windows Live" clId="Web-{7953BBDF-1909-4C6B-9574-29464BE947A7}" dt="2020-11-17T09:51:42.959" v="90"/>
          <ac:picMkLst>
            <pc:docMk/>
            <pc:sldMk cId="1724955677" sldId="261"/>
            <ac:picMk id="54" creationId="{012FDCFE-9AD2-4D8A-8CBF-B3AA37EBF6DD}"/>
          </ac:picMkLst>
        </pc:picChg>
        <pc:picChg chg="add del">
          <ac:chgData name="Pooneh Ghaffari" userId="516bc5948460f29f" providerId="Windows Live" clId="Web-{7953BBDF-1909-4C6B-9574-29464BE947A7}" dt="2020-11-17T09:51:42.928" v="89"/>
          <ac:picMkLst>
            <pc:docMk/>
            <pc:sldMk cId="1724955677" sldId="261"/>
            <ac:picMk id="63" creationId="{4B61EBEC-D0CA-456C-98A6-EDA1AC9FB0D6}"/>
          </ac:picMkLst>
        </pc:picChg>
        <pc:picChg chg="add">
          <ac:chgData name="Pooneh Ghaffari" userId="516bc5948460f29f" providerId="Windows Live" clId="Web-{7953BBDF-1909-4C6B-9574-29464BE947A7}" dt="2020-11-17T09:51:42.959" v="90"/>
          <ac:picMkLst>
            <pc:docMk/>
            <pc:sldMk cId="1724955677" sldId="261"/>
            <ac:picMk id="66" creationId="{25CED634-E2D0-4AB7-96DD-816C9B52C5CF}"/>
          </ac:picMkLst>
        </pc:picChg>
        <pc:cxnChg chg="add del">
          <ac:chgData name="Pooneh Ghaffari" userId="516bc5948460f29f" providerId="Windows Live" clId="Web-{7953BBDF-1909-4C6B-9574-29464BE947A7}" dt="2020-11-17T09:49:57.488" v="74"/>
          <ac:cxnSpMkLst>
            <pc:docMk/>
            <pc:sldMk cId="1724955677" sldId="261"/>
            <ac:cxnSpMk id="13" creationId="{C884B8F8-FDC9-498B-9960-5D7260AFCB03}"/>
          </ac:cxnSpMkLst>
        </pc:cxnChg>
        <pc:cxnChg chg="add del">
          <ac:chgData name="Pooneh Ghaffari" userId="516bc5948460f29f" providerId="Windows Live" clId="Web-{7953BBDF-1909-4C6B-9574-29464BE947A7}" dt="2020-11-17T09:49:57.488" v="74"/>
          <ac:cxnSpMkLst>
            <pc:docMk/>
            <pc:sldMk cId="1724955677" sldId="261"/>
            <ac:cxnSpMk id="19" creationId="{A24DAE64-2302-42EA-8239-F2F0775CA5AD}"/>
          </ac:cxnSpMkLst>
        </pc:cxnChg>
        <pc:cxnChg chg="add del">
          <ac:chgData name="Pooneh Ghaffari" userId="516bc5948460f29f" providerId="Windows Live" clId="Web-{7953BBDF-1909-4C6B-9574-29464BE947A7}" dt="2020-11-17T09:51:42.959" v="90"/>
          <ac:cxnSpMkLst>
            <pc:docMk/>
            <pc:sldMk cId="1724955677" sldId="261"/>
            <ac:cxnSpMk id="28" creationId="{FBD463FC-4CA8-4FF4-85A3-AF9F4B98D210}"/>
          </ac:cxnSpMkLst>
        </pc:cxnChg>
        <pc:cxnChg chg="add del">
          <ac:chgData name="Pooneh Ghaffari" userId="516bc5948460f29f" providerId="Windows Live" clId="Web-{7953BBDF-1909-4C6B-9574-29464BE947A7}" dt="2020-11-17T09:51:42.959" v="90"/>
          <ac:cxnSpMkLst>
            <pc:docMk/>
            <pc:sldMk cId="1724955677" sldId="261"/>
            <ac:cxnSpMk id="30" creationId="{BECF35C3-8B44-4F4B-BD25-4C01823DB22A}"/>
          </ac:cxnSpMkLst>
        </pc:cxnChg>
        <pc:cxnChg chg="add del">
          <ac:chgData name="Pooneh Ghaffari" userId="516bc5948460f29f" providerId="Windows Live" clId="Web-{7953BBDF-1909-4C6B-9574-29464BE947A7}" dt="2020-11-17T09:51:42.959" v="90"/>
          <ac:cxnSpMkLst>
            <pc:docMk/>
            <pc:sldMk cId="1724955677" sldId="261"/>
            <ac:cxnSpMk id="36" creationId="{FA6123F2-4B61-414F-A7E5-5B7828EACAE2}"/>
          </ac:cxnSpMkLst>
        </pc:cxnChg>
        <pc:cxnChg chg="add del">
          <ac:chgData name="Pooneh Ghaffari" userId="516bc5948460f29f" providerId="Windows Live" clId="Web-{7953BBDF-1909-4C6B-9574-29464BE947A7}" dt="2020-11-17T09:51:42.959" v="90"/>
          <ac:cxnSpMkLst>
            <pc:docMk/>
            <pc:sldMk cId="1724955677" sldId="261"/>
            <ac:cxnSpMk id="40" creationId="{FCDDCDFB-696D-4FDF-9B58-24F71B7C37BC}"/>
          </ac:cxnSpMkLst>
        </pc:cxnChg>
        <pc:cxnChg chg="add del">
          <ac:chgData name="Pooneh Ghaffari" userId="516bc5948460f29f" providerId="Windows Live" clId="Web-{7953BBDF-1909-4C6B-9574-29464BE947A7}" dt="2020-11-17T09:51:42.928" v="89"/>
          <ac:cxnSpMkLst>
            <pc:docMk/>
            <pc:sldMk cId="1724955677" sldId="261"/>
            <ac:cxnSpMk id="43" creationId="{1C7D2BA4-4B7A-4596-8BCC-5CF715423894}"/>
          </ac:cxnSpMkLst>
        </pc:cxnChg>
        <pc:cxnChg chg="add del">
          <ac:chgData name="Pooneh Ghaffari" userId="516bc5948460f29f" providerId="Windows Live" clId="Web-{7953BBDF-1909-4C6B-9574-29464BE947A7}" dt="2020-11-17T09:51:42.928" v="89"/>
          <ac:cxnSpMkLst>
            <pc:docMk/>
            <pc:sldMk cId="1724955677" sldId="261"/>
            <ac:cxnSpMk id="46" creationId="{4977F1E1-2B6F-4BB6-899F-67D8764D83C5}"/>
          </ac:cxnSpMkLst>
        </pc:cxnChg>
        <pc:cxnChg chg="add del">
          <ac:chgData name="Pooneh Ghaffari" userId="516bc5948460f29f" providerId="Windows Live" clId="Web-{7953BBDF-1909-4C6B-9574-29464BE947A7}" dt="2020-11-17T09:51:40.162" v="87"/>
          <ac:cxnSpMkLst>
            <pc:docMk/>
            <pc:sldMk cId="1724955677" sldId="261"/>
            <ac:cxnSpMk id="49" creationId="{C884B8F8-FDC9-498B-9960-5D7260AFCB03}"/>
          </ac:cxnSpMkLst>
        </pc:cxnChg>
        <pc:cxnChg chg="add del">
          <ac:chgData name="Pooneh Ghaffari" userId="516bc5948460f29f" providerId="Windows Live" clId="Web-{7953BBDF-1909-4C6B-9574-29464BE947A7}" dt="2020-11-17T09:51:40.162" v="87"/>
          <ac:cxnSpMkLst>
            <pc:docMk/>
            <pc:sldMk cId="1724955677" sldId="261"/>
            <ac:cxnSpMk id="55" creationId="{A24DAE64-2302-42EA-8239-F2F0775CA5AD}"/>
          </ac:cxnSpMkLst>
        </pc:cxnChg>
        <pc:cxnChg chg="add">
          <ac:chgData name="Pooneh Ghaffari" userId="516bc5948460f29f" providerId="Windows Live" clId="Web-{7953BBDF-1909-4C6B-9574-29464BE947A7}" dt="2020-11-17T09:51:42.959" v="90"/>
          <ac:cxnSpMkLst>
            <pc:docMk/>
            <pc:sldMk cId="1724955677" sldId="261"/>
            <ac:cxnSpMk id="56" creationId="{FBD463FC-4CA8-4FF4-85A3-AF9F4B98D210}"/>
          </ac:cxnSpMkLst>
        </pc:cxnChg>
        <pc:cxnChg chg="add del">
          <ac:chgData name="Pooneh Ghaffari" userId="516bc5948460f29f" providerId="Windows Live" clId="Web-{7953BBDF-1909-4C6B-9574-29464BE947A7}" dt="2020-11-17T09:51:42.928" v="89"/>
          <ac:cxnSpMkLst>
            <pc:docMk/>
            <pc:sldMk cId="1724955677" sldId="261"/>
            <ac:cxnSpMk id="57" creationId="{84F2C6A8-7D46-49EA-860B-0F0B0208436C}"/>
          </ac:cxnSpMkLst>
        </pc:cxnChg>
        <pc:cxnChg chg="add">
          <ac:chgData name="Pooneh Ghaffari" userId="516bc5948460f29f" providerId="Windows Live" clId="Web-{7953BBDF-1909-4C6B-9574-29464BE947A7}" dt="2020-11-17T09:51:42.959" v="90"/>
          <ac:cxnSpMkLst>
            <pc:docMk/>
            <pc:sldMk cId="1724955677" sldId="261"/>
            <ac:cxnSpMk id="58" creationId="{BECF35C3-8B44-4F4B-BD25-4C01823DB22A}"/>
          </ac:cxnSpMkLst>
        </pc:cxnChg>
        <pc:cxnChg chg="add">
          <ac:chgData name="Pooneh Ghaffari" userId="516bc5948460f29f" providerId="Windows Live" clId="Web-{7953BBDF-1909-4C6B-9574-29464BE947A7}" dt="2020-11-17T09:51:42.959" v="90"/>
          <ac:cxnSpMkLst>
            <pc:docMk/>
            <pc:sldMk cId="1724955677" sldId="261"/>
            <ac:cxnSpMk id="61" creationId="{FCDDCDFB-696D-4FDF-9B58-24F71B7C37BC}"/>
          </ac:cxnSpMkLst>
        </pc:cxnChg>
        <pc:cxnChg chg="add">
          <ac:chgData name="Pooneh Ghaffari" userId="516bc5948460f29f" providerId="Windows Live" clId="Web-{7953BBDF-1909-4C6B-9574-29464BE947A7}" dt="2020-11-17T09:51:42.959" v="90"/>
          <ac:cxnSpMkLst>
            <pc:docMk/>
            <pc:sldMk cId="1724955677" sldId="261"/>
            <ac:cxnSpMk id="64" creationId="{FA6123F2-4B61-414F-A7E5-5B7828EACAE2}"/>
          </ac:cxnSpMkLst>
        </pc:cxnChg>
        <pc:cxnChg chg="add del">
          <ac:chgData name="Pooneh Ghaffari" userId="516bc5948460f29f" providerId="Windows Live" clId="Web-{7953BBDF-1909-4C6B-9574-29464BE947A7}" dt="2020-11-17T09:51:42.928" v="89"/>
          <ac:cxnSpMkLst>
            <pc:docMk/>
            <pc:sldMk cId="1724955677" sldId="261"/>
            <ac:cxnSpMk id="65" creationId="{718A71EB-D327-4458-85FB-26336B2BA01B}"/>
          </ac:cxnSpMkLst>
        </pc:cxnChg>
      </pc:sldChg>
      <pc:sldChg chg="addSp modSp new">
        <pc:chgData name="Pooneh Ghaffari" userId="516bc5948460f29f" providerId="Windows Live" clId="Web-{7953BBDF-1909-4C6B-9574-29464BE947A7}" dt="2020-11-17T10:01:14.035" v="372" actId="14100"/>
        <pc:sldMkLst>
          <pc:docMk/>
          <pc:sldMk cId="2489263770" sldId="262"/>
        </pc:sldMkLst>
        <pc:spChg chg="mod">
          <ac:chgData name="Pooneh Ghaffari" userId="516bc5948460f29f" providerId="Windows Live" clId="Web-{7953BBDF-1909-4C6B-9574-29464BE947A7}" dt="2020-11-17T09:55:40.855" v="149" actId="20577"/>
          <ac:spMkLst>
            <pc:docMk/>
            <pc:sldMk cId="2489263770" sldId="262"/>
            <ac:spMk id="2" creationId="{4E3E52BD-9CA5-4B44-81D2-3EF5B18552D7}"/>
          </ac:spMkLst>
        </pc:spChg>
        <pc:spChg chg="mod">
          <ac:chgData name="Pooneh Ghaffari" userId="516bc5948460f29f" providerId="Windows Live" clId="Web-{7953BBDF-1909-4C6B-9574-29464BE947A7}" dt="2020-11-17T10:00:47.597" v="363" actId="20577"/>
          <ac:spMkLst>
            <pc:docMk/>
            <pc:sldMk cId="2489263770" sldId="262"/>
            <ac:spMk id="3" creationId="{6AF03CB1-FB74-4EA3-A63B-9A24DD9BBC4E}"/>
          </ac:spMkLst>
        </pc:spChg>
        <pc:picChg chg="add mod">
          <ac:chgData name="Pooneh Ghaffari" userId="516bc5948460f29f" providerId="Windows Live" clId="Web-{7953BBDF-1909-4C6B-9574-29464BE947A7}" dt="2020-11-17T10:01:14.035" v="372" actId="14100"/>
          <ac:picMkLst>
            <pc:docMk/>
            <pc:sldMk cId="2489263770" sldId="262"/>
            <ac:picMk id="4" creationId="{4D4A18BB-CFCB-4161-9A90-417FC894DFED}"/>
          </ac:picMkLst>
        </pc:picChg>
      </pc:sldChg>
      <pc:sldChg chg="addSp modSp new">
        <pc:chgData name="Pooneh Ghaffari" userId="516bc5948460f29f" providerId="Windows Live" clId="Web-{7953BBDF-1909-4C6B-9574-29464BE947A7}" dt="2020-11-17T10:21:49.705" v="1219" actId="1076"/>
        <pc:sldMkLst>
          <pc:docMk/>
          <pc:sldMk cId="2949451110" sldId="264"/>
        </pc:sldMkLst>
        <pc:spChg chg="mod">
          <ac:chgData name="Pooneh Ghaffari" userId="516bc5948460f29f" providerId="Windows Live" clId="Web-{7953BBDF-1909-4C6B-9574-29464BE947A7}" dt="2020-11-17T10:06:49.543" v="393" actId="20577"/>
          <ac:spMkLst>
            <pc:docMk/>
            <pc:sldMk cId="2949451110" sldId="264"/>
            <ac:spMk id="2" creationId="{7CFD822D-45FC-467C-A121-523B81470E2B}"/>
          </ac:spMkLst>
        </pc:spChg>
        <pc:spChg chg="mod">
          <ac:chgData name="Pooneh Ghaffari" userId="516bc5948460f29f" providerId="Windows Live" clId="Web-{7953BBDF-1909-4C6B-9574-29464BE947A7}" dt="2020-11-17T10:09:21.906" v="614" actId="20577"/>
          <ac:spMkLst>
            <pc:docMk/>
            <pc:sldMk cId="2949451110" sldId="264"/>
            <ac:spMk id="3" creationId="{9205BA40-7D93-40DE-8F41-D9DB267B80FF}"/>
          </ac:spMkLst>
        </pc:spChg>
        <pc:picChg chg="add mod">
          <ac:chgData name="Pooneh Ghaffari" userId="516bc5948460f29f" providerId="Windows Live" clId="Web-{7953BBDF-1909-4C6B-9574-29464BE947A7}" dt="2020-11-17T10:21:49.705" v="1219" actId="1076"/>
          <ac:picMkLst>
            <pc:docMk/>
            <pc:sldMk cId="2949451110" sldId="264"/>
            <ac:picMk id="4" creationId="{F56D9ACD-2E6E-4A63-84FE-881EF998925F}"/>
          </ac:picMkLst>
        </pc:picChg>
      </pc:sldChg>
      <pc:sldChg chg="addSp modSp new">
        <pc:chgData name="Pooneh Ghaffari" userId="516bc5948460f29f" providerId="Windows Live" clId="Web-{7953BBDF-1909-4C6B-9574-29464BE947A7}" dt="2020-11-17T10:28:22.386" v="1251" actId="14100"/>
        <pc:sldMkLst>
          <pc:docMk/>
          <pc:sldMk cId="175016108" sldId="265"/>
        </pc:sldMkLst>
        <pc:spChg chg="mod">
          <ac:chgData name="Pooneh Ghaffari" userId="516bc5948460f29f" providerId="Windows Live" clId="Web-{7953BBDF-1909-4C6B-9574-29464BE947A7}" dt="2020-11-17T10:09:26.437" v="629" actId="20577"/>
          <ac:spMkLst>
            <pc:docMk/>
            <pc:sldMk cId="175016108" sldId="265"/>
            <ac:spMk id="2" creationId="{A4E0FE6E-C821-431E-832C-45C20713AB71}"/>
          </ac:spMkLst>
        </pc:spChg>
        <pc:spChg chg="mod">
          <ac:chgData name="Pooneh Ghaffari" userId="516bc5948460f29f" providerId="Windows Live" clId="Web-{7953BBDF-1909-4C6B-9574-29464BE947A7}" dt="2020-11-17T10:10:41.626" v="777" actId="20577"/>
          <ac:spMkLst>
            <pc:docMk/>
            <pc:sldMk cId="175016108" sldId="265"/>
            <ac:spMk id="3" creationId="{F628DBF9-C600-42D6-945A-783F788F92ED}"/>
          </ac:spMkLst>
        </pc:spChg>
        <pc:picChg chg="add mod">
          <ac:chgData name="Pooneh Ghaffari" userId="516bc5948460f29f" providerId="Windows Live" clId="Web-{7953BBDF-1909-4C6B-9574-29464BE947A7}" dt="2020-11-17T10:28:22.386" v="1251" actId="14100"/>
          <ac:picMkLst>
            <pc:docMk/>
            <pc:sldMk cId="175016108" sldId="265"/>
            <ac:picMk id="4" creationId="{EC64F125-D29E-4795-BE48-435438DAC83B}"/>
          </ac:picMkLst>
        </pc:picChg>
      </pc:sldChg>
      <pc:sldChg chg="addSp modSp new">
        <pc:chgData name="Pooneh Ghaffari" userId="516bc5948460f29f" providerId="Windows Live" clId="Web-{7953BBDF-1909-4C6B-9574-29464BE947A7}" dt="2020-11-17T10:29:20.403" v="1255" actId="14100"/>
        <pc:sldMkLst>
          <pc:docMk/>
          <pc:sldMk cId="528296833" sldId="266"/>
        </pc:sldMkLst>
        <pc:spChg chg="mod">
          <ac:chgData name="Pooneh Ghaffari" userId="516bc5948460f29f" providerId="Windows Live" clId="Web-{7953BBDF-1909-4C6B-9574-29464BE947A7}" dt="2020-11-17T10:10:46.939" v="796" actId="20577"/>
          <ac:spMkLst>
            <pc:docMk/>
            <pc:sldMk cId="528296833" sldId="266"/>
            <ac:spMk id="2" creationId="{0CE3DBD7-5989-4384-92A8-D1F8ACA4F6BD}"/>
          </ac:spMkLst>
        </pc:spChg>
        <pc:spChg chg="mod">
          <ac:chgData name="Pooneh Ghaffari" userId="516bc5948460f29f" providerId="Windows Live" clId="Web-{7953BBDF-1909-4C6B-9574-29464BE947A7}" dt="2020-11-17T10:12:08.785" v="991" actId="20577"/>
          <ac:spMkLst>
            <pc:docMk/>
            <pc:sldMk cId="528296833" sldId="266"/>
            <ac:spMk id="3" creationId="{C1D28965-D0B2-4617-AC29-31EECBA989A9}"/>
          </ac:spMkLst>
        </pc:spChg>
        <pc:picChg chg="add mod">
          <ac:chgData name="Pooneh Ghaffari" userId="516bc5948460f29f" providerId="Windows Live" clId="Web-{7953BBDF-1909-4C6B-9574-29464BE947A7}" dt="2020-11-17T10:29:20.403" v="1255" actId="14100"/>
          <ac:picMkLst>
            <pc:docMk/>
            <pc:sldMk cId="528296833" sldId="266"/>
            <ac:picMk id="4" creationId="{471604CB-25D6-4455-94BD-EC4F6CE9BE5A}"/>
          </ac:picMkLst>
        </pc:picChg>
      </pc:sldChg>
      <pc:sldChg chg="addSp modSp new">
        <pc:chgData name="Pooneh Ghaffari" userId="516bc5948460f29f" providerId="Windows Live" clId="Web-{7953BBDF-1909-4C6B-9574-29464BE947A7}" dt="2020-11-17T10:46:15.317" v="1431" actId="14100"/>
        <pc:sldMkLst>
          <pc:docMk/>
          <pc:sldMk cId="887400127" sldId="267"/>
        </pc:sldMkLst>
        <pc:spChg chg="mod">
          <ac:chgData name="Pooneh Ghaffari" userId="516bc5948460f29f" providerId="Windows Live" clId="Web-{7953BBDF-1909-4C6B-9574-29464BE947A7}" dt="2020-11-17T10:46:15.317" v="1431" actId="14100"/>
          <ac:spMkLst>
            <pc:docMk/>
            <pc:sldMk cId="887400127" sldId="267"/>
            <ac:spMk id="2" creationId="{1358FBED-D9EA-44C0-88C5-3DC66E0DE6BB}"/>
          </ac:spMkLst>
        </pc:spChg>
        <pc:spChg chg="mod">
          <ac:chgData name="Pooneh Ghaffari" userId="516bc5948460f29f" providerId="Windows Live" clId="Web-{7953BBDF-1909-4C6B-9574-29464BE947A7}" dt="2020-11-17T10:43:41.407" v="1423" actId="20577"/>
          <ac:spMkLst>
            <pc:docMk/>
            <pc:sldMk cId="887400127" sldId="267"/>
            <ac:spMk id="3" creationId="{440A30A2-1F54-4BBA-BB9B-A28E0A637260}"/>
          </ac:spMkLst>
        </pc:spChg>
        <pc:picChg chg="add mod">
          <ac:chgData name="Pooneh Ghaffari" userId="516bc5948460f29f" providerId="Windows Live" clId="Web-{7953BBDF-1909-4C6B-9574-29464BE947A7}" dt="2020-11-17T10:42:51.734" v="1311" actId="14100"/>
          <ac:picMkLst>
            <pc:docMk/>
            <pc:sldMk cId="887400127" sldId="267"/>
            <ac:picMk id="4" creationId="{693F7F4D-2944-4512-A262-2F81724B4653}"/>
          </ac:picMkLst>
        </pc:picChg>
        <pc:picChg chg="add mod modCrop">
          <ac:chgData name="Pooneh Ghaffari" userId="516bc5948460f29f" providerId="Windows Live" clId="Web-{7953BBDF-1909-4C6B-9574-29464BE947A7}" dt="2020-11-17T10:44:43.549" v="1429" actId="1076"/>
          <ac:picMkLst>
            <pc:docMk/>
            <pc:sldMk cId="887400127" sldId="267"/>
            <ac:picMk id="5" creationId="{4DCCD996-7753-424D-AA0D-FC77FB0AD786}"/>
          </ac:picMkLst>
        </pc:picChg>
      </pc:sldChg>
      <pc:sldChg chg="addSp delSp modSp">
        <pc:chgData name="Pooneh Ghaffari" userId="516bc5948460f29f" providerId="Windows Live" clId="Web-{7953BBDF-1909-4C6B-9574-29464BE947A7}" dt="2020-11-17T10:26:10.695" v="1244"/>
        <pc:sldMkLst>
          <pc:docMk/>
          <pc:sldMk cId="4052660670" sldId="270"/>
        </pc:sldMkLst>
        <pc:spChg chg="mod">
          <ac:chgData name="Pooneh Ghaffari" userId="516bc5948460f29f" providerId="Windows Live" clId="Web-{7953BBDF-1909-4C6B-9574-29464BE947A7}" dt="2020-11-17T10:26:10.695" v="1244"/>
          <ac:spMkLst>
            <pc:docMk/>
            <pc:sldMk cId="4052660670" sldId="270"/>
            <ac:spMk id="2" creationId="{02A10375-37DE-4A78-997F-D16C276AC50C}"/>
          </ac:spMkLst>
        </pc:spChg>
        <pc:spChg chg="mod">
          <ac:chgData name="Pooneh Ghaffari" userId="516bc5948460f29f" providerId="Windows Live" clId="Web-{7953BBDF-1909-4C6B-9574-29464BE947A7}" dt="2020-11-17T10:26:10.695" v="1244"/>
          <ac:spMkLst>
            <pc:docMk/>
            <pc:sldMk cId="4052660670" sldId="270"/>
            <ac:spMk id="3" creationId="{5672EA11-6307-4B8D-9F19-01539120B666}"/>
          </ac:spMkLst>
        </pc:spChg>
        <pc:spChg chg="del">
          <ac:chgData name="Pooneh Ghaffari" userId="516bc5948460f29f" providerId="Windows Live" clId="Web-{7953BBDF-1909-4C6B-9574-29464BE947A7}" dt="2020-11-17T10:26:10.695" v="1244"/>
          <ac:spMkLst>
            <pc:docMk/>
            <pc:sldMk cId="4052660670" sldId="270"/>
            <ac:spMk id="37" creationId="{2FA7AD0A-1871-4DF8-9235-F49D0513B9C1}"/>
          </ac:spMkLst>
        </pc:spChg>
        <pc:spChg chg="del">
          <ac:chgData name="Pooneh Ghaffari" userId="516bc5948460f29f" providerId="Windows Live" clId="Web-{7953BBDF-1909-4C6B-9574-29464BE947A7}" dt="2020-11-17T10:26:10.695" v="1244"/>
          <ac:spMkLst>
            <pc:docMk/>
            <pc:sldMk cId="4052660670" sldId="270"/>
            <ac:spMk id="38" creationId="{36B04CFB-FAE5-47DD-9B3E-4E9BA7A89CC1}"/>
          </ac:spMkLst>
        </pc:spChg>
        <pc:spChg chg="del">
          <ac:chgData name="Pooneh Ghaffari" userId="516bc5948460f29f" providerId="Windows Live" clId="Web-{7953BBDF-1909-4C6B-9574-29464BE947A7}" dt="2020-11-17T10:26:10.695" v="1244"/>
          <ac:spMkLst>
            <pc:docMk/>
            <pc:sldMk cId="4052660670" sldId="270"/>
            <ac:spMk id="43" creationId="{622F7FD7-8884-4FD5-95AB-0B5C6033ADF7}"/>
          </ac:spMkLst>
        </pc:spChg>
        <pc:spChg chg="add">
          <ac:chgData name="Pooneh Ghaffari" userId="516bc5948460f29f" providerId="Windows Live" clId="Web-{7953BBDF-1909-4C6B-9574-29464BE947A7}" dt="2020-11-17T10:26:10.695" v="1244"/>
          <ac:spMkLst>
            <pc:docMk/>
            <pc:sldMk cId="4052660670" sldId="270"/>
            <ac:spMk id="59" creationId="{D0712110-0BC1-4B31-B3BB-63B44222E87F}"/>
          </ac:spMkLst>
        </pc:spChg>
        <pc:spChg chg="add">
          <ac:chgData name="Pooneh Ghaffari" userId="516bc5948460f29f" providerId="Windows Live" clId="Web-{7953BBDF-1909-4C6B-9574-29464BE947A7}" dt="2020-11-17T10:26:10.695" v="1244"/>
          <ac:spMkLst>
            <pc:docMk/>
            <pc:sldMk cId="4052660670" sldId="270"/>
            <ac:spMk id="61" creationId="{4466B5F3-C053-4580-B04A-1EF949888280}"/>
          </ac:spMkLst>
        </pc:spChg>
        <pc:grpChg chg="del">
          <ac:chgData name="Pooneh Ghaffari" userId="516bc5948460f29f" providerId="Windows Live" clId="Web-{7953BBDF-1909-4C6B-9574-29464BE947A7}" dt="2020-11-17T10:26:10.695" v="1244"/>
          <ac:grpSpMkLst>
            <pc:docMk/>
            <pc:sldMk cId="4052660670" sldId="270"/>
            <ac:grpSpMk id="41" creationId="{E8ACF89C-CFC3-4D68-B3C4-2BEFB7BBE5F7}"/>
          </ac:grpSpMkLst>
        </pc:grpChg>
        <pc:picChg chg="mod">
          <ac:chgData name="Pooneh Ghaffari" userId="516bc5948460f29f" providerId="Windows Live" clId="Web-{7953BBDF-1909-4C6B-9574-29464BE947A7}" dt="2020-11-17T10:26:10.695" v="1244"/>
          <ac:picMkLst>
            <pc:docMk/>
            <pc:sldMk cId="4052660670" sldId="270"/>
            <ac:picMk id="6" creationId="{9BEDC767-3A47-4B3F-9D44-B66B1F880DFD}"/>
          </ac:picMkLst>
        </pc:picChg>
        <pc:picChg chg="del">
          <ac:chgData name="Pooneh Ghaffari" userId="516bc5948460f29f" providerId="Windows Live" clId="Web-{7953BBDF-1909-4C6B-9574-29464BE947A7}" dt="2020-11-17T10:26:10.695" v="1244"/>
          <ac:picMkLst>
            <pc:docMk/>
            <pc:sldMk cId="4052660670" sldId="270"/>
            <ac:picMk id="45" creationId="{16EFE474-4FE0-4E8F-8F09-5ED2C9E76A84}"/>
          </ac:picMkLst>
        </pc:picChg>
        <pc:picChg chg="add">
          <ac:chgData name="Pooneh Ghaffari" userId="516bc5948460f29f" providerId="Windows Live" clId="Web-{7953BBDF-1909-4C6B-9574-29464BE947A7}" dt="2020-11-17T10:26:10.695" v="1244"/>
          <ac:picMkLst>
            <pc:docMk/>
            <pc:sldMk cId="4052660670" sldId="270"/>
            <ac:picMk id="65" creationId="{25CED634-E2D0-4AB7-96DD-816C9B52C5CF}"/>
          </ac:picMkLst>
        </pc:picChg>
        <pc:cxnChg chg="del">
          <ac:chgData name="Pooneh Ghaffari" userId="516bc5948460f29f" providerId="Windows Live" clId="Web-{7953BBDF-1909-4C6B-9574-29464BE947A7}" dt="2020-11-17T10:26:10.695" v="1244"/>
          <ac:cxnSpMkLst>
            <pc:docMk/>
            <pc:sldMk cId="4052660670" sldId="270"/>
            <ac:cxnSpMk id="39" creationId="{EE68D41B-9286-479F-9AB7-678C8E348D71}"/>
          </ac:cxnSpMkLst>
        </pc:cxnChg>
        <pc:cxnChg chg="del">
          <ac:chgData name="Pooneh Ghaffari" userId="516bc5948460f29f" providerId="Windows Live" clId="Web-{7953BBDF-1909-4C6B-9574-29464BE947A7}" dt="2020-11-17T10:26:10.695" v="1244"/>
          <ac:cxnSpMkLst>
            <pc:docMk/>
            <pc:sldMk cId="4052660670" sldId="270"/>
            <ac:cxnSpMk id="54" creationId="{CF8B8C81-54DC-4AF5-B682-3A2C70A6B55C}"/>
          </ac:cxnSpMkLst>
        </pc:cxnChg>
        <pc:cxnChg chg="add">
          <ac:chgData name="Pooneh Ghaffari" userId="516bc5948460f29f" providerId="Windows Live" clId="Web-{7953BBDF-1909-4C6B-9574-29464BE947A7}" dt="2020-11-17T10:26:10.695" v="1244"/>
          <ac:cxnSpMkLst>
            <pc:docMk/>
            <pc:sldMk cId="4052660670" sldId="270"/>
            <ac:cxnSpMk id="63" creationId="{FA6123F2-4B61-414F-A7E5-5B7828EACAE2}"/>
          </ac:cxnSpMkLst>
        </pc:cxnChg>
        <pc:cxnChg chg="add">
          <ac:chgData name="Pooneh Ghaffari" userId="516bc5948460f29f" providerId="Windows Live" clId="Web-{7953BBDF-1909-4C6B-9574-29464BE947A7}" dt="2020-11-17T10:26:10.695" v="1244"/>
          <ac:cxnSpMkLst>
            <pc:docMk/>
            <pc:sldMk cId="4052660670" sldId="270"/>
            <ac:cxnSpMk id="67" creationId="{FCDDCDFB-696D-4FDF-9B58-24F71B7C37BC}"/>
          </ac:cxnSpMkLst>
        </pc:cxnChg>
      </pc:sldChg>
      <pc:sldChg chg="addSp delSp modSp">
        <pc:chgData name="Pooneh Ghaffari" userId="516bc5948460f29f" providerId="Windows Live" clId="Web-{7953BBDF-1909-4C6B-9574-29464BE947A7}" dt="2020-11-17T10:26:04.992" v="1243"/>
        <pc:sldMkLst>
          <pc:docMk/>
          <pc:sldMk cId="3139803931" sldId="272"/>
        </pc:sldMkLst>
        <pc:spChg chg="mod">
          <ac:chgData name="Pooneh Ghaffari" userId="516bc5948460f29f" providerId="Windows Live" clId="Web-{7953BBDF-1909-4C6B-9574-29464BE947A7}" dt="2020-11-17T10:26:04.992" v="1243"/>
          <ac:spMkLst>
            <pc:docMk/>
            <pc:sldMk cId="3139803931" sldId="272"/>
            <ac:spMk id="2" creationId="{72056784-A646-4B93-8910-6A480E3C5D97}"/>
          </ac:spMkLst>
        </pc:spChg>
        <pc:spChg chg="mod">
          <ac:chgData name="Pooneh Ghaffari" userId="516bc5948460f29f" providerId="Windows Live" clId="Web-{7953BBDF-1909-4C6B-9574-29464BE947A7}" dt="2020-11-17T10:26:04.992" v="1243"/>
          <ac:spMkLst>
            <pc:docMk/>
            <pc:sldMk cId="3139803931" sldId="272"/>
            <ac:spMk id="3" creationId="{F90A2062-B88B-4C29-A71B-73EA2ECDEF8A}"/>
          </ac:spMkLst>
        </pc:spChg>
        <pc:spChg chg="del">
          <ac:chgData name="Pooneh Ghaffari" userId="516bc5948460f29f" providerId="Windows Live" clId="Web-{7953BBDF-1909-4C6B-9574-29464BE947A7}" dt="2020-11-17T10:26:04.992" v="1243"/>
          <ac:spMkLst>
            <pc:docMk/>
            <pc:sldMk cId="3139803931" sldId="272"/>
            <ac:spMk id="12" creationId="{EC17D08F-2133-44A9-B28C-CB29928FA8D9}"/>
          </ac:spMkLst>
        </pc:spChg>
        <pc:spChg chg="del">
          <ac:chgData name="Pooneh Ghaffari" userId="516bc5948460f29f" providerId="Windows Live" clId="Web-{7953BBDF-1909-4C6B-9574-29464BE947A7}" dt="2020-11-17T10:26:04.992" v="1243"/>
          <ac:spMkLst>
            <pc:docMk/>
            <pc:sldMk cId="3139803931" sldId="272"/>
            <ac:spMk id="14" creationId="{0CC36881-E309-4C41-8B5B-203AADC15FF6}"/>
          </ac:spMkLst>
        </pc:spChg>
        <pc:spChg chg="add">
          <ac:chgData name="Pooneh Ghaffari" userId="516bc5948460f29f" providerId="Windows Live" clId="Web-{7953BBDF-1909-4C6B-9574-29464BE947A7}" dt="2020-11-17T10:26:04.992" v="1243"/>
          <ac:spMkLst>
            <pc:docMk/>
            <pc:sldMk cId="3139803931" sldId="272"/>
            <ac:spMk id="29" creationId="{D0712110-0BC1-4B31-B3BB-63B44222E87F}"/>
          </ac:spMkLst>
        </pc:spChg>
        <pc:spChg chg="add">
          <ac:chgData name="Pooneh Ghaffari" userId="516bc5948460f29f" providerId="Windows Live" clId="Web-{7953BBDF-1909-4C6B-9574-29464BE947A7}" dt="2020-11-17T10:26:04.992" v="1243"/>
          <ac:spMkLst>
            <pc:docMk/>
            <pc:sldMk cId="3139803931" sldId="272"/>
            <ac:spMk id="31" creationId="{4466B5F3-C053-4580-B04A-1EF949888280}"/>
          </ac:spMkLst>
        </pc:spChg>
        <pc:grpChg chg="del">
          <ac:chgData name="Pooneh Ghaffari" userId="516bc5948460f29f" providerId="Windows Live" clId="Web-{7953BBDF-1909-4C6B-9574-29464BE947A7}" dt="2020-11-17T10:26:04.992" v="1243"/>
          <ac:grpSpMkLst>
            <pc:docMk/>
            <pc:sldMk cId="3139803931" sldId="272"/>
            <ac:grpSpMk id="18" creationId="{AED92372-F778-4E96-9E90-4E63BAF3CAD3}"/>
          </ac:grpSpMkLst>
        </pc:grpChg>
        <pc:picChg chg="mod">
          <ac:chgData name="Pooneh Ghaffari" userId="516bc5948460f29f" providerId="Windows Live" clId="Web-{7953BBDF-1909-4C6B-9574-29464BE947A7}" dt="2020-11-17T10:26:04.992" v="1243"/>
          <ac:picMkLst>
            <pc:docMk/>
            <pc:sldMk cId="3139803931" sldId="272"/>
            <ac:picMk id="7" creationId="{BE589592-5721-4A33-8C88-D1035E78B357}"/>
          </ac:picMkLst>
        </pc:picChg>
        <pc:picChg chg="del">
          <ac:chgData name="Pooneh Ghaffari" userId="516bc5948460f29f" providerId="Windows Live" clId="Web-{7953BBDF-1909-4C6B-9574-29464BE947A7}" dt="2020-11-17T10:26:04.992" v="1243"/>
          <ac:picMkLst>
            <pc:docMk/>
            <pc:sldMk cId="3139803931" sldId="272"/>
            <ac:picMk id="22" creationId="{4B61EBEC-D0CA-456C-98A6-EDA1AC9FB0D6}"/>
          </ac:picMkLst>
        </pc:picChg>
        <pc:picChg chg="add">
          <ac:chgData name="Pooneh Ghaffari" userId="516bc5948460f29f" providerId="Windows Live" clId="Web-{7953BBDF-1909-4C6B-9574-29464BE947A7}" dt="2020-11-17T10:26:04.992" v="1243"/>
          <ac:picMkLst>
            <pc:docMk/>
            <pc:sldMk cId="3139803931" sldId="272"/>
            <ac:picMk id="35" creationId="{25CED634-E2D0-4AB7-96DD-816C9B52C5CF}"/>
          </ac:picMkLst>
        </pc:picChg>
        <pc:cxnChg chg="del">
          <ac:chgData name="Pooneh Ghaffari" userId="516bc5948460f29f" providerId="Windows Live" clId="Web-{7953BBDF-1909-4C6B-9574-29464BE947A7}" dt="2020-11-17T10:26:04.992" v="1243"/>
          <ac:cxnSpMkLst>
            <pc:docMk/>
            <pc:sldMk cId="3139803931" sldId="272"/>
            <ac:cxnSpMk id="16" creationId="{84F2C6A8-7D46-49EA-860B-0F0B0208436C}"/>
          </ac:cxnSpMkLst>
        </pc:cxnChg>
        <pc:cxnChg chg="del">
          <ac:chgData name="Pooneh Ghaffari" userId="516bc5948460f29f" providerId="Windows Live" clId="Web-{7953BBDF-1909-4C6B-9574-29464BE947A7}" dt="2020-11-17T10:26:04.992" v="1243"/>
          <ac:cxnSpMkLst>
            <pc:docMk/>
            <pc:sldMk cId="3139803931" sldId="272"/>
            <ac:cxnSpMk id="24" creationId="{718A71EB-D327-4458-85FB-26336B2BA01B}"/>
          </ac:cxnSpMkLst>
        </pc:cxnChg>
        <pc:cxnChg chg="add">
          <ac:chgData name="Pooneh Ghaffari" userId="516bc5948460f29f" providerId="Windows Live" clId="Web-{7953BBDF-1909-4C6B-9574-29464BE947A7}" dt="2020-11-17T10:26:04.992" v="1243"/>
          <ac:cxnSpMkLst>
            <pc:docMk/>
            <pc:sldMk cId="3139803931" sldId="272"/>
            <ac:cxnSpMk id="33" creationId="{FA6123F2-4B61-414F-A7E5-5B7828EACAE2}"/>
          </ac:cxnSpMkLst>
        </pc:cxnChg>
        <pc:cxnChg chg="add">
          <ac:chgData name="Pooneh Ghaffari" userId="516bc5948460f29f" providerId="Windows Live" clId="Web-{7953BBDF-1909-4C6B-9574-29464BE947A7}" dt="2020-11-17T10:26:04.992" v="1243"/>
          <ac:cxnSpMkLst>
            <pc:docMk/>
            <pc:sldMk cId="3139803931" sldId="272"/>
            <ac:cxnSpMk id="37" creationId="{FCDDCDFB-696D-4FDF-9B58-24F71B7C37BC}"/>
          </ac:cxnSpMkLst>
        </pc:cxnChg>
      </pc:sldChg>
      <pc:sldChg chg="delSp modSp">
        <pc:chgData name="Pooneh Ghaffari" userId="516bc5948460f29f" providerId="Windows Live" clId="Web-{7953BBDF-1909-4C6B-9574-29464BE947A7}" dt="2020-11-17T11:20:55.116" v="1433"/>
        <pc:sldMkLst>
          <pc:docMk/>
          <pc:sldMk cId="2454227009" sldId="273"/>
        </pc:sldMkLst>
        <pc:spChg chg="mod">
          <ac:chgData name="Pooneh Ghaffari" userId="516bc5948460f29f" providerId="Windows Live" clId="Web-{7953BBDF-1909-4C6B-9574-29464BE947A7}" dt="2020-11-17T10:25:24.319" v="1220" actId="20577"/>
          <ac:spMkLst>
            <pc:docMk/>
            <pc:sldMk cId="2454227009" sldId="273"/>
            <ac:spMk id="2" creationId="{F871E27A-A78A-4313-8D34-6D2808C6AE89}"/>
          </ac:spMkLst>
        </pc:spChg>
        <pc:spChg chg="mod">
          <ac:chgData name="Pooneh Ghaffari" userId="516bc5948460f29f" providerId="Windows Live" clId="Web-{7953BBDF-1909-4C6B-9574-29464BE947A7}" dt="2020-11-17T10:25:52.945" v="1241" actId="20577"/>
          <ac:spMkLst>
            <pc:docMk/>
            <pc:sldMk cId="2454227009" sldId="273"/>
            <ac:spMk id="3" creationId="{9CD6E247-1E69-46F3-A2D2-862FD65AE39B}"/>
          </ac:spMkLst>
        </pc:spChg>
        <pc:spChg chg="del">
          <ac:chgData name="Pooneh Ghaffari" userId="516bc5948460f29f" providerId="Windows Live" clId="Web-{7953BBDF-1909-4C6B-9574-29464BE947A7}" dt="2020-11-17T11:20:55.116" v="1433"/>
          <ac:spMkLst>
            <pc:docMk/>
            <pc:sldMk cId="2454227009" sldId="273"/>
            <ac:spMk id="4" creationId="{506B32DF-8AF5-4A53-9C0C-79ED9EEBCF07}"/>
          </ac:spMkLst>
        </pc:spChg>
      </pc:sldChg>
      <pc:sldChg chg="addSp delSp modSp">
        <pc:chgData name="Pooneh Ghaffari" userId="516bc5948460f29f" providerId="Windows Live" clId="Web-{7953BBDF-1909-4C6B-9574-29464BE947A7}" dt="2020-11-17T11:20:49.678" v="1432"/>
        <pc:sldMkLst>
          <pc:docMk/>
          <pc:sldMk cId="3601347390" sldId="274"/>
        </pc:sldMkLst>
        <pc:spChg chg="mod">
          <ac:chgData name="Pooneh Ghaffari" userId="516bc5948460f29f" providerId="Windows Live" clId="Web-{7953BBDF-1909-4C6B-9574-29464BE947A7}" dt="2020-11-17T10:26:20.539" v="1247"/>
          <ac:spMkLst>
            <pc:docMk/>
            <pc:sldMk cId="3601347390" sldId="274"/>
            <ac:spMk id="2" creationId="{CE264CB9-244B-4DAE-B4A0-3F466AF6D0CA}"/>
          </ac:spMkLst>
        </pc:spChg>
        <pc:spChg chg="mod">
          <ac:chgData name="Pooneh Ghaffari" userId="516bc5948460f29f" providerId="Windows Live" clId="Web-{7953BBDF-1909-4C6B-9574-29464BE947A7}" dt="2020-11-17T10:26:20.539" v="1247"/>
          <ac:spMkLst>
            <pc:docMk/>
            <pc:sldMk cId="3601347390" sldId="274"/>
            <ac:spMk id="3" creationId="{167BC839-02C7-43E7-AEDC-F76278313314}"/>
          </ac:spMkLst>
        </pc:spChg>
        <pc:spChg chg="del">
          <ac:chgData name="Pooneh Ghaffari" userId="516bc5948460f29f" providerId="Windows Live" clId="Web-{7953BBDF-1909-4C6B-9574-29464BE947A7}" dt="2020-11-17T11:20:49.678" v="1432"/>
          <ac:spMkLst>
            <pc:docMk/>
            <pc:sldMk cId="3601347390" sldId="274"/>
            <ac:spMk id="4" creationId="{FB05CE8B-9D5C-47F5-8F75-6BF8D910E544}"/>
          </ac:spMkLst>
        </pc:spChg>
        <pc:spChg chg="add del">
          <ac:chgData name="Pooneh Ghaffari" userId="516bc5948460f29f" providerId="Windows Live" clId="Web-{7953BBDF-1909-4C6B-9574-29464BE947A7}" dt="2020-11-17T10:26:20.539" v="1247"/>
          <ac:spMkLst>
            <pc:docMk/>
            <pc:sldMk cId="3601347390" sldId="274"/>
            <ac:spMk id="34" creationId="{0CABCAE3-64FC-4149-819F-2C1812824154}"/>
          </ac:spMkLst>
        </pc:spChg>
        <pc:spChg chg="add del">
          <ac:chgData name="Pooneh Ghaffari" userId="516bc5948460f29f" providerId="Windows Live" clId="Web-{7953BBDF-1909-4C6B-9574-29464BE947A7}" dt="2020-11-17T10:26:20.539" v="1247"/>
          <ac:spMkLst>
            <pc:docMk/>
            <pc:sldMk cId="3601347390" sldId="274"/>
            <ac:spMk id="42" creationId="{05B93327-222A-4DAC-9163-371BF44CDB0C}"/>
          </ac:spMkLst>
        </pc:spChg>
        <pc:spChg chg="add del">
          <ac:chgData name="Pooneh Ghaffari" userId="516bc5948460f29f" providerId="Windows Live" clId="Web-{7953BBDF-1909-4C6B-9574-29464BE947A7}" dt="2020-11-17T10:26:20.539" v="1247"/>
          <ac:spMkLst>
            <pc:docMk/>
            <pc:sldMk cId="3601347390" sldId="274"/>
            <ac:spMk id="45" creationId="{3193BA5C-B8F3-4972-BA54-014C48FAFA42}"/>
          </ac:spMkLst>
        </pc:spChg>
        <pc:spChg chg="add del">
          <ac:chgData name="Pooneh Ghaffari" userId="516bc5948460f29f" providerId="Windows Live" clId="Web-{7953BBDF-1909-4C6B-9574-29464BE947A7}" dt="2020-11-17T10:26:20.539" v="1247"/>
          <ac:spMkLst>
            <pc:docMk/>
            <pc:sldMk cId="3601347390" sldId="274"/>
            <ac:spMk id="55" creationId="{56388820-A63D-463C-9DBC-060A5ABE33B6}"/>
          </ac:spMkLst>
        </pc:spChg>
        <pc:spChg chg="add">
          <ac:chgData name="Pooneh Ghaffari" userId="516bc5948460f29f" providerId="Windows Live" clId="Web-{7953BBDF-1909-4C6B-9574-29464BE947A7}" dt="2020-11-17T10:26:20.539" v="1247"/>
          <ac:spMkLst>
            <pc:docMk/>
            <pc:sldMk cId="3601347390" sldId="274"/>
            <ac:spMk id="61" creationId="{0CABCAE3-64FC-4149-819F-2C1812824154}"/>
          </ac:spMkLst>
        </pc:spChg>
        <pc:spChg chg="add del">
          <ac:chgData name="Pooneh Ghaffari" userId="516bc5948460f29f" providerId="Windows Live" clId="Web-{7953BBDF-1909-4C6B-9574-29464BE947A7}" dt="2020-11-17T10:26:20.492" v="1246"/>
          <ac:spMkLst>
            <pc:docMk/>
            <pc:sldMk cId="3601347390" sldId="274"/>
            <ac:spMk id="64" creationId="{D0712110-0BC1-4B31-B3BB-63B44222E87F}"/>
          </ac:spMkLst>
        </pc:spChg>
        <pc:spChg chg="add del">
          <ac:chgData name="Pooneh Ghaffari" userId="516bc5948460f29f" providerId="Windows Live" clId="Web-{7953BBDF-1909-4C6B-9574-29464BE947A7}" dt="2020-11-17T10:26:20.492" v="1246"/>
          <ac:spMkLst>
            <pc:docMk/>
            <pc:sldMk cId="3601347390" sldId="274"/>
            <ac:spMk id="66" creationId="{4466B5F3-C053-4580-B04A-1EF949888280}"/>
          </ac:spMkLst>
        </pc:spChg>
        <pc:spChg chg="add">
          <ac:chgData name="Pooneh Ghaffari" userId="516bc5948460f29f" providerId="Windows Live" clId="Web-{7953BBDF-1909-4C6B-9574-29464BE947A7}" dt="2020-11-17T10:26:20.539" v="1247"/>
          <ac:spMkLst>
            <pc:docMk/>
            <pc:sldMk cId="3601347390" sldId="274"/>
            <ac:spMk id="67" creationId="{35C3D674-3D59-4E93-80CA-0C0A9095E816}"/>
          </ac:spMkLst>
        </pc:spChg>
        <pc:spChg chg="add">
          <ac:chgData name="Pooneh Ghaffari" userId="516bc5948460f29f" providerId="Windows Live" clId="Web-{7953BBDF-1909-4C6B-9574-29464BE947A7}" dt="2020-11-17T10:26:20.539" v="1247"/>
          <ac:spMkLst>
            <pc:docMk/>
            <pc:sldMk cId="3601347390" sldId="274"/>
            <ac:spMk id="76" creationId="{EF2A81E1-BCBE-426B-8C09-33274E69409D}"/>
          </ac:spMkLst>
        </pc:spChg>
        <pc:grpChg chg="add del">
          <ac:chgData name="Pooneh Ghaffari" userId="516bc5948460f29f" providerId="Windows Live" clId="Web-{7953BBDF-1909-4C6B-9574-29464BE947A7}" dt="2020-11-17T10:26:20.539" v="1247"/>
          <ac:grpSpMkLst>
            <pc:docMk/>
            <pc:sldMk cId="3601347390" sldId="274"/>
            <ac:grpSpMk id="44" creationId="{14EE34E3-F117-4487-8ACF-33DA65FA11B3}"/>
          </ac:grpSpMkLst>
        </pc:grpChg>
        <pc:picChg chg="mod">
          <ac:chgData name="Pooneh Ghaffari" userId="516bc5948460f29f" providerId="Windows Live" clId="Web-{7953BBDF-1909-4C6B-9574-29464BE947A7}" dt="2020-11-17T10:26:20.539" v="1247"/>
          <ac:picMkLst>
            <pc:docMk/>
            <pc:sldMk cId="3601347390" sldId="274"/>
            <ac:picMk id="5" creationId="{1219CEF8-7DA4-42E2-80E4-76C5167C994B}"/>
          </ac:picMkLst>
        </pc:picChg>
        <pc:picChg chg="add del">
          <ac:chgData name="Pooneh Ghaffari" userId="516bc5948460f29f" providerId="Windows Live" clId="Web-{7953BBDF-1909-4C6B-9574-29464BE947A7}" dt="2020-11-17T10:26:20.539" v="1247"/>
          <ac:picMkLst>
            <pc:docMk/>
            <pc:sldMk cId="3601347390" sldId="274"/>
            <ac:picMk id="35" creationId="{012FDCFE-9AD2-4D8A-8CBF-B3AA37EBF6DD}"/>
          </ac:picMkLst>
        </pc:picChg>
        <pc:picChg chg="add del">
          <ac:chgData name="Pooneh Ghaffari" userId="516bc5948460f29f" providerId="Windows Live" clId="Web-{7953BBDF-1909-4C6B-9574-29464BE947A7}" dt="2020-11-17T10:26:20.539" v="1247"/>
          <ac:picMkLst>
            <pc:docMk/>
            <pc:sldMk cId="3601347390" sldId="274"/>
            <ac:picMk id="57" creationId="{C04ED70F-D6FD-4EB1-A171-D30F885FE73E}"/>
          </ac:picMkLst>
        </pc:picChg>
        <pc:picChg chg="add">
          <ac:chgData name="Pooneh Ghaffari" userId="516bc5948460f29f" providerId="Windows Live" clId="Web-{7953BBDF-1909-4C6B-9574-29464BE947A7}" dt="2020-11-17T10:26:20.539" v="1247"/>
          <ac:picMkLst>
            <pc:docMk/>
            <pc:sldMk cId="3601347390" sldId="274"/>
            <ac:picMk id="62" creationId="{012FDCFE-9AD2-4D8A-8CBF-B3AA37EBF6DD}"/>
          </ac:picMkLst>
        </pc:picChg>
        <pc:picChg chg="add del">
          <ac:chgData name="Pooneh Ghaffari" userId="516bc5948460f29f" providerId="Windows Live" clId="Web-{7953BBDF-1909-4C6B-9574-29464BE947A7}" dt="2020-11-17T10:26:20.492" v="1246"/>
          <ac:picMkLst>
            <pc:docMk/>
            <pc:sldMk cId="3601347390" sldId="274"/>
            <ac:picMk id="70" creationId="{25CED634-E2D0-4AB7-96DD-816C9B52C5CF}"/>
          </ac:picMkLst>
        </pc:picChg>
        <pc:picChg chg="add">
          <ac:chgData name="Pooneh Ghaffari" userId="516bc5948460f29f" providerId="Windows Live" clId="Web-{7953BBDF-1909-4C6B-9574-29464BE947A7}" dt="2020-11-17T10:26:20.539" v="1247"/>
          <ac:picMkLst>
            <pc:docMk/>
            <pc:sldMk cId="3601347390" sldId="274"/>
            <ac:picMk id="78" creationId="{39D1DDD4-5BB3-45BA-B9B3-06B62299AD79}"/>
          </ac:picMkLst>
        </pc:picChg>
        <pc:cxnChg chg="add del">
          <ac:chgData name="Pooneh Ghaffari" userId="516bc5948460f29f" providerId="Windows Live" clId="Web-{7953BBDF-1909-4C6B-9574-29464BE947A7}" dt="2020-11-17T10:26:20.539" v="1247"/>
          <ac:cxnSpMkLst>
            <pc:docMk/>
            <pc:sldMk cId="3601347390" sldId="274"/>
            <ac:cxnSpMk id="36" creationId="{FBD463FC-4CA8-4FF4-85A3-AF9F4B98D210}"/>
          </ac:cxnSpMkLst>
        </pc:cxnChg>
        <pc:cxnChg chg="add del">
          <ac:chgData name="Pooneh Ghaffari" userId="516bc5948460f29f" providerId="Windows Live" clId="Web-{7953BBDF-1909-4C6B-9574-29464BE947A7}" dt="2020-11-17T10:26:20.539" v="1247"/>
          <ac:cxnSpMkLst>
            <pc:docMk/>
            <pc:sldMk cId="3601347390" sldId="274"/>
            <ac:cxnSpMk id="38" creationId="{A56012FD-74A8-4C91-B318-435CF2B71927}"/>
          </ac:cxnSpMkLst>
        </pc:cxnChg>
        <pc:cxnChg chg="add del">
          <ac:chgData name="Pooneh Ghaffari" userId="516bc5948460f29f" providerId="Windows Live" clId="Web-{7953BBDF-1909-4C6B-9574-29464BE947A7}" dt="2020-11-17T10:26:20.539" v="1247"/>
          <ac:cxnSpMkLst>
            <pc:docMk/>
            <pc:sldMk cId="3601347390" sldId="274"/>
            <ac:cxnSpMk id="40" creationId="{D7162BAB-C25E-4CE9-B87C-F118DC7E7C22}"/>
          </ac:cxnSpMkLst>
        </pc:cxnChg>
        <pc:cxnChg chg="add del">
          <ac:chgData name="Pooneh Ghaffari" userId="516bc5948460f29f" providerId="Windows Live" clId="Web-{7953BBDF-1909-4C6B-9574-29464BE947A7}" dt="2020-11-17T10:26:20.539" v="1247"/>
          <ac:cxnSpMkLst>
            <pc:docMk/>
            <pc:sldMk cId="3601347390" sldId="274"/>
            <ac:cxnSpMk id="59" creationId="{DA26CAE9-74C4-4EDD-8A80-77F79EAA86F4}"/>
          </ac:cxnSpMkLst>
        </pc:cxnChg>
        <pc:cxnChg chg="add">
          <ac:chgData name="Pooneh Ghaffari" userId="516bc5948460f29f" providerId="Windows Live" clId="Web-{7953BBDF-1909-4C6B-9574-29464BE947A7}" dt="2020-11-17T10:26:20.539" v="1247"/>
          <ac:cxnSpMkLst>
            <pc:docMk/>
            <pc:sldMk cId="3601347390" sldId="274"/>
            <ac:cxnSpMk id="63" creationId="{FBD463FC-4CA8-4FF4-85A3-AF9F4B98D210}"/>
          </ac:cxnSpMkLst>
        </pc:cxnChg>
        <pc:cxnChg chg="add">
          <ac:chgData name="Pooneh Ghaffari" userId="516bc5948460f29f" providerId="Windows Live" clId="Web-{7953BBDF-1909-4C6B-9574-29464BE947A7}" dt="2020-11-17T10:26:20.539" v="1247"/>
          <ac:cxnSpMkLst>
            <pc:docMk/>
            <pc:sldMk cId="3601347390" sldId="274"/>
            <ac:cxnSpMk id="65" creationId="{A56012FD-74A8-4C91-B318-435CF2B71927}"/>
          </ac:cxnSpMkLst>
        </pc:cxnChg>
        <pc:cxnChg chg="add del">
          <ac:chgData name="Pooneh Ghaffari" userId="516bc5948460f29f" providerId="Windows Live" clId="Web-{7953BBDF-1909-4C6B-9574-29464BE947A7}" dt="2020-11-17T10:26:20.492" v="1246"/>
          <ac:cxnSpMkLst>
            <pc:docMk/>
            <pc:sldMk cId="3601347390" sldId="274"/>
            <ac:cxnSpMk id="68" creationId="{FA6123F2-4B61-414F-A7E5-5B7828EACAE2}"/>
          </ac:cxnSpMkLst>
        </pc:cxnChg>
        <pc:cxnChg chg="add del">
          <ac:chgData name="Pooneh Ghaffari" userId="516bc5948460f29f" providerId="Windows Live" clId="Web-{7953BBDF-1909-4C6B-9574-29464BE947A7}" dt="2020-11-17T10:26:20.492" v="1246"/>
          <ac:cxnSpMkLst>
            <pc:docMk/>
            <pc:sldMk cId="3601347390" sldId="274"/>
            <ac:cxnSpMk id="72" creationId="{FCDDCDFB-696D-4FDF-9B58-24F71B7C37BC}"/>
          </ac:cxnSpMkLst>
        </pc:cxnChg>
        <pc:cxnChg chg="add">
          <ac:chgData name="Pooneh Ghaffari" userId="516bc5948460f29f" providerId="Windows Live" clId="Web-{7953BBDF-1909-4C6B-9574-29464BE947A7}" dt="2020-11-17T10:26:20.539" v="1247"/>
          <ac:cxnSpMkLst>
            <pc:docMk/>
            <pc:sldMk cId="3601347390" sldId="274"/>
            <ac:cxnSpMk id="74" creationId="{C884B8F8-FDC9-498B-9960-5D7260AFCB03}"/>
          </ac:cxnSpMkLst>
        </pc:cxnChg>
        <pc:cxnChg chg="add">
          <ac:chgData name="Pooneh Ghaffari" userId="516bc5948460f29f" providerId="Windows Live" clId="Web-{7953BBDF-1909-4C6B-9574-29464BE947A7}" dt="2020-11-17T10:26:20.539" v="1247"/>
          <ac:cxnSpMkLst>
            <pc:docMk/>
            <pc:sldMk cId="3601347390" sldId="274"/>
            <ac:cxnSpMk id="80" creationId="{A24DAE64-2302-42EA-8239-F2F0775CA5AD}"/>
          </ac:cxnSpMkLst>
        </pc:cxnChg>
      </pc:sldChg>
      <pc:sldChg chg="modSp">
        <pc:chgData name="Pooneh Ghaffari" userId="516bc5948460f29f" providerId="Windows Live" clId="Web-{7953BBDF-1909-4C6B-9574-29464BE947A7}" dt="2020-11-17T10:38:11.071" v="1300" actId="20577"/>
        <pc:sldMkLst>
          <pc:docMk/>
          <pc:sldMk cId="2891583280" sldId="276"/>
        </pc:sldMkLst>
        <pc:spChg chg="mod">
          <ac:chgData name="Pooneh Ghaffari" userId="516bc5948460f29f" providerId="Windows Live" clId="Web-{7953BBDF-1909-4C6B-9574-29464BE947A7}" dt="2020-11-17T10:38:11.071" v="1300" actId="20577"/>
          <ac:spMkLst>
            <pc:docMk/>
            <pc:sldMk cId="2891583280" sldId="276"/>
            <ac:spMk id="3" creationId="{CB11FEB4-8FFB-4BB2-A0A9-48E465B28E74}"/>
          </ac:spMkLst>
        </pc:spChg>
      </pc:sldChg>
    </pc:docChg>
  </pc:docChgLst>
  <pc:docChgLst>
    <pc:chgData name="Gästanvändare" providerId="Windows Live" clId="Web-{3A385470-5EDD-4F4C-AFCD-78F0D659E3F3}"/>
    <pc:docChg chg="addSld delSld modSld sldOrd">
      <pc:chgData name="Gästanvändare" userId="" providerId="Windows Live" clId="Web-{3A385470-5EDD-4F4C-AFCD-78F0D659E3F3}" dt="2020-11-17T11:25:41.014" v="276" actId="1076"/>
      <pc:docMkLst>
        <pc:docMk/>
      </pc:docMkLst>
      <pc:sldChg chg="modSp new del">
        <pc:chgData name="Gästanvändare" userId="" providerId="Windows Live" clId="Web-{3A385470-5EDD-4F4C-AFCD-78F0D659E3F3}" dt="2020-11-17T10:23:28.579" v="255"/>
        <pc:sldMkLst>
          <pc:docMk/>
          <pc:sldMk cId="278130522" sldId="268"/>
        </pc:sldMkLst>
        <pc:spChg chg="mod">
          <ac:chgData name="Gästanvändare" userId="" providerId="Windows Live" clId="Web-{3A385470-5EDD-4F4C-AFCD-78F0D659E3F3}" dt="2020-11-17T10:13:42.659" v="3" actId="20577"/>
          <ac:spMkLst>
            <pc:docMk/>
            <pc:sldMk cId="278130522" sldId="268"/>
            <ac:spMk id="2" creationId="{DA59235F-DABA-499B-ABBC-3AB0418AF2AC}"/>
          </ac:spMkLst>
        </pc:spChg>
      </pc:sldChg>
      <pc:sldChg chg="addSp delSp modSp new mod setBg">
        <pc:chgData name="Gästanvändare" userId="" providerId="Windows Live" clId="Web-{3A385470-5EDD-4F4C-AFCD-78F0D659E3F3}" dt="2020-11-17T10:22:56.360" v="254"/>
        <pc:sldMkLst>
          <pc:docMk/>
          <pc:sldMk cId="4052660670" sldId="270"/>
        </pc:sldMkLst>
        <pc:spChg chg="mod">
          <ac:chgData name="Gästanvändare" userId="" providerId="Windows Live" clId="Web-{3A385470-5EDD-4F4C-AFCD-78F0D659E3F3}" dt="2020-11-17T10:22:56.360" v="254"/>
          <ac:spMkLst>
            <pc:docMk/>
            <pc:sldMk cId="4052660670" sldId="270"/>
            <ac:spMk id="2" creationId="{02A10375-37DE-4A78-997F-D16C276AC50C}"/>
          </ac:spMkLst>
        </pc:spChg>
        <pc:spChg chg="mod">
          <ac:chgData name="Gästanvändare" userId="" providerId="Windows Live" clId="Web-{3A385470-5EDD-4F4C-AFCD-78F0D659E3F3}" dt="2020-11-17T10:22:56.360" v="254"/>
          <ac:spMkLst>
            <pc:docMk/>
            <pc:sldMk cId="4052660670" sldId="270"/>
            <ac:spMk id="3" creationId="{5672EA11-6307-4B8D-9F19-01539120B666}"/>
          </ac:spMkLst>
        </pc:spChg>
        <pc:spChg chg="add del mod ord">
          <ac:chgData name="Gästanvändare" userId="" providerId="Windows Live" clId="Web-{3A385470-5EDD-4F4C-AFCD-78F0D659E3F3}" dt="2020-11-17T10:15:55.131" v="82"/>
          <ac:spMkLst>
            <pc:docMk/>
            <pc:sldMk cId="4052660670" sldId="270"/>
            <ac:spMk id="4" creationId="{AC21A476-7720-425D-A526-7043737F1527}"/>
          </ac:spMkLst>
        </pc:spChg>
        <pc:spChg chg="add del">
          <ac:chgData name="Gästanvändare" userId="" providerId="Windows Live" clId="Web-{3A385470-5EDD-4F4C-AFCD-78F0D659E3F3}" dt="2020-11-17T10:22:31.500" v="250"/>
          <ac:spMkLst>
            <pc:docMk/>
            <pc:sldMk cId="4052660670" sldId="270"/>
            <ac:spMk id="10" creationId="{EC17D08F-2133-44A9-B28C-CB29928FA8D9}"/>
          </ac:spMkLst>
        </pc:spChg>
        <pc:spChg chg="add del">
          <ac:chgData name="Gästanvändare" userId="" providerId="Windows Live" clId="Web-{3A385470-5EDD-4F4C-AFCD-78F0D659E3F3}" dt="2020-11-17T10:22:31.500" v="250"/>
          <ac:spMkLst>
            <pc:docMk/>
            <pc:sldMk cId="4052660670" sldId="270"/>
            <ac:spMk id="12" creationId="{0CC36881-E309-4C41-8B5B-203AADC15FF6}"/>
          </ac:spMkLst>
        </pc:spChg>
        <pc:spChg chg="add del">
          <ac:chgData name="Gästanvändare" userId="" providerId="Windows Live" clId="Web-{3A385470-5EDD-4F4C-AFCD-78F0D659E3F3}" dt="2020-11-17T10:22:56.360" v="254"/>
          <ac:spMkLst>
            <pc:docMk/>
            <pc:sldMk cId="4052660670" sldId="270"/>
            <ac:spMk id="27" creationId="{E7ABCFA2-55B0-438C-A39A-637FFC6246E8}"/>
          </ac:spMkLst>
        </pc:spChg>
        <pc:spChg chg="add del">
          <ac:chgData name="Gästanvändare" userId="" providerId="Windows Live" clId="Web-{3A385470-5EDD-4F4C-AFCD-78F0D659E3F3}" dt="2020-11-17T10:22:56.360" v="254"/>
          <ac:spMkLst>
            <pc:docMk/>
            <pc:sldMk cId="4052660670" sldId="270"/>
            <ac:spMk id="29" creationId="{1BD2C934-710E-4E0E-9ED4-03F07E019205}"/>
          </ac:spMkLst>
        </pc:spChg>
        <pc:spChg chg="add">
          <ac:chgData name="Gästanvändare" userId="" providerId="Windows Live" clId="Web-{3A385470-5EDD-4F4C-AFCD-78F0D659E3F3}" dt="2020-11-17T10:22:56.360" v="254"/>
          <ac:spMkLst>
            <pc:docMk/>
            <pc:sldMk cId="4052660670" sldId="270"/>
            <ac:spMk id="37" creationId="{2FA7AD0A-1871-4DF8-9235-F49D0513B9C1}"/>
          </ac:spMkLst>
        </pc:spChg>
        <pc:spChg chg="add">
          <ac:chgData name="Gästanvändare" userId="" providerId="Windows Live" clId="Web-{3A385470-5EDD-4F4C-AFCD-78F0D659E3F3}" dt="2020-11-17T10:22:56.360" v="254"/>
          <ac:spMkLst>
            <pc:docMk/>
            <pc:sldMk cId="4052660670" sldId="270"/>
            <ac:spMk id="38" creationId="{36B04CFB-FAE5-47DD-9B3E-4E9BA7A89CC1}"/>
          </ac:spMkLst>
        </pc:spChg>
        <pc:spChg chg="add del">
          <ac:chgData name="Gästanvändare" userId="" providerId="Windows Live" clId="Web-{3A385470-5EDD-4F4C-AFCD-78F0D659E3F3}" dt="2020-11-17T10:22:56.328" v="253"/>
          <ac:spMkLst>
            <pc:docMk/>
            <pc:sldMk cId="4052660670" sldId="270"/>
            <ac:spMk id="40" creationId="{EC17D08F-2133-44A9-B28C-CB29928FA8D9}"/>
          </ac:spMkLst>
        </pc:spChg>
        <pc:spChg chg="add del">
          <ac:chgData name="Gästanvändare" userId="" providerId="Windows Live" clId="Web-{3A385470-5EDD-4F4C-AFCD-78F0D659E3F3}" dt="2020-11-17T10:22:56.328" v="253"/>
          <ac:spMkLst>
            <pc:docMk/>
            <pc:sldMk cId="4052660670" sldId="270"/>
            <ac:spMk id="42" creationId="{0CC36881-E309-4C41-8B5B-203AADC15FF6}"/>
          </ac:spMkLst>
        </pc:spChg>
        <pc:spChg chg="add">
          <ac:chgData name="Gästanvändare" userId="" providerId="Windows Live" clId="Web-{3A385470-5EDD-4F4C-AFCD-78F0D659E3F3}" dt="2020-11-17T10:22:56.360" v="254"/>
          <ac:spMkLst>
            <pc:docMk/>
            <pc:sldMk cId="4052660670" sldId="270"/>
            <ac:spMk id="43" creationId="{622F7FD7-8884-4FD5-95AB-0B5C6033ADF7}"/>
          </ac:spMkLst>
        </pc:spChg>
        <pc:grpChg chg="add del">
          <ac:chgData name="Gästanvändare" userId="" providerId="Windows Live" clId="Web-{3A385470-5EDD-4F4C-AFCD-78F0D659E3F3}" dt="2020-11-17T10:22:31.500" v="250"/>
          <ac:grpSpMkLst>
            <pc:docMk/>
            <pc:sldMk cId="4052660670" sldId="270"/>
            <ac:grpSpMk id="16" creationId="{AED92372-F778-4E96-9E90-4E63BAF3CAD3}"/>
          </ac:grpSpMkLst>
        </pc:grpChg>
        <pc:grpChg chg="add">
          <ac:chgData name="Gästanvändare" userId="" providerId="Windows Live" clId="Web-{3A385470-5EDD-4F4C-AFCD-78F0D659E3F3}" dt="2020-11-17T10:22:56.360" v="254"/>
          <ac:grpSpMkLst>
            <pc:docMk/>
            <pc:sldMk cId="4052660670" sldId="270"/>
            <ac:grpSpMk id="41" creationId="{E8ACF89C-CFC3-4D68-B3C4-2BEFB7BBE5F7}"/>
          </ac:grpSpMkLst>
        </pc:grpChg>
        <pc:grpChg chg="add del">
          <ac:chgData name="Gästanvändare" userId="" providerId="Windows Live" clId="Web-{3A385470-5EDD-4F4C-AFCD-78F0D659E3F3}" dt="2020-11-17T10:22:56.328" v="253"/>
          <ac:grpSpMkLst>
            <pc:docMk/>
            <pc:sldMk cId="4052660670" sldId="270"/>
            <ac:grpSpMk id="46" creationId="{AED92372-F778-4E96-9E90-4E63BAF3CAD3}"/>
          </ac:grpSpMkLst>
        </pc:grpChg>
        <pc:picChg chg="add del mod ord">
          <ac:chgData name="Gästanvändare" userId="" providerId="Windows Live" clId="Web-{3A385470-5EDD-4F4C-AFCD-78F0D659E3F3}" dt="2020-11-17T10:22:35.281" v="251"/>
          <ac:picMkLst>
            <pc:docMk/>
            <pc:sldMk cId="4052660670" sldId="270"/>
            <ac:picMk id="5" creationId="{D8086212-5A48-4457-A514-2E472B6DCA34}"/>
          </ac:picMkLst>
        </pc:picChg>
        <pc:picChg chg="add mod">
          <ac:chgData name="Gästanvändare" userId="" providerId="Windows Live" clId="Web-{3A385470-5EDD-4F4C-AFCD-78F0D659E3F3}" dt="2020-11-17T10:22:56.360" v="254"/>
          <ac:picMkLst>
            <pc:docMk/>
            <pc:sldMk cId="4052660670" sldId="270"/>
            <ac:picMk id="6" creationId="{9BEDC767-3A47-4B3F-9D44-B66B1F880DFD}"/>
          </ac:picMkLst>
        </pc:picChg>
        <pc:picChg chg="add del">
          <ac:chgData name="Gästanvändare" userId="" providerId="Windows Live" clId="Web-{3A385470-5EDD-4F4C-AFCD-78F0D659E3F3}" dt="2020-11-17T10:22:31.500" v="250"/>
          <ac:picMkLst>
            <pc:docMk/>
            <pc:sldMk cId="4052660670" sldId="270"/>
            <ac:picMk id="20" creationId="{4B61EBEC-D0CA-456C-98A6-EDA1AC9FB0D6}"/>
          </ac:picMkLst>
        </pc:picChg>
        <pc:picChg chg="add del">
          <ac:chgData name="Gästanvändare" userId="" providerId="Windows Live" clId="Web-{3A385470-5EDD-4F4C-AFCD-78F0D659E3F3}" dt="2020-11-17T10:22:56.360" v="254"/>
          <ac:picMkLst>
            <pc:docMk/>
            <pc:sldMk cId="4052660670" sldId="270"/>
            <ac:picMk id="33" creationId="{B0A40572-62E5-460B-AD24-B6628527ACB1}"/>
          </ac:picMkLst>
        </pc:picChg>
        <pc:picChg chg="add">
          <ac:chgData name="Gästanvändare" userId="" providerId="Windows Live" clId="Web-{3A385470-5EDD-4F4C-AFCD-78F0D659E3F3}" dt="2020-11-17T10:22:56.360" v="254"/>
          <ac:picMkLst>
            <pc:docMk/>
            <pc:sldMk cId="4052660670" sldId="270"/>
            <ac:picMk id="45" creationId="{16EFE474-4FE0-4E8F-8F09-5ED2C9E76A84}"/>
          </ac:picMkLst>
        </pc:picChg>
        <pc:picChg chg="add del">
          <ac:chgData name="Gästanvändare" userId="" providerId="Windows Live" clId="Web-{3A385470-5EDD-4F4C-AFCD-78F0D659E3F3}" dt="2020-11-17T10:22:56.328" v="253"/>
          <ac:picMkLst>
            <pc:docMk/>
            <pc:sldMk cId="4052660670" sldId="270"/>
            <ac:picMk id="50" creationId="{4B61EBEC-D0CA-456C-98A6-EDA1AC9FB0D6}"/>
          </ac:picMkLst>
        </pc:picChg>
        <pc:cxnChg chg="add del">
          <ac:chgData name="Gästanvändare" userId="" providerId="Windows Live" clId="Web-{3A385470-5EDD-4F4C-AFCD-78F0D659E3F3}" dt="2020-11-17T10:22:31.500" v="250"/>
          <ac:cxnSpMkLst>
            <pc:docMk/>
            <pc:sldMk cId="4052660670" sldId="270"/>
            <ac:cxnSpMk id="14" creationId="{84F2C6A8-7D46-49EA-860B-0F0B0208436C}"/>
          </ac:cxnSpMkLst>
        </pc:cxnChg>
        <pc:cxnChg chg="add del">
          <ac:chgData name="Gästanvändare" userId="" providerId="Windows Live" clId="Web-{3A385470-5EDD-4F4C-AFCD-78F0D659E3F3}" dt="2020-11-17T10:22:31.500" v="250"/>
          <ac:cxnSpMkLst>
            <pc:docMk/>
            <pc:sldMk cId="4052660670" sldId="270"/>
            <ac:cxnSpMk id="22" creationId="{718A71EB-D327-4458-85FB-26336B2BA01B}"/>
          </ac:cxnSpMkLst>
        </pc:cxnChg>
        <pc:cxnChg chg="add del">
          <ac:chgData name="Gästanvändare" userId="" providerId="Windows Live" clId="Web-{3A385470-5EDD-4F4C-AFCD-78F0D659E3F3}" dt="2020-11-17T10:22:56.360" v="254"/>
          <ac:cxnSpMkLst>
            <pc:docMk/>
            <pc:sldMk cId="4052660670" sldId="270"/>
            <ac:cxnSpMk id="31" creationId="{0AD0F4F3-8F5C-421F-9FC1-DB3ED0BF61DF}"/>
          </ac:cxnSpMkLst>
        </pc:cxnChg>
        <pc:cxnChg chg="add del">
          <ac:chgData name="Gästanvändare" userId="" providerId="Windows Live" clId="Web-{3A385470-5EDD-4F4C-AFCD-78F0D659E3F3}" dt="2020-11-17T10:22:56.360" v="254"/>
          <ac:cxnSpMkLst>
            <pc:docMk/>
            <pc:sldMk cId="4052660670" sldId="270"/>
            <ac:cxnSpMk id="35" creationId="{F1D872D4-D7E5-4CD8-9DAC-2BC612F08E69}"/>
          </ac:cxnSpMkLst>
        </pc:cxnChg>
        <pc:cxnChg chg="add">
          <ac:chgData name="Gästanvändare" userId="" providerId="Windows Live" clId="Web-{3A385470-5EDD-4F4C-AFCD-78F0D659E3F3}" dt="2020-11-17T10:22:56.360" v="254"/>
          <ac:cxnSpMkLst>
            <pc:docMk/>
            <pc:sldMk cId="4052660670" sldId="270"/>
            <ac:cxnSpMk id="39" creationId="{EE68D41B-9286-479F-9AB7-678C8E348D71}"/>
          </ac:cxnSpMkLst>
        </pc:cxnChg>
        <pc:cxnChg chg="add del">
          <ac:chgData name="Gästanvändare" userId="" providerId="Windows Live" clId="Web-{3A385470-5EDD-4F4C-AFCD-78F0D659E3F3}" dt="2020-11-17T10:22:56.328" v="253"/>
          <ac:cxnSpMkLst>
            <pc:docMk/>
            <pc:sldMk cId="4052660670" sldId="270"/>
            <ac:cxnSpMk id="44" creationId="{84F2C6A8-7D46-49EA-860B-0F0B0208436C}"/>
          </ac:cxnSpMkLst>
        </pc:cxnChg>
        <pc:cxnChg chg="add del">
          <ac:chgData name="Gästanvändare" userId="" providerId="Windows Live" clId="Web-{3A385470-5EDD-4F4C-AFCD-78F0D659E3F3}" dt="2020-11-17T10:22:56.328" v="253"/>
          <ac:cxnSpMkLst>
            <pc:docMk/>
            <pc:sldMk cId="4052660670" sldId="270"/>
            <ac:cxnSpMk id="52" creationId="{718A71EB-D327-4458-85FB-26336B2BA01B}"/>
          </ac:cxnSpMkLst>
        </pc:cxnChg>
        <pc:cxnChg chg="add">
          <ac:chgData name="Gästanvändare" userId="" providerId="Windows Live" clId="Web-{3A385470-5EDD-4F4C-AFCD-78F0D659E3F3}" dt="2020-11-17T10:22:56.360" v="254"/>
          <ac:cxnSpMkLst>
            <pc:docMk/>
            <pc:sldMk cId="4052660670" sldId="270"/>
            <ac:cxnSpMk id="54" creationId="{CF8B8C81-54DC-4AF5-B682-3A2C70A6B55C}"/>
          </ac:cxnSpMkLst>
        </pc:cxnChg>
      </pc:sldChg>
      <pc:sldChg chg="addSp delSp modSp new mod setBg">
        <pc:chgData name="Gästanvändare" userId="" providerId="Windows Live" clId="Web-{3A385470-5EDD-4F4C-AFCD-78F0D659E3F3}" dt="2020-11-17T10:17:36.821" v="169"/>
        <pc:sldMkLst>
          <pc:docMk/>
          <pc:sldMk cId="3139803931" sldId="272"/>
        </pc:sldMkLst>
        <pc:spChg chg="mod">
          <ac:chgData name="Gästanvändare" userId="" providerId="Windows Live" clId="Web-{3A385470-5EDD-4F4C-AFCD-78F0D659E3F3}" dt="2020-11-17T10:17:36.821" v="169"/>
          <ac:spMkLst>
            <pc:docMk/>
            <pc:sldMk cId="3139803931" sldId="272"/>
            <ac:spMk id="2" creationId="{72056784-A646-4B93-8910-6A480E3C5D97}"/>
          </ac:spMkLst>
        </pc:spChg>
        <pc:spChg chg="mod">
          <ac:chgData name="Gästanvändare" userId="" providerId="Windows Live" clId="Web-{3A385470-5EDD-4F4C-AFCD-78F0D659E3F3}" dt="2020-11-17T10:17:36.821" v="169"/>
          <ac:spMkLst>
            <pc:docMk/>
            <pc:sldMk cId="3139803931" sldId="272"/>
            <ac:spMk id="3" creationId="{F90A2062-B88B-4C29-A71B-73EA2ECDEF8A}"/>
          </ac:spMkLst>
        </pc:spChg>
        <pc:spChg chg="add mod ord">
          <ac:chgData name="Gästanvändare" userId="" providerId="Windows Live" clId="Web-{3A385470-5EDD-4F4C-AFCD-78F0D659E3F3}" dt="2020-11-17T10:17:36.821" v="169"/>
          <ac:spMkLst>
            <pc:docMk/>
            <pc:sldMk cId="3139803931" sldId="272"/>
            <ac:spMk id="4" creationId="{223F76B9-233B-4530-8512-2BF4B4EA2338}"/>
          </ac:spMkLst>
        </pc:spChg>
        <pc:spChg chg="add del">
          <ac:chgData name="Gästanvändare" userId="" providerId="Windows Live" clId="Web-{3A385470-5EDD-4F4C-AFCD-78F0D659E3F3}" dt="2020-11-17T10:17:10.305" v="161"/>
          <ac:spMkLst>
            <pc:docMk/>
            <pc:sldMk cId="3139803931" sldId="272"/>
            <ac:spMk id="5" creationId="{91C99B7C-8148-40F8-AFE4-846EA39C4635}"/>
          </ac:spMkLst>
        </pc:spChg>
        <pc:spChg chg="add del mod">
          <ac:chgData name="Gästanvändare" userId="" providerId="Windows Live" clId="Web-{3A385470-5EDD-4F4C-AFCD-78F0D659E3F3}" dt="2020-11-17T10:17:09.383" v="160"/>
          <ac:spMkLst>
            <pc:docMk/>
            <pc:sldMk cId="3139803931" sldId="272"/>
            <ac:spMk id="6" creationId="{C63447E2-7934-4EB3-ABAD-70043E0EE139}"/>
          </ac:spMkLst>
        </pc:spChg>
        <pc:spChg chg="add">
          <ac:chgData name="Gästanvändare" userId="" providerId="Windows Live" clId="Web-{3A385470-5EDD-4F4C-AFCD-78F0D659E3F3}" dt="2020-11-17T10:17:36.821" v="169"/>
          <ac:spMkLst>
            <pc:docMk/>
            <pc:sldMk cId="3139803931" sldId="272"/>
            <ac:spMk id="12" creationId="{EC17D08F-2133-44A9-B28C-CB29928FA8D9}"/>
          </ac:spMkLst>
        </pc:spChg>
        <pc:spChg chg="add">
          <ac:chgData name="Gästanvändare" userId="" providerId="Windows Live" clId="Web-{3A385470-5EDD-4F4C-AFCD-78F0D659E3F3}" dt="2020-11-17T10:17:36.821" v="169"/>
          <ac:spMkLst>
            <pc:docMk/>
            <pc:sldMk cId="3139803931" sldId="272"/>
            <ac:spMk id="14" creationId="{0CC36881-E309-4C41-8B5B-203AADC15FF6}"/>
          </ac:spMkLst>
        </pc:spChg>
        <pc:grpChg chg="add">
          <ac:chgData name="Gästanvändare" userId="" providerId="Windows Live" clId="Web-{3A385470-5EDD-4F4C-AFCD-78F0D659E3F3}" dt="2020-11-17T10:17:36.821" v="169"/>
          <ac:grpSpMkLst>
            <pc:docMk/>
            <pc:sldMk cId="3139803931" sldId="272"/>
            <ac:grpSpMk id="18" creationId="{AED92372-F778-4E96-9E90-4E63BAF3CAD3}"/>
          </ac:grpSpMkLst>
        </pc:grpChg>
        <pc:picChg chg="add mod">
          <ac:chgData name="Gästanvändare" userId="" providerId="Windows Live" clId="Web-{3A385470-5EDD-4F4C-AFCD-78F0D659E3F3}" dt="2020-11-17T10:17:36.821" v="169"/>
          <ac:picMkLst>
            <pc:docMk/>
            <pc:sldMk cId="3139803931" sldId="272"/>
            <ac:picMk id="7" creationId="{BE589592-5721-4A33-8C88-D1035E78B357}"/>
          </ac:picMkLst>
        </pc:picChg>
        <pc:picChg chg="add">
          <ac:chgData name="Gästanvändare" userId="" providerId="Windows Live" clId="Web-{3A385470-5EDD-4F4C-AFCD-78F0D659E3F3}" dt="2020-11-17T10:17:36.821" v="169"/>
          <ac:picMkLst>
            <pc:docMk/>
            <pc:sldMk cId="3139803931" sldId="272"/>
            <ac:picMk id="22" creationId="{4B61EBEC-D0CA-456C-98A6-EDA1AC9FB0D6}"/>
          </ac:picMkLst>
        </pc:picChg>
        <pc:cxnChg chg="add">
          <ac:chgData name="Gästanvändare" userId="" providerId="Windows Live" clId="Web-{3A385470-5EDD-4F4C-AFCD-78F0D659E3F3}" dt="2020-11-17T10:17:36.821" v="169"/>
          <ac:cxnSpMkLst>
            <pc:docMk/>
            <pc:sldMk cId="3139803931" sldId="272"/>
            <ac:cxnSpMk id="16" creationId="{84F2C6A8-7D46-49EA-860B-0F0B0208436C}"/>
          </ac:cxnSpMkLst>
        </pc:cxnChg>
        <pc:cxnChg chg="add">
          <ac:chgData name="Gästanvändare" userId="" providerId="Windows Live" clId="Web-{3A385470-5EDD-4F4C-AFCD-78F0D659E3F3}" dt="2020-11-17T10:17:36.821" v="169"/>
          <ac:cxnSpMkLst>
            <pc:docMk/>
            <pc:sldMk cId="3139803931" sldId="272"/>
            <ac:cxnSpMk id="24" creationId="{718A71EB-D327-4458-85FB-26336B2BA01B}"/>
          </ac:cxnSpMkLst>
        </pc:cxnChg>
      </pc:sldChg>
      <pc:sldChg chg="addSp delSp modSp new mod ord setBg">
        <pc:chgData name="Gästanvändare" userId="" providerId="Windows Live" clId="Web-{3A385470-5EDD-4F4C-AFCD-78F0D659E3F3}" dt="2020-11-17T10:21:38.186" v="249"/>
        <pc:sldMkLst>
          <pc:docMk/>
          <pc:sldMk cId="2454227009" sldId="273"/>
        </pc:sldMkLst>
        <pc:spChg chg="mod">
          <ac:chgData name="Gästanvändare" userId="" providerId="Windows Live" clId="Web-{3A385470-5EDD-4F4C-AFCD-78F0D659E3F3}" dt="2020-11-17T10:19:15.151" v="190"/>
          <ac:spMkLst>
            <pc:docMk/>
            <pc:sldMk cId="2454227009" sldId="273"/>
            <ac:spMk id="2" creationId="{F871E27A-A78A-4313-8D34-6D2808C6AE89}"/>
          </ac:spMkLst>
        </pc:spChg>
        <pc:spChg chg="mod">
          <ac:chgData name="Gästanvändare" userId="" providerId="Windows Live" clId="Web-{3A385470-5EDD-4F4C-AFCD-78F0D659E3F3}" dt="2020-11-17T10:19:47.511" v="205" actId="20577"/>
          <ac:spMkLst>
            <pc:docMk/>
            <pc:sldMk cId="2454227009" sldId="273"/>
            <ac:spMk id="3" creationId="{9CD6E247-1E69-46F3-A2D2-862FD65AE39B}"/>
          </ac:spMkLst>
        </pc:spChg>
        <pc:spChg chg="add mod ord">
          <ac:chgData name="Gästanvändare" userId="" providerId="Windows Live" clId="Web-{3A385470-5EDD-4F4C-AFCD-78F0D659E3F3}" dt="2020-11-17T10:19:15.151" v="190"/>
          <ac:spMkLst>
            <pc:docMk/>
            <pc:sldMk cId="2454227009" sldId="273"/>
            <ac:spMk id="4" creationId="{506B32DF-8AF5-4A53-9C0C-79ED9EEBCF07}"/>
          </ac:spMkLst>
        </pc:spChg>
        <pc:spChg chg="add del">
          <ac:chgData name="Gästanvändare" userId="" providerId="Windows Live" clId="Web-{3A385470-5EDD-4F4C-AFCD-78F0D659E3F3}" dt="2020-11-17T10:19:01.495" v="188"/>
          <ac:spMkLst>
            <pc:docMk/>
            <pc:sldMk cId="2454227009" sldId="273"/>
            <ac:spMk id="5" creationId="{A4ED84E9-4220-4DBE-A5F9-51333021FB97}"/>
          </ac:spMkLst>
        </pc:spChg>
        <pc:spChg chg="add">
          <ac:chgData name="Gästanvändare" userId="" providerId="Windows Live" clId="Web-{3A385470-5EDD-4F4C-AFCD-78F0D659E3F3}" dt="2020-11-17T10:19:15.151" v="190"/>
          <ac:spMkLst>
            <pc:docMk/>
            <pc:sldMk cId="2454227009" sldId="273"/>
            <ac:spMk id="11" creationId="{0CABCAE3-64FC-4149-819F-2C1812824154}"/>
          </ac:spMkLst>
        </pc:spChg>
        <pc:spChg chg="add">
          <ac:chgData name="Gästanvändare" userId="" providerId="Windows Live" clId="Web-{3A385470-5EDD-4F4C-AFCD-78F0D659E3F3}" dt="2020-11-17T10:19:15.151" v="190"/>
          <ac:spMkLst>
            <pc:docMk/>
            <pc:sldMk cId="2454227009" sldId="273"/>
            <ac:spMk id="19" creationId="{35C3D674-3D59-4E93-80CA-0C0A9095E816}"/>
          </ac:spMkLst>
        </pc:spChg>
        <pc:spChg chg="add">
          <ac:chgData name="Gästanvändare" userId="" providerId="Windows Live" clId="Web-{3A385470-5EDD-4F4C-AFCD-78F0D659E3F3}" dt="2020-11-17T10:19:15.151" v="190"/>
          <ac:spMkLst>
            <pc:docMk/>
            <pc:sldMk cId="2454227009" sldId="273"/>
            <ac:spMk id="23" creationId="{EF2A81E1-BCBE-426B-8C09-33274E69409D}"/>
          </ac:spMkLst>
        </pc:spChg>
        <pc:picChg chg="add mod">
          <ac:chgData name="Gästanvändare" userId="" providerId="Windows Live" clId="Web-{3A385470-5EDD-4F4C-AFCD-78F0D659E3F3}" dt="2020-11-17T10:19:15.151" v="190"/>
          <ac:picMkLst>
            <pc:docMk/>
            <pc:sldMk cId="2454227009" sldId="273"/>
            <ac:picMk id="6" creationId="{11AAB0DE-2792-4EDE-A2CF-2AA89A577AB6}"/>
          </ac:picMkLst>
        </pc:picChg>
        <pc:picChg chg="add">
          <ac:chgData name="Gästanvändare" userId="" providerId="Windows Live" clId="Web-{3A385470-5EDD-4F4C-AFCD-78F0D659E3F3}" dt="2020-11-17T10:19:15.151" v="190"/>
          <ac:picMkLst>
            <pc:docMk/>
            <pc:sldMk cId="2454227009" sldId="273"/>
            <ac:picMk id="13" creationId="{012FDCFE-9AD2-4D8A-8CBF-B3AA37EBF6DD}"/>
          </ac:picMkLst>
        </pc:picChg>
        <pc:picChg chg="add">
          <ac:chgData name="Gästanvändare" userId="" providerId="Windows Live" clId="Web-{3A385470-5EDD-4F4C-AFCD-78F0D659E3F3}" dt="2020-11-17T10:19:15.151" v="190"/>
          <ac:picMkLst>
            <pc:docMk/>
            <pc:sldMk cId="2454227009" sldId="273"/>
            <ac:picMk id="25" creationId="{39D1DDD4-5BB3-45BA-B9B3-06B62299AD79}"/>
          </ac:picMkLst>
        </pc:picChg>
        <pc:cxnChg chg="add">
          <ac:chgData name="Gästanvändare" userId="" providerId="Windows Live" clId="Web-{3A385470-5EDD-4F4C-AFCD-78F0D659E3F3}" dt="2020-11-17T10:19:15.151" v="190"/>
          <ac:cxnSpMkLst>
            <pc:docMk/>
            <pc:sldMk cId="2454227009" sldId="273"/>
            <ac:cxnSpMk id="15" creationId="{FBD463FC-4CA8-4FF4-85A3-AF9F4B98D210}"/>
          </ac:cxnSpMkLst>
        </pc:cxnChg>
        <pc:cxnChg chg="add">
          <ac:chgData name="Gästanvändare" userId="" providerId="Windows Live" clId="Web-{3A385470-5EDD-4F4C-AFCD-78F0D659E3F3}" dt="2020-11-17T10:19:15.151" v="190"/>
          <ac:cxnSpMkLst>
            <pc:docMk/>
            <pc:sldMk cId="2454227009" sldId="273"/>
            <ac:cxnSpMk id="17" creationId="{A56012FD-74A8-4C91-B318-435CF2B71927}"/>
          </ac:cxnSpMkLst>
        </pc:cxnChg>
        <pc:cxnChg chg="add">
          <ac:chgData name="Gästanvändare" userId="" providerId="Windows Live" clId="Web-{3A385470-5EDD-4F4C-AFCD-78F0D659E3F3}" dt="2020-11-17T10:19:15.151" v="190"/>
          <ac:cxnSpMkLst>
            <pc:docMk/>
            <pc:sldMk cId="2454227009" sldId="273"/>
            <ac:cxnSpMk id="21" creationId="{C884B8F8-FDC9-498B-9960-5D7260AFCB03}"/>
          </ac:cxnSpMkLst>
        </pc:cxnChg>
        <pc:cxnChg chg="add">
          <ac:chgData name="Gästanvändare" userId="" providerId="Windows Live" clId="Web-{3A385470-5EDD-4F4C-AFCD-78F0D659E3F3}" dt="2020-11-17T10:19:15.151" v="190"/>
          <ac:cxnSpMkLst>
            <pc:docMk/>
            <pc:sldMk cId="2454227009" sldId="273"/>
            <ac:cxnSpMk id="27" creationId="{A24DAE64-2302-42EA-8239-F2F0775CA5AD}"/>
          </ac:cxnSpMkLst>
        </pc:cxnChg>
      </pc:sldChg>
      <pc:sldChg chg="addSp delSp modSp new mod setBg">
        <pc:chgData name="Gästanvändare" userId="" providerId="Windows Live" clId="Web-{3A385470-5EDD-4F4C-AFCD-78F0D659E3F3}" dt="2020-11-17T10:21:19.529" v="247"/>
        <pc:sldMkLst>
          <pc:docMk/>
          <pc:sldMk cId="3601347390" sldId="274"/>
        </pc:sldMkLst>
        <pc:spChg chg="mod">
          <ac:chgData name="Gästanvändare" userId="" providerId="Windows Live" clId="Web-{3A385470-5EDD-4F4C-AFCD-78F0D659E3F3}" dt="2020-11-17T10:21:19.529" v="247"/>
          <ac:spMkLst>
            <pc:docMk/>
            <pc:sldMk cId="3601347390" sldId="274"/>
            <ac:spMk id="2" creationId="{CE264CB9-244B-4DAE-B4A0-3F466AF6D0CA}"/>
          </ac:spMkLst>
        </pc:spChg>
        <pc:spChg chg="mod">
          <ac:chgData name="Gästanvändare" userId="" providerId="Windows Live" clId="Web-{3A385470-5EDD-4F4C-AFCD-78F0D659E3F3}" dt="2020-11-17T10:21:19.529" v="247"/>
          <ac:spMkLst>
            <pc:docMk/>
            <pc:sldMk cId="3601347390" sldId="274"/>
            <ac:spMk id="3" creationId="{167BC839-02C7-43E7-AEDC-F76278313314}"/>
          </ac:spMkLst>
        </pc:spChg>
        <pc:spChg chg="add mod ord">
          <ac:chgData name="Gästanvändare" userId="" providerId="Windows Live" clId="Web-{3A385470-5EDD-4F4C-AFCD-78F0D659E3F3}" dt="2020-11-17T10:20:36.356" v="235"/>
          <ac:spMkLst>
            <pc:docMk/>
            <pc:sldMk cId="3601347390" sldId="274"/>
            <ac:spMk id="4" creationId="{FB05CE8B-9D5C-47F5-8F75-6BF8D910E544}"/>
          </ac:spMkLst>
        </pc:spChg>
        <pc:spChg chg="add del">
          <ac:chgData name="Gästanvändare" userId="" providerId="Windows Live" clId="Web-{3A385470-5EDD-4F4C-AFCD-78F0D659E3F3}" dt="2020-11-17T10:21:19.529" v="247"/>
          <ac:spMkLst>
            <pc:docMk/>
            <pc:sldMk cId="3601347390" sldId="274"/>
            <ac:spMk id="10" creationId="{0CABCAE3-64FC-4149-819F-2C1812824154}"/>
          </ac:spMkLst>
        </pc:spChg>
        <pc:spChg chg="add del">
          <ac:chgData name="Gästanvändare" userId="" providerId="Windows Live" clId="Web-{3A385470-5EDD-4F4C-AFCD-78F0D659E3F3}" dt="2020-11-17T10:21:19.529" v="247"/>
          <ac:spMkLst>
            <pc:docMk/>
            <pc:sldMk cId="3601347390" sldId="274"/>
            <ac:spMk id="18" creationId="{FC530476-9E4F-445D-8134-2376C17E888B}"/>
          </ac:spMkLst>
        </pc:spChg>
        <pc:spChg chg="add del">
          <ac:chgData name="Gästanvändare" userId="" providerId="Windows Live" clId="Web-{3A385470-5EDD-4F4C-AFCD-78F0D659E3F3}" dt="2020-11-17T10:21:19.529" v="247"/>
          <ac:spMkLst>
            <pc:docMk/>
            <pc:sldMk cId="3601347390" sldId="274"/>
            <ac:spMk id="22" creationId="{F9F615F5-24F1-4F7A-B8E5-E7128891D0C9}"/>
          </ac:spMkLst>
        </pc:spChg>
        <pc:spChg chg="add del">
          <ac:chgData name="Gästanvändare" userId="" providerId="Windows Live" clId="Web-{3A385470-5EDD-4F4C-AFCD-78F0D659E3F3}" dt="2020-11-17T10:21:19.529" v="247"/>
          <ac:spMkLst>
            <pc:docMk/>
            <pc:sldMk cId="3601347390" sldId="274"/>
            <ac:spMk id="28" creationId="{37B4F491-7438-4976-8041-7BEDCA16BD4A}"/>
          </ac:spMkLst>
        </pc:spChg>
        <pc:spChg chg="add">
          <ac:chgData name="Gästanvändare" userId="" providerId="Windows Live" clId="Web-{3A385470-5EDD-4F4C-AFCD-78F0D659E3F3}" dt="2020-11-17T10:21:19.529" v="247"/>
          <ac:spMkLst>
            <pc:docMk/>
            <pc:sldMk cId="3601347390" sldId="274"/>
            <ac:spMk id="34" creationId="{0CABCAE3-64FC-4149-819F-2C1812824154}"/>
          </ac:spMkLst>
        </pc:spChg>
        <pc:spChg chg="add del">
          <ac:chgData name="Gästanvändare" userId="" providerId="Windows Live" clId="Web-{3A385470-5EDD-4F4C-AFCD-78F0D659E3F3}" dt="2020-11-17T10:21:19.498" v="246"/>
          <ac:spMkLst>
            <pc:docMk/>
            <pc:sldMk cId="3601347390" sldId="274"/>
            <ac:spMk id="37" creationId="{2FA7AD0A-1871-4DF8-9235-F49D0513B9C1}"/>
          </ac:spMkLst>
        </pc:spChg>
        <pc:spChg chg="add del">
          <ac:chgData name="Gästanvändare" userId="" providerId="Windows Live" clId="Web-{3A385470-5EDD-4F4C-AFCD-78F0D659E3F3}" dt="2020-11-17T10:21:19.498" v="246"/>
          <ac:spMkLst>
            <pc:docMk/>
            <pc:sldMk cId="3601347390" sldId="274"/>
            <ac:spMk id="39" creationId="{36B04CFB-FAE5-47DD-9B3E-4E9BA7A89CC1}"/>
          </ac:spMkLst>
        </pc:spChg>
        <pc:spChg chg="add">
          <ac:chgData name="Gästanvändare" userId="" providerId="Windows Live" clId="Web-{3A385470-5EDD-4F4C-AFCD-78F0D659E3F3}" dt="2020-11-17T10:21:19.529" v="247"/>
          <ac:spMkLst>
            <pc:docMk/>
            <pc:sldMk cId="3601347390" sldId="274"/>
            <ac:spMk id="42" creationId="{05B93327-222A-4DAC-9163-371BF44CDB0C}"/>
          </ac:spMkLst>
        </pc:spChg>
        <pc:spChg chg="add">
          <ac:chgData name="Gästanvändare" userId="" providerId="Windows Live" clId="Web-{3A385470-5EDD-4F4C-AFCD-78F0D659E3F3}" dt="2020-11-17T10:21:19.529" v="247"/>
          <ac:spMkLst>
            <pc:docMk/>
            <pc:sldMk cId="3601347390" sldId="274"/>
            <ac:spMk id="45" creationId="{3193BA5C-B8F3-4972-BA54-014C48FAFA42}"/>
          </ac:spMkLst>
        </pc:spChg>
        <pc:spChg chg="add del">
          <ac:chgData name="Gästanvändare" userId="" providerId="Windows Live" clId="Web-{3A385470-5EDD-4F4C-AFCD-78F0D659E3F3}" dt="2020-11-17T10:21:19.498" v="246"/>
          <ac:spMkLst>
            <pc:docMk/>
            <pc:sldMk cId="3601347390" sldId="274"/>
            <ac:spMk id="47" creationId="{622F7FD7-8884-4FD5-95AB-0B5C6033ADF7}"/>
          </ac:spMkLst>
        </pc:spChg>
        <pc:spChg chg="add">
          <ac:chgData name="Gästanvändare" userId="" providerId="Windows Live" clId="Web-{3A385470-5EDD-4F4C-AFCD-78F0D659E3F3}" dt="2020-11-17T10:21:19.529" v="247"/>
          <ac:spMkLst>
            <pc:docMk/>
            <pc:sldMk cId="3601347390" sldId="274"/>
            <ac:spMk id="55" creationId="{56388820-A63D-463C-9DBC-060A5ABE33B6}"/>
          </ac:spMkLst>
        </pc:spChg>
        <pc:grpChg chg="add del">
          <ac:chgData name="Gästanvändare" userId="" providerId="Windows Live" clId="Web-{3A385470-5EDD-4F4C-AFCD-78F0D659E3F3}" dt="2020-11-17T10:21:19.529" v="247"/>
          <ac:grpSpMkLst>
            <pc:docMk/>
            <pc:sldMk cId="3601347390" sldId="274"/>
            <ac:grpSpMk id="24" creationId="{E881DADC-361B-4490-B5E5-F744ACCD0715}"/>
          </ac:grpSpMkLst>
        </pc:grpChg>
        <pc:grpChg chg="add del">
          <ac:chgData name="Gästanvändare" userId="" providerId="Windows Live" clId="Web-{3A385470-5EDD-4F4C-AFCD-78F0D659E3F3}" dt="2020-11-17T10:21:19.498" v="246"/>
          <ac:grpSpMkLst>
            <pc:docMk/>
            <pc:sldMk cId="3601347390" sldId="274"/>
            <ac:grpSpMk id="43" creationId="{E8ACF89C-CFC3-4D68-B3C4-2BEFB7BBE5F7}"/>
          </ac:grpSpMkLst>
        </pc:grpChg>
        <pc:grpChg chg="add">
          <ac:chgData name="Gästanvändare" userId="" providerId="Windows Live" clId="Web-{3A385470-5EDD-4F4C-AFCD-78F0D659E3F3}" dt="2020-11-17T10:21:19.529" v="247"/>
          <ac:grpSpMkLst>
            <pc:docMk/>
            <pc:sldMk cId="3601347390" sldId="274"/>
            <ac:grpSpMk id="44" creationId="{14EE34E3-F117-4487-8ACF-33DA65FA11B3}"/>
          </ac:grpSpMkLst>
        </pc:grpChg>
        <pc:picChg chg="add mod">
          <ac:chgData name="Gästanvändare" userId="" providerId="Windows Live" clId="Web-{3A385470-5EDD-4F4C-AFCD-78F0D659E3F3}" dt="2020-11-17T10:21:19.529" v="247"/>
          <ac:picMkLst>
            <pc:docMk/>
            <pc:sldMk cId="3601347390" sldId="274"/>
            <ac:picMk id="5" creationId="{1219CEF8-7DA4-42E2-80E4-76C5167C994B}"/>
          </ac:picMkLst>
        </pc:picChg>
        <pc:picChg chg="add del">
          <ac:chgData name="Gästanvändare" userId="" providerId="Windows Live" clId="Web-{3A385470-5EDD-4F4C-AFCD-78F0D659E3F3}" dt="2020-11-17T10:21:19.529" v="247"/>
          <ac:picMkLst>
            <pc:docMk/>
            <pc:sldMk cId="3601347390" sldId="274"/>
            <ac:picMk id="12" creationId="{012FDCFE-9AD2-4D8A-8CBF-B3AA37EBF6DD}"/>
          </ac:picMkLst>
        </pc:picChg>
        <pc:picChg chg="add del">
          <ac:chgData name="Gästanvändare" userId="" providerId="Windows Live" clId="Web-{3A385470-5EDD-4F4C-AFCD-78F0D659E3F3}" dt="2020-11-17T10:21:19.529" v="247"/>
          <ac:picMkLst>
            <pc:docMk/>
            <pc:sldMk cId="3601347390" sldId="274"/>
            <ac:picMk id="30" creationId="{48B8FA33-A4F9-456F-B49C-3B9DB4D1B47F}"/>
          </ac:picMkLst>
        </pc:picChg>
        <pc:picChg chg="add">
          <ac:chgData name="Gästanvändare" userId="" providerId="Windows Live" clId="Web-{3A385470-5EDD-4F4C-AFCD-78F0D659E3F3}" dt="2020-11-17T10:21:19.529" v="247"/>
          <ac:picMkLst>
            <pc:docMk/>
            <pc:sldMk cId="3601347390" sldId="274"/>
            <ac:picMk id="35" creationId="{012FDCFE-9AD2-4D8A-8CBF-B3AA37EBF6DD}"/>
          </ac:picMkLst>
        </pc:picChg>
        <pc:picChg chg="add del">
          <ac:chgData name="Gästanvändare" userId="" providerId="Windows Live" clId="Web-{3A385470-5EDD-4F4C-AFCD-78F0D659E3F3}" dt="2020-11-17T10:21:19.498" v="246"/>
          <ac:picMkLst>
            <pc:docMk/>
            <pc:sldMk cId="3601347390" sldId="274"/>
            <ac:picMk id="49" creationId="{16EFE474-4FE0-4E8F-8F09-5ED2C9E76A84}"/>
          </ac:picMkLst>
        </pc:picChg>
        <pc:picChg chg="add">
          <ac:chgData name="Gästanvändare" userId="" providerId="Windows Live" clId="Web-{3A385470-5EDD-4F4C-AFCD-78F0D659E3F3}" dt="2020-11-17T10:21:19.529" v="247"/>
          <ac:picMkLst>
            <pc:docMk/>
            <pc:sldMk cId="3601347390" sldId="274"/>
            <ac:picMk id="57" creationId="{C04ED70F-D6FD-4EB1-A171-D30F885FE73E}"/>
          </ac:picMkLst>
        </pc:picChg>
        <pc:cxnChg chg="add del">
          <ac:chgData name="Gästanvändare" userId="" providerId="Windows Live" clId="Web-{3A385470-5EDD-4F4C-AFCD-78F0D659E3F3}" dt="2020-11-17T10:21:19.529" v="247"/>
          <ac:cxnSpMkLst>
            <pc:docMk/>
            <pc:sldMk cId="3601347390" sldId="274"/>
            <ac:cxnSpMk id="14" creationId="{FBD463FC-4CA8-4FF4-85A3-AF9F4B98D210}"/>
          </ac:cxnSpMkLst>
        </pc:cxnChg>
        <pc:cxnChg chg="add del">
          <ac:chgData name="Gästanvändare" userId="" providerId="Windows Live" clId="Web-{3A385470-5EDD-4F4C-AFCD-78F0D659E3F3}" dt="2020-11-17T10:21:19.529" v="247"/>
          <ac:cxnSpMkLst>
            <pc:docMk/>
            <pc:sldMk cId="3601347390" sldId="274"/>
            <ac:cxnSpMk id="16" creationId="{A56012FD-74A8-4C91-B318-435CF2B71927}"/>
          </ac:cxnSpMkLst>
        </pc:cxnChg>
        <pc:cxnChg chg="add del">
          <ac:chgData name="Gästanvändare" userId="" providerId="Windows Live" clId="Web-{3A385470-5EDD-4F4C-AFCD-78F0D659E3F3}" dt="2020-11-17T10:21:19.529" v="247"/>
          <ac:cxnSpMkLst>
            <pc:docMk/>
            <pc:sldMk cId="3601347390" sldId="274"/>
            <ac:cxnSpMk id="20" creationId="{6CC20C9A-0A22-45EF-A638-6E2B3E358710}"/>
          </ac:cxnSpMkLst>
        </pc:cxnChg>
        <pc:cxnChg chg="add del">
          <ac:chgData name="Gästanvändare" userId="" providerId="Windows Live" clId="Web-{3A385470-5EDD-4F4C-AFCD-78F0D659E3F3}" dt="2020-11-17T10:21:19.529" v="247"/>
          <ac:cxnSpMkLst>
            <pc:docMk/>
            <pc:sldMk cId="3601347390" sldId="274"/>
            <ac:cxnSpMk id="32" creationId="{4F2D7D0C-3C09-467B-BCB2-A1A52DAC2837}"/>
          </ac:cxnSpMkLst>
        </pc:cxnChg>
        <pc:cxnChg chg="add">
          <ac:chgData name="Gästanvändare" userId="" providerId="Windows Live" clId="Web-{3A385470-5EDD-4F4C-AFCD-78F0D659E3F3}" dt="2020-11-17T10:21:19.529" v="247"/>
          <ac:cxnSpMkLst>
            <pc:docMk/>
            <pc:sldMk cId="3601347390" sldId="274"/>
            <ac:cxnSpMk id="36" creationId="{FBD463FC-4CA8-4FF4-85A3-AF9F4B98D210}"/>
          </ac:cxnSpMkLst>
        </pc:cxnChg>
        <pc:cxnChg chg="add">
          <ac:chgData name="Gästanvändare" userId="" providerId="Windows Live" clId="Web-{3A385470-5EDD-4F4C-AFCD-78F0D659E3F3}" dt="2020-11-17T10:21:19.529" v="247"/>
          <ac:cxnSpMkLst>
            <pc:docMk/>
            <pc:sldMk cId="3601347390" sldId="274"/>
            <ac:cxnSpMk id="38" creationId="{A56012FD-74A8-4C91-B318-435CF2B71927}"/>
          </ac:cxnSpMkLst>
        </pc:cxnChg>
        <pc:cxnChg chg="add">
          <ac:chgData name="Gästanvändare" userId="" providerId="Windows Live" clId="Web-{3A385470-5EDD-4F4C-AFCD-78F0D659E3F3}" dt="2020-11-17T10:21:19.529" v="247"/>
          <ac:cxnSpMkLst>
            <pc:docMk/>
            <pc:sldMk cId="3601347390" sldId="274"/>
            <ac:cxnSpMk id="40" creationId="{D7162BAB-C25E-4CE9-B87C-F118DC7E7C22}"/>
          </ac:cxnSpMkLst>
        </pc:cxnChg>
        <pc:cxnChg chg="add del">
          <ac:chgData name="Gästanvändare" userId="" providerId="Windows Live" clId="Web-{3A385470-5EDD-4F4C-AFCD-78F0D659E3F3}" dt="2020-11-17T10:21:19.498" v="246"/>
          <ac:cxnSpMkLst>
            <pc:docMk/>
            <pc:sldMk cId="3601347390" sldId="274"/>
            <ac:cxnSpMk id="41" creationId="{EE68D41B-9286-479F-9AB7-678C8E348D71}"/>
          </ac:cxnSpMkLst>
        </pc:cxnChg>
        <pc:cxnChg chg="add del">
          <ac:chgData name="Gästanvändare" userId="" providerId="Windows Live" clId="Web-{3A385470-5EDD-4F4C-AFCD-78F0D659E3F3}" dt="2020-11-17T10:21:19.498" v="246"/>
          <ac:cxnSpMkLst>
            <pc:docMk/>
            <pc:sldMk cId="3601347390" sldId="274"/>
            <ac:cxnSpMk id="51" creationId="{CF8B8C81-54DC-4AF5-B682-3A2C70A6B55C}"/>
          </ac:cxnSpMkLst>
        </pc:cxnChg>
        <pc:cxnChg chg="add">
          <ac:chgData name="Gästanvändare" userId="" providerId="Windows Live" clId="Web-{3A385470-5EDD-4F4C-AFCD-78F0D659E3F3}" dt="2020-11-17T10:21:19.529" v="247"/>
          <ac:cxnSpMkLst>
            <pc:docMk/>
            <pc:sldMk cId="3601347390" sldId="274"/>
            <ac:cxnSpMk id="59" creationId="{DA26CAE9-74C4-4EDD-8A80-77F79EAA86F4}"/>
          </ac:cxnSpMkLst>
        </pc:cxnChg>
      </pc:sldChg>
      <pc:sldChg chg="modSp">
        <pc:chgData name="Gästanvändare" userId="" providerId="Windows Live" clId="Web-{3A385470-5EDD-4F4C-AFCD-78F0D659E3F3}" dt="2020-11-17T10:24:03.580" v="267" actId="20577"/>
        <pc:sldMkLst>
          <pc:docMk/>
          <pc:sldMk cId="2852412356" sldId="275"/>
        </pc:sldMkLst>
        <pc:spChg chg="mod">
          <ac:chgData name="Gästanvändare" userId="" providerId="Windows Live" clId="Web-{3A385470-5EDD-4F4C-AFCD-78F0D659E3F3}" dt="2020-11-17T10:23:48.126" v="256" actId="20577"/>
          <ac:spMkLst>
            <pc:docMk/>
            <pc:sldMk cId="2852412356" sldId="275"/>
            <ac:spMk id="2" creationId="{67CE07B8-29FD-4767-9B66-5B428D158721}"/>
          </ac:spMkLst>
        </pc:spChg>
        <pc:spChg chg="mod">
          <ac:chgData name="Gästanvändare" userId="" providerId="Windows Live" clId="Web-{3A385470-5EDD-4F4C-AFCD-78F0D659E3F3}" dt="2020-11-17T10:24:03.580" v="267" actId="20577"/>
          <ac:spMkLst>
            <pc:docMk/>
            <pc:sldMk cId="2852412356" sldId="275"/>
            <ac:spMk id="3" creationId="{F030FC52-FFC5-44DE-867E-49BA023B046C}"/>
          </ac:spMkLst>
        </pc:spChg>
      </pc:sldChg>
      <pc:sldChg chg="modSp">
        <pc:chgData name="Gästanvändare" userId="" providerId="Windows Live" clId="Web-{3A385470-5EDD-4F4C-AFCD-78F0D659E3F3}" dt="2020-11-17T11:25:41.014" v="276" actId="1076"/>
        <pc:sldMkLst>
          <pc:docMk/>
          <pc:sldMk cId="2891583280" sldId="276"/>
        </pc:sldMkLst>
        <pc:spChg chg="mod">
          <ac:chgData name="Gästanvändare" userId="" providerId="Windows Live" clId="Web-{3A385470-5EDD-4F4C-AFCD-78F0D659E3F3}" dt="2020-11-17T11:25:38.795" v="274" actId="20577"/>
          <ac:spMkLst>
            <pc:docMk/>
            <pc:sldMk cId="2891583280" sldId="276"/>
            <ac:spMk id="3" creationId="{CB11FEB4-8FFB-4BB2-A0A9-48E465B28E74}"/>
          </ac:spMkLst>
        </pc:spChg>
        <pc:picChg chg="mod">
          <ac:chgData name="Gästanvändare" userId="" providerId="Windows Live" clId="Web-{3A385470-5EDD-4F4C-AFCD-78F0D659E3F3}" dt="2020-11-17T11:25:41.014" v="276" actId="1076"/>
          <ac:picMkLst>
            <pc:docMk/>
            <pc:sldMk cId="2891583280" sldId="276"/>
            <ac:picMk id="5" creationId="{136DE3AA-5C4A-43F6-893C-3D6D9984E7E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/>
              <a:t>Klicka här för att ändra mall för underrubrikformat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å 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11/24/2020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11/24/2020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11/24/2020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ext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v-SE"/>
              <a:t>Klicka på ikonen för att lägga till en bild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11/24/2020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11/24/2020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11/24/2020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kadekompassen.se/skador-sjukdomstillstand/stroke-hjarnblodning-och-infarkt/#:~:text=Av%20de%2025000%2D30000%20som,%2D12%20m%C3%A5nader%20%5B1%5D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hyperlink" Target="https://se.dreamstime.com/stock-illustrationer-ekg-patienten-med-elektroderna-p&#229;-br&#246;stkorgen-image65513746" TargetMode="External"/><Relationship Id="rId13" Type="http://schemas.openxmlformats.org/officeDocument/2006/relationships/hyperlink" Target="https://www.hjart-lungfonden.se/sjukdomar/hjartsjukdomar/stroke/" TargetMode="External"/><Relationship Id="rId18" Type="http://schemas.openxmlformats.org/officeDocument/2006/relationships/image" Target="../media/image28.jpeg"/><Relationship Id="rId3" Type="http://schemas.openxmlformats.org/officeDocument/2006/relationships/hyperlink" Target="https://neuro.se/diagnoser/stroke/behandling-av-stroke/" TargetMode="External"/><Relationship Id="rId7" Type="http://schemas.openxmlformats.org/officeDocument/2006/relationships/hyperlink" Target="https://runnersworld.se/blogg/om-pulstraning-och-hjartslag-och-livslangd/" TargetMode="External"/><Relationship Id="rId12" Type="http://schemas.openxmlformats.org/officeDocument/2006/relationships/hyperlink" Target="https://sv.wikipedia.org/wiki/Blodpropp" TargetMode="External"/><Relationship Id="rId17" Type="http://schemas.openxmlformats.org/officeDocument/2006/relationships/hyperlink" Target="https://sv.m.wikipedia.org/wiki/Hj%C3%A4rt-_och_k%C3%A4rlsjukdomar" TargetMode="External"/><Relationship Id="rId2" Type="http://schemas.openxmlformats.org/officeDocument/2006/relationships/hyperlink" Target="https://www.skadekompassen.se/skador-sjukdomstillstand/stroke-hjarnblodning-och-infarkt/#:~:text=Av%20de%2025000%2D30000%20som,%2D12%20m%C3%A5nader%20%5B1%5D" TargetMode="External"/><Relationship Id="rId16" Type="http://schemas.openxmlformats.org/officeDocument/2006/relationships/hyperlink" Target="https://www.1177.se/Stockholm/sjukdomar--besvar/hjarta-och-blodkarl/blodkarl/karlkramp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blog.bhf.org.uk/hypertrophic-cardiomyopathy-then-now-and-the-hidden-pioneers-cfe77145abf9" TargetMode="External"/><Relationship Id="rId11" Type="http://schemas.openxmlformats.org/officeDocument/2006/relationships/hyperlink" Target="https://stroke.se/vad-ar-stroke/" TargetMode="External"/><Relationship Id="rId5" Type="http://schemas.openxmlformats.org/officeDocument/2006/relationships/hyperlink" Target="https://www.internetmedicin.se/behandlingsoversikter/kardiologi/hypertrofisk-kardiomyopati-hcm/" TargetMode="External"/><Relationship Id="rId15" Type="http://schemas.openxmlformats.org/officeDocument/2006/relationships/hyperlink" Target="https://www.hjart-lungfonden.se/sjukdomar" TargetMode="External"/><Relationship Id="rId10" Type="http://schemas.openxmlformats.org/officeDocument/2006/relationships/hyperlink" Target="https://www.1177.se/sjukdomar--besvar/hjarna-och-nerver/stroke-och-blodkarl-i-hjarnan/stroke/" TargetMode="External"/><Relationship Id="rId4" Type="http://schemas.openxmlformats.org/officeDocument/2006/relationships/hyperlink" Target="https://www.1177.se/sjukdomar--besvar/hjarta-och-blodkarl/hjartbesvar-och-hjartfel/hypertrofisk-kardiomyopati-hcm/" TargetMode="External"/><Relationship Id="rId9" Type="http://schemas.openxmlformats.org/officeDocument/2006/relationships/hyperlink" Target="http://blog.svd.se/maratonbloggen/2014/01/16/fraga-dan-hur-paverkar-betablockerarna-min-traning/" TargetMode="External"/><Relationship Id="rId14" Type="http://schemas.openxmlformats.org/officeDocument/2006/relationships/hyperlink" Target="https://www.hjarnfonden.se/om-hjarnan/diagnoser/stroke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Ny markör kan förutsäga risken för hjärt-kärlsjukdomar och typ 2-diabetes -  MediCheck - Specialistkliniken online">
            <a:extLst>
              <a:ext uri="{FF2B5EF4-FFF2-40B4-BE49-F238E27FC236}">
                <a16:creationId xmlns:a16="http://schemas.microsoft.com/office/drawing/2014/main" id="{9349205D-6C52-4853-8B80-20E3F0CF0F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399" r="9090" b="990"/>
          <a:stretch/>
        </p:blipFill>
        <p:spPr bwMode="auto">
          <a:xfrm>
            <a:off x="20" y="10"/>
            <a:ext cx="12191675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08" name="Rectangle 85">
            <a:extLst>
              <a:ext uri="{FF2B5EF4-FFF2-40B4-BE49-F238E27FC236}">
                <a16:creationId xmlns:a16="http://schemas.microsoft.com/office/drawing/2014/main" id="{A4092ECB-D375-4A85-AD6E-85644D2A99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177" y="3064931"/>
            <a:ext cx="8293042" cy="2488568"/>
          </a:xfrm>
          <a:prstGeom prst="rect">
            <a:avLst/>
          </a:prstGeom>
          <a:solidFill>
            <a:srgbClr val="000001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FC13AB38-A6D3-4CF5-8838-E6799C7865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0526" y="3236470"/>
            <a:ext cx="6829044" cy="1252601"/>
          </a:xfrm>
        </p:spPr>
        <p:txBody>
          <a:bodyPr>
            <a:normAutofit/>
          </a:bodyPr>
          <a:lstStyle/>
          <a:p>
            <a:pPr algn="r"/>
            <a:r>
              <a:rPr lang="sv-SE" sz="4100">
                <a:solidFill>
                  <a:srgbClr val="FFFFFE"/>
                </a:solidFill>
              </a:rPr>
              <a:t>Hjärt- och kärlsjukdomar</a:t>
            </a:r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50922BAE-702A-47DF-A4B6-CF744C0F7B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00525" y="4669144"/>
            <a:ext cx="6829043" cy="716529"/>
          </a:xfrm>
        </p:spPr>
        <p:txBody>
          <a:bodyPr>
            <a:normAutofit/>
          </a:bodyPr>
          <a:lstStyle/>
          <a:p>
            <a:pPr algn="r">
              <a:lnSpc>
                <a:spcPct val="110000"/>
              </a:lnSpc>
            </a:pPr>
            <a:r>
              <a:rPr lang="sv-SE" sz="1200">
                <a:solidFill>
                  <a:srgbClr val="FFFFFE"/>
                </a:solidFill>
              </a:rPr>
              <a:t>Cirkulation</a:t>
            </a:r>
          </a:p>
          <a:p>
            <a:pPr algn="r">
              <a:lnSpc>
                <a:spcPct val="110000"/>
              </a:lnSpc>
            </a:pPr>
            <a:r>
              <a:rPr lang="sv-SE" sz="1200">
                <a:solidFill>
                  <a:srgbClr val="FFFFFE"/>
                </a:solidFill>
              </a:rPr>
              <a:t>Av Isabelle, </a:t>
            </a:r>
            <a:r>
              <a:rPr lang="sv-SE" sz="1200" err="1">
                <a:solidFill>
                  <a:srgbClr val="FFFFFE"/>
                </a:solidFill>
              </a:rPr>
              <a:t>Pooneh</a:t>
            </a:r>
            <a:r>
              <a:rPr lang="sv-SE" sz="1200">
                <a:solidFill>
                  <a:srgbClr val="FFFFFE"/>
                </a:solidFill>
              </a:rPr>
              <a:t>, </a:t>
            </a:r>
            <a:r>
              <a:rPr lang="sv-SE" sz="1200" err="1">
                <a:solidFill>
                  <a:srgbClr val="FFFFFE"/>
                </a:solidFill>
              </a:rPr>
              <a:t>bleona</a:t>
            </a:r>
            <a:r>
              <a:rPr lang="sv-SE" sz="1200">
                <a:solidFill>
                  <a:srgbClr val="FFFFFE"/>
                </a:solidFill>
              </a:rPr>
              <a:t>, </a:t>
            </a:r>
            <a:r>
              <a:rPr lang="sv-SE" sz="1200" err="1">
                <a:solidFill>
                  <a:srgbClr val="FFFFFE"/>
                </a:solidFill>
              </a:rPr>
              <a:t>sahand</a:t>
            </a:r>
            <a:r>
              <a:rPr lang="sv-SE" sz="1200">
                <a:solidFill>
                  <a:srgbClr val="FFFFFE"/>
                </a:solidFill>
              </a:rPr>
              <a:t>, </a:t>
            </a:r>
            <a:r>
              <a:rPr lang="sv-SE" sz="1200" err="1">
                <a:solidFill>
                  <a:srgbClr val="FFFFFE"/>
                </a:solidFill>
              </a:rPr>
              <a:t>erik</a:t>
            </a:r>
            <a:r>
              <a:rPr lang="sv-SE" sz="1200">
                <a:solidFill>
                  <a:srgbClr val="FFFFFE"/>
                </a:solidFill>
              </a:rPr>
              <a:t> &amp; </a:t>
            </a:r>
            <a:r>
              <a:rPr lang="sv-SE" sz="1200" err="1">
                <a:solidFill>
                  <a:srgbClr val="FFFFFE"/>
                </a:solidFill>
              </a:rPr>
              <a:t>emil</a:t>
            </a:r>
            <a:endParaRPr lang="sv-SE" sz="1200">
              <a:solidFill>
                <a:srgbClr val="FFFFFE"/>
              </a:solidFill>
            </a:endParaRPr>
          </a:p>
        </p:txBody>
      </p:sp>
      <p:cxnSp>
        <p:nvCxnSpPr>
          <p:cNvPr id="1109" name="Straight Connector 87">
            <a:extLst>
              <a:ext uri="{FF2B5EF4-FFF2-40B4-BE49-F238E27FC236}">
                <a16:creationId xmlns:a16="http://schemas.microsoft.com/office/drawing/2014/main" id="{B6C1711D-6DAC-4FE1-B7B6-AC8A81B84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00525" y="4666480"/>
            <a:ext cx="6829043" cy="0"/>
          </a:xfrm>
          <a:prstGeom prst="line">
            <a:avLst/>
          </a:prstGeom>
          <a:ln w="31750">
            <a:solidFill>
              <a:srgbClr val="F73A0B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4525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92B3C-C5EA-4CD3-9BAF-513F05C99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42" y="962902"/>
            <a:ext cx="5884603" cy="2380828"/>
          </a:xfr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sz="2400"/>
              <a:t>     </a:t>
            </a:r>
            <a:r>
              <a:rPr lang="en-US" sz="2400" err="1"/>
              <a:t>Hypertrofisk</a:t>
            </a:r>
            <a:r>
              <a:rPr lang="en-US" sz="2400"/>
              <a:t> </a:t>
            </a:r>
            <a:r>
              <a:rPr lang="en-US" sz="2400" err="1"/>
              <a:t>Kardiomyopati</a:t>
            </a:r>
            <a:r>
              <a:rPr lang="en-US" sz="2400"/>
              <a:t>, </a:t>
            </a:r>
            <a:r>
              <a:rPr lang="en-US" sz="2400" err="1"/>
              <a:t>hcm</a:t>
            </a:r>
            <a:endParaRPr lang="en-US" sz="2400"/>
          </a:p>
        </p:txBody>
      </p:sp>
      <p:sp>
        <p:nvSpPr>
          <p:cNvPr id="5" name="textruta 4">
            <a:extLst>
              <a:ext uri="{FF2B5EF4-FFF2-40B4-BE49-F238E27FC236}">
                <a16:creationId xmlns:a16="http://schemas.microsoft.com/office/drawing/2014/main" id="{1413D544-CF50-49AC-A839-D3A22B3C4184}"/>
              </a:ext>
            </a:extLst>
          </p:cNvPr>
          <p:cNvSpPr txBox="1"/>
          <p:nvPr/>
        </p:nvSpPr>
        <p:spPr>
          <a:xfrm>
            <a:off x="889279" y="3702818"/>
            <a:ext cx="2743200" cy="101463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20000"/>
              </a:lnSpc>
              <a:spcBef>
                <a:spcPts val="1000"/>
              </a:spcBef>
            </a:pPr>
            <a:r>
              <a:rPr lang="sv-SE" sz="1400" cap="all">
                <a:ea typeface="+mn-lt"/>
                <a:cs typeface="+mn-lt"/>
              </a:rPr>
              <a:t>CIRKULATION:</a:t>
            </a:r>
            <a:endParaRPr lang="en-US" sz="1400">
              <a:ea typeface="+mn-lt"/>
              <a:cs typeface="+mn-lt"/>
            </a:endParaRPr>
          </a:p>
          <a:p>
            <a:pPr>
              <a:lnSpc>
                <a:spcPct val="120000"/>
              </a:lnSpc>
              <a:spcBef>
                <a:spcPts val="1000"/>
              </a:spcBef>
            </a:pPr>
            <a:r>
              <a:rPr lang="sv-SE" sz="1400" cap="all">
                <a:solidFill>
                  <a:schemeClr val="accent1">
                    <a:lumMod val="50000"/>
                  </a:schemeClr>
                </a:solidFill>
                <a:ea typeface="+mn-lt"/>
                <a:cs typeface="+mn-lt"/>
              </a:rPr>
              <a:t>HJÄRT- OCH KÄRLSJUKDOMAR</a:t>
            </a:r>
            <a:endParaRPr lang="en-US" sz="1400">
              <a:solidFill>
                <a:schemeClr val="accent1">
                  <a:lumMod val="50000"/>
                </a:schemeClr>
              </a:solidFill>
              <a:ea typeface="+mn-lt"/>
              <a:cs typeface="+mn-lt"/>
            </a:endParaRPr>
          </a:p>
          <a:p>
            <a:pPr algn="l"/>
            <a:endParaRPr lang="sv-SE"/>
          </a:p>
        </p:txBody>
      </p:sp>
      <p:pic>
        <p:nvPicPr>
          <p:cNvPr id="9" name="Platshållare för innehåll 3">
            <a:extLst>
              <a:ext uri="{FF2B5EF4-FFF2-40B4-BE49-F238E27FC236}">
                <a16:creationId xmlns:a16="http://schemas.microsoft.com/office/drawing/2014/main" id="{318BDD8D-F2AF-4046-85FC-C916219A7069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022332" y="1907787"/>
            <a:ext cx="3445262" cy="3169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997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E52BD-9CA5-4B44-81D2-3EF5B1855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Orsak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03CB1-FB74-4EA3-A63B-9A24DD9BBC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/>
              <a:t>Förtjockning av muskel i vänster kammare</a:t>
            </a:r>
          </a:p>
          <a:p>
            <a:r>
              <a:rPr lang="sv-SE"/>
              <a:t>Vanligaste kardiogenetiska hjärtmuskelsjukdomen</a:t>
            </a:r>
          </a:p>
          <a:p>
            <a:r>
              <a:rPr lang="sv-SE"/>
              <a:t>Obstruktiv HCM</a:t>
            </a:r>
          </a:p>
          <a:p>
            <a:endParaRPr lang="sv-SE"/>
          </a:p>
          <a:p>
            <a:endParaRPr lang="sv-SE"/>
          </a:p>
        </p:txBody>
      </p:sp>
      <p:pic>
        <p:nvPicPr>
          <p:cNvPr id="4" name="Bildobjekt 4">
            <a:extLst>
              <a:ext uri="{FF2B5EF4-FFF2-40B4-BE49-F238E27FC236}">
                <a16:creationId xmlns:a16="http://schemas.microsoft.com/office/drawing/2014/main" id="{4D4A18BB-CFCB-4161-9A90-417FC894DFED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282069" y="2145192"/>
            <a:ext cx="4479323" cy="2859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8827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d 5" descr="Kör">
            <a:extLst>
              <a:ext uri="{FF2B5EF4-FFF2-40B4-BE49-F238E27FC236}">
                <a16:creationId xmlns:a16="http://schemas.microsoft.com/office/drawing/2014/main" id="{7798CB2A-3F19-4992-8B7F-0A9666ECBA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12131" y="1747417"/>
            <a:ext cx="4320000" cy="4320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CFD822D-45FC-467C-A121-523B81470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Symtom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05BA40-7D93-40DE-8F41-D9DB267B80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/>
              <a:t>Andningsbesvär</a:t>
            </a:r>
          </a:p>
          <a:p>
            <a:r>
              <a:rPr lang="sv-SE"/>
              <a:t>Smärta i bröstet på grund av Ischemi</a:t>
            </a:r>
          </a:p>
          <a:p>
            <a:r>
              <a:rPr lang="sv-SE"/>
              <a:t>Hjärtklappning</a:t>
            </a:r>
          </a:p>
          <a:p>
            <a:r>
              <a:rPr lang="sv-SE"/>
              <a:t>Svimningar</a:t>
            </a:r>
          </a:p>
          <a:p>
            <a:r>
              <a:rPr lang="sv-SE"/>
              <a:t>Förmaksflimmer </a:t>
            </a:r>
          </a:p>
          <a:p>
            <a:r>
              <a:rPr lang="sv-SE"/>
              <a:t>Extrema fall:  Hjärtsvikt, plötslig död</a:t>
            </a:r>
          </a:p>
        </p:txBody>
      </p:sp>
      <p:pic>
        <p:nvPicPr>
          <p:cNvPr id="8" name="Bild 7" descr="Hjärta med puls">
            <a:extLst>
              <a:ext uri="{FF2B5EF4-FFF2-40B4-BE49-F238E27FC236}">
                <a16:creationId xmlns:a16="http://schemas.microsoft.com/office/drawing/2014/main" id="{D502E670-5AC3-4501-9E2A-B423679493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14106" y="3205439"/>
            <a:ext cx="540000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9590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0FE6E-C821-431E-832C-45C20713A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Diagnos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8DBF9-C600-42D6-945A-783F788F92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/>
              <a:t>Ultraljud</a:t>
            </a:r>
          </a:p>
          <a:p>
            <a:r>
              <a:rPr lang="sv-SE"/>
              <a:t>Kroppsundersökning</a:t>
            </a:r>
          </a:p>
          <a:p>
            <a:r>
              <a:rPr lang="sv-SE"/>
              <a:t>EKG</a:t>
            </a:r>
          </a:p>
          <a:p>
            <a:r>
              <a:rPr lang="sv-SE"/>
              <a:t>Blodprov och blodtryck</a:t>
            </a:r>
          </a:p>
          <a:p>
            <a:r>
              <a:rPr lang="sv-SE"/>
              <a:t>Magnetröntgen</a:t>
            </a:r>
          </a:p>
          <a:p>
            <a:r>
              <a:rPr lang="sv-SE"/>
              <a:t>Vävnadsprov</a:t>
            </a:r>
          </a:p>
          <a:p>
            <a:r>
              <a:rPr lang="sv-SE"/>
              <a:t>Blodprov för att påvisa genmutation</a:t>
            </a:r>
          </a:p>
          <a:p>
            <a:endParaRPr lang="sv-SE"/>
          </a:p>
        </p:txBody>
      </p:sp>
      <p:pic>
        <p:nvPicPr>
          <p:cNvPr id="4" name="Bildobjekt 4">
            <a:extLst>
              <a:ext uri="{FF2B5EF4-FFF2-40B4-BE49-F238E27FC236}">
                <a16:creationId xmlns:a16="http://schemas.microsoft.com/office/drawing/2014/main" id="{EC64F125-D29E-4795-BE48-435438DAC83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264516" y="2011964"/>
            <a:ext cx="4794737" cy="3184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8082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3DBD7-5989-4384-92A8-D1F8ACA4F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Behandling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D28965-D0B2-4617-AC29-31EECBA989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/>
              <a:t>Inget botemedel, endast behandling</a:t>
            </a:r>
          </a:p>
          <a:p>
            <a:r>
              <a:rPr lang="sv-SE"/>
              <a:t>Läkemedel</a:t>
            </a:r>
          </a:p>
          <a:p>
            <a:r>
              <a:rPr lang="sv-SE"/>
              <a:t>Operation vid obstruktiv HCM</a:t>
            </a:r>
          </a:p>
          <a:p>
            <a:r>
              <a:rPr lang="sv-SE"/>
              <a:t>Implanterbar defibrillator vid risk för plötslig död</a:t>
            </a:r>
          </a:p>
        </p:txBody>
      </p:sp>
      <p:pic>
        <p:nvPicPr>
          <p:cNvPr id="4" name="Bildobjekt 4" descr="En bild som visar flaska, inomhus, bord, sitter&#10;&#10;Automatiskt genererad beskrivning">
            <a:extLst>
              <a:ext uri="{FF2B5EF4-FFF2-40B4-BE49-F238E27FC236}">
                <a16:creationId xmlns:a16="http://schemas.microsoft.com/office/drawing/2014/main" id="{471604CB-25D6-4455-94BD-EC4F6CE9BE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7391" y="2013578"/>
            <a:ext cx="3890385" cy="2588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0698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8FBED-D9EA-44C0-88C5-3DC66E0DE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915257"/>
          </a:xfrm>
        </p:spPr>
        <p:txBody>
          <a:bodyPr/>
          <a:lstStyle/>
          <a:p>
            <a:r>
              <a:rPr lang="sv-SE"/>
              <a:t>Prognos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0A30A2-1F54-4BBA-BB9B-A28E0A6372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v-SE"/>
              <a:t>Årlig mortalitet på &lt; 1%</a:t>
            </a:r>
          </a:p>
          <a:p>
            <a:r>
              <a:rPr lang="sv-SE"/>
              <a:t>Mycket god prognos vid genetisk kännedom</a:t>
            </a:r>
          </a:p>
          <a:p>
            <a:r>
              <a:rPr lang="sv-SE"/>
              <a:t>Högre risk vid obstruktiv HCM</a:t>
            </a:r>
          </a:p>
          <a:p>
            <a:endParaRPr lang="sv-SE" sz="1400"/>
          </a:p>
          <a:p>
            <a:pPr marL="0" indent="0" algn="ctr">
              <a:buNone/>
            </a:pPr>
            <a:r>
              <a:rPr lang="sv-SE" sz="6000">
                <a:solidFill>
                  <a:schemeClr val="bg1">
                    <a:lumMod val="65000"/>
                  </a:schemeClr>
                </a:solidFill>
              </a:rPr>
              <a:t>&lt;</a:t>
            </a:r>
            <a:endParaRPr lang="sv-SE">
              <a:solidFill>
                <a:schemeClr val="bg1">
                  <a:lumMod val="65000"/>
                </a:schemeClr>
              </a:solidFill>
            </a:endParaRPr>
          </a:p>
          <a:p>
            <a:endParaRPr lang="sv-SE"/>
          </a:p>
        </p:txBody>
      </p:sp>
      <p:pic>
        <p:nvPicPr>
          <p:cNvPr id="8" name="Bild 7" descr="Sol">
            <a:extLst>
              <a:ext uri="{FF2B5EF4-FFF2-40B4-BE49-F238E27FC236}">
                <a16:creationId xmlns:a16="http://schemas.microsoft.com/office/drawing/2014/main" id="{2D9DD5EE-377F-4C51-97A4-54C5A08B4E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25789" y="3555508"/>
            <a:ext cx="1800000" cy="1800000"/>
          </a:xfrm>
          <a:prstGeom prst="rect">
            <a:avLst/>
          </a:prstGeom>
        </p:spPr>
      </p:pic>
      <p:pic>
        <p:nvPicPr>
          <p:cNvPr id="11" name="Bild 10" descr="Moln med blixtar och regn">
            <a:extLst>
              <a:ext uri="{FF2B5EF4-FFF2-40B4-BE49-F238E27FC236}">
                <a16:creationId xmlns:a16="http://schemas.microsoft.com/office/drawing/2014/main" id="{629CDC3C-2E1D-4244-AE82-8A97C6CC0A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29716" y="3555508"/>
            <a:ext cx="1800000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8190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0712110-0BC1-4B31-B3BB-63B44222E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466B5F3-C053-4580-B04A-1EF9498882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3B580F8F-01CA-4922-AE42-C5B6753578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2616" y="962902"/>
            <a:ext cx="4176384" cy="2380828"/>
          </a:xfrm>
        </p:spPr>
        <p:txBody>
          <a:bodyPr>
            <a:normAutofit/>
          </a:bodyPr>
          <a:lstStyle/>
          <a:p>
            <a:r>
              <a:rPr lang="sv-SE" sz="4800"/>
              <a:t>Kärlkramp</a:t>
            </a:r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6FF3B39B-5F21-45EA-9115-042DB13190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52617" y="3531204"/>
            <a:ext cx="4171479" cy="1610643"/>
          </a:xfrm>
        </p:spPr>
        <p:txBody>
          <a:bodyPr vert="horz" lIns="91440" tIns="91440" rIns="91440" bIns="91440" rtlCol="0" anchor="t">
            <a:normAutofit/>
          </a:bodyPr>
          <a:lstStyle/>
          <a:p>
            <a:r>
              <a:rPr lang="sv-SE" sz="1600" i="1"/>
              <a:t>Angina pectoris</a:t>
            </a:r>
          </a:p>
          <a:p>
            <a:r>
              <a:rPr lang="sv-SE" sz="1600">
                <a:solidFill>
                  <a:schemeClr val="accent1">
                    <a:lumMod val="50000"/>
                  </a:schemeClr>
                </a:solidFill>
              </a:rPr>
              <a:t>Hjärt- och kärlsjukdomar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A6123F2-4B61-414F-A7E5-5B7828EA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2617" y="3528543"/>
            <a:ext cx="417147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4" name="Bildobjekt 3" descr="Kärlkramp - Ersta diakoni">
            <a:extLst>
              <a:ext uri="{FF2B5EF4-FFF2-40B4-BE49-F238E27FC236}">
                <a16:creationId xmlns:a16="http://schemas.microsoft.com/office/drawing/2014/main" id="{FF5CAE2B-B142-4F53-861F-73C5A1B1A5DE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5032"/>
          <a:stretch/>
        </p:blipFill>
        <p:spPr bwMode="auto">
          <a:xfrm>
            <a:off x="6094411" y="1559655"/>
            <a:ext cx="4960442" cy="3152617"/>
          </a:xfrm>
          <a:prstGeom prst="rect">
            <a:avLst/>
          </a:prstGeom>
          <a:noFill/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5CED634-E2D0-4AB7-96DD-816C9B52C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CDDCDFB-696D-4FDF-9B58-24F71B7C37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83080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A3F67386-F56B-42AD-A5BF-50381789E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sv-SE"/>
              <a:t>Introduktion</a:t>
            </a:r>
            <a:br>
              <a:rPr lang="sv-SE"/>
            </a:br>
            <a:r>
              <a:rPr lang="sv-SE" sz="2000"/>
              <a:t>(Orsak)</a:t>
            </a:r>
            <a:endParaRPr lang="sv-SE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EABAC9F8-D1DA-476B-9AB9-613637A1ED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4"/>
            <a:ext cx="5622284" cy="3450613"/>
          </a:xfrm>
        </p:spPr>
        <p:txBody>
          <a:bodyPr>
            <a:normAutofit/>
          </a:bodyPr>
          <a:lstStyle/>
          <a:p>
            <a:r>
              <a:rPr lang="sv-SE"/>
              <a:t>Hjärtat är ett muskulärt organ</a:t>
            </a:r>
          </a:p>
          <a:p>
            <a:r>
              <a:rPr lang="sv-SE"/>
              <a:t>Syretillförsel via omslutande kranskärl</a:t>
            </a:r>
          </a:p>
          <a:p>
            <a:r>
              <a:rPr lang="sv-SE"/>
              <a:t>Förträning av kärl (</a:t>
            </a:r>
            <a:r>
              <a:rPr lang="sv-SE" i="1" err="1"/>
              <a:t>vasokonstriktion</a:t>
            </a:r>
            <a:r>
              <a:rPr lang="sv-SE"/>
              <a:t>)</a:t>
            </a:r>
          </a:p>
          <a:p>
            <a:endParaRPr lang="sv-SE"/>
          </a:p>
          <a:p>
            <a:r>
              <a:rPr lang="sv-SE"/>
              <a:t>Dålig livsstil</a:t>
            </a:r>
          </a:p>
          <a:p>
            <a:r>
              <a:rPr lang="sv-SE"/>
              <a:t>Andra sjukdomar kan bidra</a:t>
            </a:r>
          </a:p>
          <a:p>
            <a:endParaRPr lang="sv-SE"/>
          </a:p>
        </p:txBody>
      </p:sp>
      <p:pic>
        <p:nvPicPr>
          <p:cNvPr id="7" name="Bild 6">
            <a:extLst>
              <a:ext uri="{FF2B5EF4-FFF2-40B4-BE49-F238E27FC236}">
                <a16:creationId xmlns:a16="http://schemas.microsoft.com/office/drawing/2014/main" id="{CF60AFDC-55AE-4337-81AA-5402B40437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54139" y="2185805"/>
            <a:ext cx="3500715" cy="3110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5072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27DB35DD-EF37-4EE8-A30E-BD98C11D0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Symtom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20EA7044-4A94-4E7B-90AE-A6AAF65BB2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51579" y="2015732"/>
                <a:ext cx="6899051" cy="3450613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sv-S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𝐸𝑛</m:t>
                      </m:r>
                      <m:r>
                        <a:rPr lang="sv-S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sv-S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𝑠𝑗𝑢𝑘𝑑𝑜𝑚</m:t>
                      </m:r>
                      <m:r>
                        <a:rPr lang="sv-SE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r>
                        <a:rPr lang="sv-S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𝑜𝑙𝑖𝑘𝑎</m:t>
                      </m:r>
                      <m:r>
                        <a:rPr lang="sv-S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sv-S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𝑠𝑦𝑚𝑝𝑡𝑜𝑚</m:t>
                      </m:r>
                      <m:r>
                        <a:rPr lang="sv-S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sv-S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v-S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𝑜𝑐h</m:t>
                          </m:r>
                          <m:r>
                            <a:rPr lang="sv-S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sv-S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𝑣𝑖𝑐𝑒</m:t>
                          </m:r>
                          <m:r>
                            <a:rPr lang="sv-S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sv-S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𝑣𝑒𝑟𝑠𝑎</m:t>
                          </m:r>
                        </m:e>
                      </m:d>
                    </m:oMath>
                  </m:oMathPara>
                </a14:m>
                <a:endParaRPr lang="sv-SE"/>
              </a:p>
              <a:p>
                <a:pPr marL="0" indent="0">
                  <a:buNone/>
                </a:pPr>
                <a:endParaRPr lang="sv-SE"/>
              </a:p>
              <a:p>
                <a:r>
                  <a:rPr lang="sv-SE"/>
                  <a:t>Smärta i bröstet</a:t>
                </a:r>
              </a:p>
              <a:p>
                <a:r>
                  <a:rPr lang="sv-SE"/>
                  <a:t>Andningssvårigheter</a:t>
                </a:r>
              </a:p>
              <a:p>
                <a:r>
                  <a:rPr lang="sv-SE"/>
                  <a:t>En trång känsla i bröstkorgen</a:t>
                </a:r>
              </a:p>
              <a:p>
                <a:r>
                  <a:rPr lang="sv-SE">
                    <a:solidFill>
                      <a:schemeClr val="accent2">
                        <a:lumMod val="50000"/>
                      </a:schemeClr>
                    </a:solidFill>
                  </a:rPr>
                  <a:t>Försämrad prestationsförmåga</a:t>
                </a:r>
              </a:p>
              <a:p>
                <a:endParaRPr lang="sv-SE"/>
              </a:p>
              <a:p>
                <a:endParaRPr lang="sv-SE"/>
              </a:p>
              <a:p>
                <a:pPr marL="0" indent="0">
                  <a:buNone/>
                </a:pPr>
                <a:endParaRPr lang="sv-SE"/>
              </a:p>
            </p:txBody>
          </p:sp>
        </mc:Choice>
        <mc:Fallback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20EA7044-4A94-4E7B-90AE-A6AAF65BB2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51579" y="2015732"/>
                <a:ext cx="6899051" cy="3450613"/>
              </a:xfrm>
              <a:blipFill>
                <a:blip r:embed="rId2"/>
                <a:stretch>
                  <a:fillRect l="-795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ktangel 8">
                <a:extLst>
                  <a:ext uri="{FF2B5EF4-FFF2-40B4-BE49-F238E27FC236}">
                    <a16:creationId xmlns:a16="http://schemas.microsoft.com/office/drawing/2014/main" id="{64C18927-198A-412F-97C0-BC470298F2A1}"/>
                  </a:ext>
                </a:extLst>
              </p:cNvPr>
              <p:cNvSpPr/>
              <p:nvPr/>
            </p:nvSpPr>
            <p:spPr>
              <a:xfrm>
                <a:off x="5370991" y="3769436"/>
                <a:ext cx="483765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v-SE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⟸</m:t>
                      </m:r>
                    </m:oMath>
                  </m:oMathPara>
                </a14:m>
                <a:endParaRPr lang="sv-SE"/>
              </a:p>
            </p:txBody>
          </p:sp>
        </mc:Choice>
        <mc:Fallback>
          <p:sp>
            <p:nvSpPr>
              <p:cNvPr id="9" name="Rektangel 8">
                <a:extLst>
                  <a:ext uri="{FF2B5EF4-FFF2-40B4-BE49-F238E27FC236}">
                    <a16:creationId xmlns:a16="http://schemas.microsoft.com/office/drawing/2014/main" id="{64C18927-198A-412F-97C0-BC470298F2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0991" y="3769436"/>
                <a:ext cx="483765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Höger klammerparentes 10">
            <a:extLst>
              <a:ext uri="{FF2B5EF4-FFF2-40B4-BE49-F238E27FC236}">
                <a16:creationId xmlns:a16="http://schemas.microsoft.com/office/drawing/2014/main" id="{C6E28DB9-3F81-43FB-BB79-8341AA8E90B7}"/>
              </a:ext>
            </a:extLst>
          </p:cNvPr>
          <p:cNvSpPr/>
          <p:nvPr/>
        </p:nvSpPr>
        <p:spPr>
          <a:xfrm>
            <a:off x="5031154" y="3074530"/>
            <a:ext cx="339837" cy="1763799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5" name="Rektangel 14">
            <a:extLst>
              <a:ext uri="{FF2B5EF4-FFF2-40B4-BE49-F238E27FC236}">
                <a16:creationId xmlns:a16="http://schemas.microsoft.com/office/drawing/2014/main" id="{89E645CF-4196-44C7-AF85-E617CD6802E3}"/>
              </a:ext>
            </a:extLst>
          </p:cNvPr>
          <p:cNvSpPr/>
          <p:nvPr/>
        </p:nvSpPr>
        <p:spPr>
          <a:xfrm>
            <a:off x="5790035" y="3769436"/>
            <a:ext cx="20345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/>
              <a:t>Fysisk ansträngning?</a:t>
            </a:r>
          </a:p>
        </p:txBody>
      </p:sp>
      <p:pic>
        <p:nvPicPr>
          <p:cNvPr id="2050" name="Picture 2" descr="Kärlkramp – Hjärtinfarkt.se">
            <a:extLst>
              <a:ext uri="{FF2B5EF4-FFF2-40B4-BE49-F238E27FC236}">
                <a16:creationId xmlns:a16="http://schemas.microsoft.com/office/drawing/2014/main" id="{BB79B95C-7E27-43AA-95A0-14B39A1300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0631" y="2329565"/>
            <a:ext cx="2704223" cy="2822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65708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7B121431-DD6C-4C22-93B3-C87FDD2EC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err="1"/>
              <a:t>diagnostisering</a:t>
            </a:r>
            <a:endParaRPr lang="sv-SE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246274C0-D042-4261-BC15-22E8C0A006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4"/>
            <a:ext cx="6195784" cy="3450613"/>
          </a:xfrm>
        </p:spPr>
        <p:txBody>
          <a:bodyPr>
            <a:normAutofit/>
          </a:bodyPr>
          <a:lstStyle/>
          <a:p>
            <a:r>
              <a:rPr lang="en-US" err="1"/>
              <a:t>Läkaren</a:t>
            </a:r>
            <a:r>
              <a:rPr lang="en-US"/>
              <a:t> </a:t>
            </a:r>
            <a:r>
              <a:rPr lang="en-US" err="1"/>
              <a:t>bedömer</a:t>
            </a:r>
            <a:r>
              <a:rPr lang="en-US"/>
              <a:t> </a:t>
            </a:r>
            <a:r>
              <a:rPr lang="en-US" err="1"/>
              <a:t>först</a:t>
            </a:r>
            <a:r>
              <a:rPr lang="en-US"/>
              <a:t> </a:t>
            </a:r>
            <a:r>
              <a:rPr lang="en-US" err="1"/>
              <a:t>utifrån</a:t>
            </a:r>
            <a:r>
              <a:rPr lang="en-US"/>
              <a:t> </a:t>
            </a:r>
            <a:r>
              <a:rPr lang="en-US" err="1"/>
              <a:t>patientens</a:t>
            </a:r>
            <a:r>
              <a:rPr lang="en-US"/>
              <a:t> </a:t>
            </a:r>
            <a:r>
              <a:rPr lang="en-US" err="1"/>
              <a:t>svar</a:t>
            </a:r>
            <a:endParaRPr lang="en-US"/>
          </a:p>
          <a:p>
            <a:r>
              <a:rPr lang="en-US"/>
              <a:t>Olika </a:t>
            </a:r>
            <a:r>
              <a:rPr lang="en-US" err="1"/>
              <a:t>undersökningar</a:t>
            </a:r>
            <a:r>
              <a:rPr lang="en-US"/>
              <a:t> </a:t>
            </a:r>
            <a:r>
              <a:rPr lang="en-US" err="1"/>
              <a:t>sker</a:t>
            </a:r>
            <a:r>
              <a:rPr lang="en-US"/>
              <a:t> </a:t>
            </a:r>
            <a:r>
              <a:rPr lang="en-US" err="1"/>
              <a:t>för</a:t>
            </a:r>
            <a:r>
              <a:rPr lang="en-US"/>
              <a:t> </a:t>
            </a:r>
            <a:r>
              <a:rPr lang="en-US" err="1"/>
              <a:t>svårtolkad</a:t>
            </a:r>
            <a:r>
              <a:rPr lang="en-US"/>
              <a:t> </a:t>
            </a:r>
            <a:r>
              <a:rPr lang="en-US" err="1"/>
              <a:t>resultat</a:t>
            </a:r>
            <a:r>
              <a:rPr lang="en-US"/>
              <a:t>:</a:t>
            </a:r>
          </a:p>
          <a:p>
            <a:r>
              <a:rPr lang="en-US"/>
              <a:t>- EKG </a:t>
            </a:r>
            <a:r>
              <a:rPr lang="en-US" err="1"/>
              <a:t>undersökning</a:t>
            </a:r>
            <a:endParaRPr lang="en-US"/>
          </a:p>
          <a:p>
            <a:r>
              <a:rPr lang="en-US"/>
              <a:t>- </a:t>
            </a:r>
            <a:r>
              <a:rPr lang="en-US" err="1"/>
              <a:t>arbetsprov</a:t>
            </a:r>
            <a:endParaRPr lang="en-US"/>
          </a:p>
          <a:p>
            <a:r>
              <a:rPr lang="en-US"/>
              <a:t>- </a:t>
            </a:r>
            <a:r>
              <a:rPr lang="en-US" err="1"/>
              <a:t>ultraljudundersökning</a:t>
            </a:r>
            <a:r>
              <a:rPr lang="en-US"/>
              <a:t> </a:t>
            </a:r>
          </a:p>
          <a:p>
            <a:r>
              <a:rPr lang="en-US" err="1"/>
              <a:t>kärlkransröntgen</a:t>
            </a:r>
            <a:endParaRPr lang="sv-SE"/>
          </a:p>
        </p:txBody>
      </p:sp>
      <p:pic>
        <p:nvPicPr>
          <p:cNvPr id="7" name="Graphic 6" descr="Bock">
            <a:extLst>
              <a:ext uri="{FF2B5EF4-FFF2-40B4-BE49-F238E27FC236}">
                <a16:creationId xmlns:a16="http://schemas.microsoft.com/office/drawing/2014/main" id="{052D6901-59F9-4C87-9EF3-36889F9E5A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8756" y="2277991"/>
            <a:ext cx="2926098" cy="2926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176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C55BEC5C-40BC-49D2-8454-9C0E2F34E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/>
              <a:t>Behandlingsmetod</a:t>
            </a:r>
            <a:endParaRPr lang="sv-SE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F190103F-6AA3-4A14-A324-EEF18153DA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4"/>
            <a:ext cx="4162555" cy="3450613"/>
          </a:xfrm>
        </p:spPr>
        <p:txBody>
          <a:bodyPr>
            <a:normAutofit/>
          </a:bodyPr>
          <a:lstStyle/>
          <a:p>
            <a:r>
              <a:rPr lang="en-US" err="1"/>
              <a:t>Läkemedel</a:t>
            </a:r>
            <a:r>
              <a:rPr lang="en-US"/>
              <a:t> </a:t>
            </a:r>
            <a:r>
              <a:rPr lang="en-US" err="1"/>
              <a:t>för</a:t>
            </a:r>
            <a:r>
              <a:rPr lang="en-US"/>
              <a:t> </a:t>
            </a:r>
            <a:r>
              <a:rPr lang="en-US" err="1"/>
              <a:t>att</a:t>
            </a:r>
            <a:r>
              <a:rPr lang="en-US"/>
              <a:t> </a:t>
            </a:r>
            <a:r>
              <a:rPr lang="en-US" err="1"/>
              <a:t>lindra</a:t>
            </a:r>
            <a:r>
              <a:rPr lang="en-US"/>
              <a:t> </a:t>
            </a:r>
            <a:r>
              <a:rPr lang="en-US" err="1"/>
              <a:t>smärtan</a:t>
            </a:r>
            <a:r>
              <a:rPr lang="en-US"/>
              <a:t> </a:t>
            </a:r>
            <a:r>
              <a:rPr lang="en-US" err="1"/>
              <a:t>och</a:t>
            </a:r>
            <a:r>
              <a:rPr lang="en-US"/>
              <a:t> </a:t>
            </a:r>
            <a:r>
              <a:rPr lang="en-US" err="1"/>
              <a:t>öka</a:t>
            </a:r>
            <a:r>
              <a:rPr lang="en-US"/>
              <a:t> </a:t>
            </a:r>
            <a:r>
              <a:rPr lang="en-US" err="1"/>
              <a:t>blodflödet</a:t>
            </a:r>
            <a:endParaRPr lang="en-US"/>
          </a:p>
          <a:p>
            <a:r>
              <a:rPr lang="en-US"/>
              <a:t>By-pass operation</a:t>
            </a:r>
          </a:p>
          <a:p>
            <a:r>
              <a:rPr lang="en-US" err="1"/>
              <a:t>Ballongvidgning</a:t>
            </a:r>
            <a:r>
              <a:rPr lang="en-US"/>
              <a:t> av </a:t>
            </a:r>
            <a:r>
              <a:rPr lang="en-US" err="1"/>
              <a:t>kranskärl</a:t>
            </a:r>
            <a:r>
              <a:rPr lang="en-US"/>
              <a:t> </a:t>
            </a:r>
          </a:p>
          <a:p>
            <a:endParaRPr lang="en-US"/>
          </a:p>
          <a:p>
            <a:pPr marL="0" indent="0">
              <a:buNone/>
            </a:pPr>
            <a:endParaRPr lang="sv-SE"/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D2693447-4D2F-4659-9C17-155B4B2F2F5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551" r="11676" b="-2"/>
          <a:stretch/>
        </p:blipFill>
        <p:spPr>
          <a:xfrm>
            <a:off x="7325517" y="2015734"/>
            <a:ext cx="2498231" cy="3450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0808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3A31358C-A4D8-48C3-89A5-7F77C3FF9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Prognos</a:t>
            </a:r>
            <a:r>
              <a:rPr lang="en-US" dirty="0"/>
              <a:t> - 1</a:t>
            </a:r>
            <a:endParaRPr lang="sv-SE" dirty="0"/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70746724-B3B0-4490-B849-5BD3668A03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Riskfaktorer</a:t>
            </a:r>
            <a:endParaRPr lang="sv-SE"/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6B1EB6D3-8B80-4F00-8A33-44C4BF8EB9B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Regelbunden</a:t>
            </a:r>
            <a:r>
              <a:rPr lang="en-US" dirty="0"/>
              <a:t> motion, men…</a:t>
            </a:r>
          </a:p>
          <a:p>
            <a:r>
              <a:rPr lang="en-US" dirty="0" err="1"/>
              <a:t>Andra</a:t>
            </a:r>
            <a:r>
              <a:rPr lang="en-US" dirty="0"/>
              <a:t> </a:t>
            </a:r>
            <a:r>
              <a:rPr lang="en-US" dirty="0" err="1"/>
              <a:t>eventuella</a:t>
            </a:r>
            <a:r>
              <a:rPr lang="en-US" dirty="0"/>
              <a:t> </a:t>
            </a:r>
            <a:r>
              <a:rPr lang="en-US" dirty="0" err="1"/>
              <a:t>sjukdomar</a:t>
            </a:r>
            <a:endParaRPr lang="en-US" dirty="0"/>
          </a:p>
          <a:p>
            <a:r>
              <a:rPr lang="en-US" dirty="0"/>
              <a:t>Stress</a:t>
            </a:r>
          </a:p>
          <a:p>
            <a:endParaRPr lang="sv-SE" dirty="0"/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613CB757-88FC-4969-B8B2-ED3BA85733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err="1"/>
              <a:t>Sjukdomsutveckling</a:t>
            </a:r>
            <a:endParaRPr lang="sv-SE" dirty="0"/>
          </a:p>
        </p:txBody>
      </p:sp>
      <p:sp>
        <p:nvSpPr>
          <p:cNvPr id="6" name="Platshållare för innehåll 5">
            <a:extLst>
              <a:ext uri="{FF2B5EF4-FFF2-40B4-BE49-F238E27FC236}">
                <a16:creationId xmlns:a16="http://schemas.microsoft.com/office/drawing/2014/main" id="{9E8AAE19-27FD-4ABC-9E83-530F6EB00B1A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Hjärtinfarkt</a:t>
            </a:r>
            <a:endParaRPr lang="en-US" dirty="0"/>
          </a:p>
          <a:p>
            <a:r>
              <a:rPr lang="en-US" dirty="0" err="1"/>
              <a:t>Hjärtsvikt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85287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3A31358C-A4D8-48C3-89A5-7F77C3FF9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Prognos</a:t>
            </a:r>
            <a:r>
              <a:rPr lang="en-US" dirty="0"/>
              <a:t> - 2</a:t>
            </a:r>
            <a:endParaRPr lang="sv-SE" dirty="0"/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70746724-B3B0-4490-B849-5BD3668A03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Riskfaktorer</a:t>
            </a:r>
            <a:endParaRPr lang="sv-SE"/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6B1EB6D3-8B80-4F00-8A33-44C4BF8EB9B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Å </a:t>
            </a:r>
            <a:r>
              <a:rPr lang="en-US" dirty="0" err="1"/>
              <a:t>ena</a:t>
            </a:r>
            <a:r>
              <a:rPr lang="en-US" dirty="0"/>
              <a:t> </a:t>
            </a:r>
            <a:r>
              <a:rPr lang="en-US" dirty="0" err="1"/>
              <a:t>sida</a:t>
            </a:r>
            <a:r>
              <a:rPr lang="en-US" dirty="0"/>
              <a:t>…</a:t>
            </a:r>
          </a:p>
          <a:p>
            <a:r>
              <a:rPr lang="en-US" dirty="0"/>
              <a:t>Å </a:t>
            </a:r>
            <a:r>
              <a:rPr lang="en-US" dirty="0" err="1"/>
              <a:t>andra</a:t>
            </a:r>
            <a:r>
              <a:rPr lang="en-US" dirty="0"/>
              <a:t> </a:t>
            </a:r>
            <a:r>
              <a:rPr lang="en-US" dirty="0" err="1"/>
              <a:t>sidan</a:t>
            </a:r>
            <a:r>
              <a:rPr lang="en-US" dirty="0"/>
              <a:t>…</a:t>
            </a:r>
          </a:p>
          <a:p>
            <a:r>
              <a:rPr lang="sv-SE" dirty="0"/>
              <a:t>Hinder för sexuellt samliv?</a:t>
            </a:r>
          </a:p>
          <a:p>
            <a:pPr marL="0" indent="0">
              <a:buNone/>
            </a:pPr>
            <a:endParaRPr lang="sv-SE" dirty="0"/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613CB757-88FC-4969-B8B2-ED3BA85733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err="1"/>
              <a:t>Statistik</a:t>
            </a:r>
            <a:r>
              <a:rPr lang="en-US" dirty="0"/>
              <a:t> </a:t>
            </a:r>
            <a:r>
              <a:rPr lang="en-US" dirty="0" err="1"/>
              <a:t>från</a:t>
            </a:r>
            <a:r>
              <a:rPr lang="en-US" dirty="0"/>
              <a:t> 1177.se</a:t>
            </a:r>
            <a:endParaRPr lang="sv-SE" dirty="0"/>
          </a:p>
        </p:txBody>
      </p:sp>
      <p:sp>
        <p:nvSpPr>
          <p:cNvPr id="6" name="Platshållare för innehåll 5">
            <a:extLst>
              <a:ext uri="{FF2B5EF4-FFF2-40B4-BE49-F238E27FC236}">
                <a16:creationId xmlns:a16="http://schemas.microsoft.com/office/drawing/2014/main" id="{9E8AAE19-27FD-4ABC-9E83-530F6EB00B1A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US" dirty="0"/>
              <a:t>11 000 pers/</a:t>
            </a:r>
            <a:r>
              <a:rPr lang="en-US" dirty="0" err="1"/>
              <a:t>år</a:t>
            </a:r>
            <a:r>
              <a:rPr lang="en-US" dirty="0"/>
              <a:t> </a:t>
            </a:r>
            <a:r>
              <a:rPr lang="en-US" dirty="0" err="1"/>
              <a:t>mellan</a:t>
            </a:r>
            <a:r>
              <a:rPr lang="en-US" dirty="0"/>
              <a:t> 45 </a:t>
            </a:r>
            <a:r>
              <a:rPr lang="en-US" dirty="0" err="1"/>
              <a:t>och</a:t>
            </a:r>
            <a:r>
              <a:rPr lang="en-US" dirty="0"/>
              <a:t> 70 </a:t>
            </a:r>
            <a:r>
              <a:rPr lang="en-US" dirty="0" err="1"/>
              <a:t>år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Könsskillnader</a:t>
            </a:r>
            <a:r>
              <a:rPr lang="en-US" dirty="0"/>
              <a:t> </a:t>
            </a:r>
            <a:r>
              <a:rPr lang="en-US" dirty="0" err="1"/>
              <a:t>förekommer</a:t>
            </a:r>
            <a:endParaRPr lang="en-US" dirty="0"/>
          </a:p>
          <a:p>
            <a:pPr lvl="1"/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Östrogen</a:t>
            </a:r>
            <a:endParaRPr lang="sv-SE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20413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9" name="Rectangle 58">
            <a:extLst>
              <a:ext uri="{FF2B5EF4-FFF2-40B4-BE49-F238E27FC236}">
                <a16:creationId xmlns:a16="http://schemas.microsoft.com/office/drawing/2014/main" id="{D0712110-0BC1-4B31-B3BB-63B44222E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4466B5F3-C053-4580-B04A-1EF9498882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A10375-37DE-4A78-997F-D16C276AC5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2616" y="962902"/>
            <a:ext cx="4176384" cy="2380828"/>
          </a:xfrm>
        </p:spPr>
        <p:txBody>
          <a:bodyPr>
            <a:normAutofit/>
          </a:bodyPr>
          <a:lstStyle/>
          <a:p>
            <a:r>
              <a:rPr lang="sv-SE" sz="4800"/>
              <a:t>stroke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72EA11-6307-4B8D-9F19-01539120B6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52617" y="3531204"/>
            <a:ext cx="4171479" cy="1610643"/>
          </a:xfrm>
        </p:spPr>
        <p:txBody>
          <a:bodyPr vert="horz" lIns="91440" tIns="91440" rIns="91440" bIns="91440" rtlCol="0">
            <a:normAutofit/>
          </a:bodyPr>
          <a:lstStyle/>
          <a:p>
            <a:pPr marL="285750" indent="-285750">
              <a:buChar char="•"/>
            </a:pPr>
            <a:r>
              <a:rPr lang="sv-SE" sz="1600"/>
              <a:t>Vad är en stroke?</a:t>
            </a:r>
          </a:p>
          <a:p>
            <a:pPr marL="285750" indent="-285750">
              <a:buChar char="•"/>
            </a:pPr>
            <a:r>
              <a:rPr lang="sv-SE" sz="1600"/>
              <a:t>Orsaken?</a:t>
            </a: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FA6123F2-4B61-414F-A7E5-5B7828EA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2617" y="3528543"/>
            <a:ext cx="417147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6" name="Bildobjekt 6" descr="En bild som visar pil&#10;&#10;Automatiskt genererad beskrivning">
            <a:extLst>
              <a:ext uri="{FF2B5EF4-FFF2-40B4-BE49-F238E27FC236}">
                <a16:creationId xmlns:a16="http://schemas.microsoft.com/office/drawing/2014/main" id="{9BEDC767-3A47-4B3F-9D44-B66B1F880D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11" y="1406010"/>
            <a:ext cx="4960442" cy="3459908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25CED634-E2D0-4AB7-96DD-816C9B52C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FCDDCDFB-696D-4FDF-9B58-24F71B7C37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26606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D0712110-0BC1-4B31-B3BB-63B44222E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466B5F3-C053-4580-B04A-1EF9498882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056784-A646-4B93-8910-6A480E3C5D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2616" y="962902"/>
            <a:ext cx="4176384" cy="2380828"/>
          </a:xfrm>
        </p:spPr>
        <p:txBody>
          <a:bodyPr>
            <a:normAutofit/>
          </a:bodyPr>
          <a:lstStyle/>
          <a:p>
            <a:r>
              <a:rPr lang="sv-SE" sz="4400"/>
              <a:t>hjärtinfarkt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0A2062-B88B-4C29-A71B-73EA2ECDEF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52617" y="3531204"/>
            <a:ext cx="4171479" cy="1610643"/>
          </a:xfrm>
        </p:spPr>
        <p:txBody>
          <a:bodyPr vert="horz" lIns="91440" tIns="91440" rIns="91440" bIns="91440" rtlCol="0">
            <a:normAutofit/>
          </a:bodyPr>
          <a:lstStyle/>
          <a:p>
            <a:pPr marL="285750" indent="-285750">
              <a:buChar char="•"/>
            </a:pPr>
            <a:r>
              <a:rPr lang="sv-SE" sz="1600"/>
              <a:t>Ateroskleros (åderförfettning)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A6123F2-4B61-414F-A7E5-5B7828EA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2617" y="3528543"/>
            <a:ext cx="417147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7" name="Bildobjekt 7">
            <a:extLst>
              <a:ext uri="{FF2B5EF4-FFF2-40B4-BE49-F238E27FC236}">
                <a16:creationId xmlns:a16="http://schemas.microsoft.com/office/drawing/2014/main" id="{BE589592-5721-4A33-8C88-D1035E78B3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213"/>
          <a:stretch/>
        </p:blipFill>
        <p:spPr>
          <a:xfrm>
            <a:off x="6094411" y="1609772"/>
            <a:ext cx="4960442" cy="3052383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25CED634-E2D0-4AB7-96DD-816C9B52C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CDDCDFB-696D-4FDF-9B58-24F71B7C37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ruta 3">
            <a:extLst>
              <a:ext uri="{FF2B5EF4-FFF2-40B4-BE49-F238E27FC236}">
                <a16:creationId xmlns:a16="http://schemas.microsoft.com/office/drawing/2014/main" id="{223F76B9-233B-4530-8512-2BF4B4EA2338}"/>
              </a:ext>
            </a:extLst>
          </p:cNvPr>
          <p:cNvSpPr txBox="1"/>
          <p:nvPr/>
        </p:nvSpPr>
        <p:spPr>
          <a:xfrm>
            <a:off x="5412059" y="459059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1398039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CABCAE3-64FC-4149-819F-2C1812824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12FDCFE-9AD2-4D8A-8CBF-B3AA37EBF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BD463FC-4CA8-4FF4-85A3-AF9F4B98D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56012FD-74A8-4C91-B318-435CF2B719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35C3D674-3D59-4E93-80CA-0C0A9095E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884B8F8-FDC9-498B-9960-5D7260AFC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6" y="1847088"/>
            <a:ext cx="417737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871E27A-A78A-4313-8D34-6D2808C6AE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1580" y="804520"/>
            <a:ext cx="4176511" cy="104923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err="1"/>
              <a:t>symtom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F2A81E1-BCBE-426B-8C09-33274E6940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D6E247-1E69-46F3-A2D2-862FD65AE3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51581" y="2015732"/>
            <a:ext cx="4172212" cy="3450613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err="1"/>
              <a:t>talsvårigheter</a:t>
            </a:r>
            <a:endParaRPr lang="en-US"/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err="1"/>
              <a:t>Synstörning</a:t>
            </a:r>
            <a:endParaRPr lang="en-US"/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err="1"/>
              <a:t>Förlamning</a:t>
            </a:r>
            <a:endParaRPr lang="en-US"/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err="1"/>
              <a:t>Svårighet</a:t>
            </a:r>
            <a:r>
              <a:rPr lang="en-US"/>
              <a:t> </a:t>
            </a:r>
            <a:r>
              <a:rPr lang="en-US" err="1"/>
              <a:t>för</a:t>
            </a:r>
            <a:r>
              <a:rPr lang="en-US"/>
              <a:t> </a:t>
            </a:r>
            <a:r>
              <a:rPr lang="en-US" err="1"/>
              <a:t>att</a:t>
            </a:r>
            <a:r>
              <a:rPr lang="en-US"/>
              <a:t> </a:t>
            </a:r>
            <a:r>
              <a:rPr lang="en-US" err="1"/>
              <a:t>förstå</a:t>
            </a:r>
            <a:r>
              <a:rPr lang="en-US"/>
              <a:t> </a:t>
            </a:r>
            <a:r>
              <a:rPr lang="en-US" err="1"/>
              <a:t>andra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err="1"/>
              <a:t>yrsel</a:t>
            </a:r>
            <a:endParaRPr lang="en-US"/>
          </a:p>
          <a:p>
            <a:pPr indent="-228600">
              <a:buFont typeface="Arial" panose="020B0604020202020204" pitchFamily="34" charset="0"/>
              <a:buChar char="•"/>
            </a:pPr>
            <a:endParaRPr lang="en-US"/>
          </a:p>
        </p:txBody>
      </p:sp>
      <p:pic>
        <p:nvPicPr>
          <p:cNvPr id="6" name="Bildobjekt 6">
            <a:extLst>
              <a:ext uri="{FF2B5EF4-FFF2-40B4-BE49-F238E27FC236}">
                <a16:creationId xmlns:a16="http://schemas.microsoft.com/office/drawing/2014/main" id="{11AAB0DE-2792-4EDE-A2CF-2AA89A577A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411" y="810757"/>
            <a:ext cx="4960442" cy="4650414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9D1DDD4-5BB3-45BA-B9B3-06B62299AD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24DAE64-2302-42EA-8239-F2F0775CA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42270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63">
            <a:extLst>
              <a:ext uri="{FF2B5EF4-FFF2-40B4-BE49-F238E27FC236}">
                <a16:creationId xmlns:a16="http://schemas.microsoft.com/office/drawing/2014/main" id="{0CABCAE3-64FC-4149-819F-2C1812824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62" name="Picture 65">
            <a:extLst>
              <a:ext uri="{FF2B5EF4-FFF2-40B4-BE49-F238E27FC236}">
                <a16:creationId xmlns:a16="http://schemas.microsoft.com/office/drawing/2014/main" id="{012FDCFE-9AD2-4D8A-8CBF-B3AA37EBF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63" name="Straight Connector 67">
            <a:extLst>
              <a:ext uri="{FF2B5EF4-FFF2-40B4-BE49-F238E27FC236}">
                <a16:creationId xmlns:a16="http://schemas.microsoft.com/office/drawing/2014/main" id="{FBD463FC-4CA8-4FF4-85A3-AF9F4B98D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9">
            <a:extLst>
              <a:ext uri="{FF2B5EF4-FFF2-40B4-BE49-F238E27FC236}">
                <a16:creationId xmlns:a16="http://schemas.microsoft.com/office/drawing/2014/main" id="{A56012FD-74A8-4C91-B318-435CF2B719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67" name="Rectangle 71">
            <a:extLst>
              <a:ext uri="{FF2B5EF4-FFF2-40B4-BE49-F238E27FC236}">
                <a16:creationId xmlns:a16="http://schemas.microsoft.com/office/drawing/2014/main" id="{35C3D674-3D59-4E93-80CA-0C0A9095E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C884B8F8-FDC9-498B-9960-5D7260AFC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6" y="1847088"/>
            <a:ext cx="417737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CE264CB9-244B-4DAE-B4A0-3F466AF6D0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1580" y="804520"/>
            <a:ext cx="4176511" cy="104923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/>
              <a:t>Akut-testet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EF2A81E1-BCBE-426B-8C09-33274E6940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7BC839-02C7-43E7-AEDC-F762783133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51581" y="2015732"/>
            <a:ext cx="4172212" cy="3450613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/>
              <a:t>A – Ansiktet</a:t>
            </a:r>
            <a:br>
              <a:rPr lang="en-US"/>
            </a:br>
            <a:r>
              <a:rPr lang="en-US"/>
              <a:t> K – Kroppsdel</a:t>
            </a:r>
            <a:br>
              <a:rPr lang="en-US"/>
            </a:br>
            <a:r>
              <a:rPr lang="en-US"/>
              <a:t> U – Uttal</a:t>
            </a:r>
            <a:br>
              <a:rPr lang="en-US"/>
            </a:br>
            <a:r>
              <a:rPr lang="en-US"/>
              <a:t> T - Tid</a:t>
            </a:r>
          </a:p>
        </p:txBody>
      </p:sp>
      <p:pic>
        <p:nvPicPr>
          <p:cNvPr id="5" name="Bildobjekt 5">
            <a:extLst>
              <a:ext uri="{FF2B5EF4-FFF2-40B4-BE49-F238E27FC236}">
                <a16:creationId xmlns:a16="http://schemas.microsoft.com/office/drawing/2014/main" id="{1219CEF8-7DA4-42E2-80E4-76C5167C99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411" y="1027776"/>
            <a:ext cx="4960442" cy="4216375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39D1DDD4-5BB3-45BA-B9B3-06B62299AD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A24DAE64-2302-42EA-8239-F2F0775CA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13473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E07B8-29FD-4767-9B66-5B428D158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>
                <a:ea typeface="+mj-lt"/>
                <a:cs typeface="+mj-lt"/>
              </a:rPr>
              <a:t>Behandlingsmetoder</a:t>
            </a:r>
            <a:r>
              <a:rPr lang="en-US">
                <a:ea typeface="+mj-lt"/>
                <a:cs typeface="+mj-lt"/>
              </a:rPr>
              <a:t> </a:t>
            </a:r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30FC52-FFC5-44DE-867E-49BA023B04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ea typeface="+mn-lt"/>
                <a:cs typeface="+mn-lt"/>
              </a:rPr>
              <a:t>Behandling av stroke: </a:t>
            </a:r>
            <a:r>
              <a:rPr lang="en-US" err="1">
                <a:ea typeface="+mn-lt"/>
                <a:cs typeface="+mn-lt"/>
              </a:rPr>
              <a:t>Blodpropp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eller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blödning</a:t>
            </a:r>
            <a:r>
              <a:rPr lang="en-US">
                <a:ea typeface="+mn-lt"/>
                <a:cs typeface="+mn-lt"/>
              </a:rPr>
              <a:t>?</a:t>
            </a:r>
            <a:endParaRPr lang="en-US"/>
          </a:p>
          <a:p>
            <a:r>
              <a:rPr lang="en-US">
                <a:ea typeface="+mn-lt"/>
                <a:cs typeface="+mn-lt"/>
              </a:rPr>
              <a:t>Blödning (</a:t>
            </a:r>
            <a:r>
              <a:rPr lang="en-US" err="1">
                <a:ea typeface="+mn-lt"/>
                <a:cs typeface="+mn-lt"/>
              </a:rPr>
              <a:t>pulsåderbråck</a:t>
            </a:r>
            <a:r>
              <a:rPr lang="en-US">
                <a:ea typeface="+mn-lt"/>
                <a:cs typeface="+mn-lt"/>
              </a:rPr>
              <a:t>) – </a:t>
            </a:r>
            <a:r>
              <a:rPr lang="en-US" err="1">
                <a:ea typeface="+mn-lt"/>
                <a:cs typeface="+mn-lt"/>
              </a:rPr>
              <a:t>neurologisk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klinik</a:t>
            </a:r>
            <a:r>
              <a:rPr lang="en-US">
                <a:ea typeface="+mn-lt"/>
                <a:cs typeface="+mn-lt"/>
              </a:rPr>
              <a:t> – </a:t>
            </a:r>
            <a:r>
              <a:rPr lang="en-US" err="1">
                <a:ea typeface="+mn-lt"/>
                <a:cs typeface="+mn-lt"/>
              </a:rPr>
              <a:t>Behandling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på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utsidan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eller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insidan</a:t>
            </a:r>
            <a:r>
              <a:rPr lang="en-US">
                <a:ea typeface="+mn-lt"/>
                <a:cs typeface="+mn-lt"/>
              </a:rPr>
              <a:t> av </a:t>
            </a:r>
            <a:r>
              <a:rPr lang="en-US" err="1">
                <a:ea typeface="+mn-lt"/>
                <a:cs typeface="+mn-lt"/>
              </a:rPr>
              <a:t>brustna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kärlet</a:t>
            </a:r>
            <a:endParaRPr lang="en-US" err="1"/>
          </a:p>
          <a:p>
            <a:r>
              <a:rPr lang="en-US">
                <a:ea typeface="+mn-lt"/>
                <a:cs typeface="+mn-lt"/>
              </a:rPr>
              <a:t>Blodpropp – </a:t>
            </a:r>
            <a:r>
              <a:rPr lang="en-US" err="1">
                <a:ea typeface="+mn-lt"/>
                <a:cs typeface="+mn-lt"/>
              </a:rPr>
              <a:t>Trombolys</a:t>
            </a:r>
            <a:r>
              <a:rPr lang="en-US">
                <a:ea typeface="+mn-lt"/>
                <a:cs typeface="+mn-lt"/>
              </a:rPr>
              <a:t> – </a:t>
            </a:r>
            <a:r>
              <a:rPr lang="en-US" err="1">
                <a:ea typeface="+mn-lt"/>
                <a:cs typeface="+mn-lt"/>
              </a:rPr>
              <a:t>blodproppslösande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medicin</a:t>
            </a:r>
            <a:r>
              <a:rPr lang="en-US">
                <a:ea typeface="+mn-lt"/>
                <a:cs typeface="+mn-lt"/>
              </a:rPr>
              <a:t> </a:t>
            </a:r>
            <a:endParaRPr lang="en-US"/>
          </a:p>
          <a:p>
            <a:r>
              <a:rPr lang="en-US">
                <a:ea typeface="+mn-lt"/>
                <a:cs typeface="+mn-lt"/>
              </a:rPr>
              <a:t>Alt. Metod: operation – </a:t>
            </a:r>
            <a:r>
              <a:rPr lang="en-US" err="1">
                <a:ea typeface="+mn-lt"/>
                <a:cs typeface="+mn-lt"/>
              </a:rPr>
              <a:t>såga</a:t>
            </a:r>
            <a:r>
              <a:rPr lang="en-US">
                <a:ea typeface="+mn-lt"/>
                <a:cs typeface="+mn-lt"/>
              </a:rPr>
              <a:t> av </a:t>
            </a:r>
            <a:r>
              <a:rPr lang="en-US" err="1">
                <a:ea typeface="+mn-lt"/>
                <a:cs typeface="+mn-lt"/>
              </a:rPr>
              <a:t>skallbenet</a:t>
            </a:r>
            <a:r>
              <a:rPr lang="en-US">
                <a:ea typeface="+mn-lt"/>
                <a:cs typeface="+mn-lt"/>
              </a:rPr>
              <a:t> </a:t>
            </a:r>
            <a:br>
              <a:rPr lang="en-US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 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4123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49F99-03FB-4A58-B73C-FA9201B42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Prognos</a:t>
            </a:r>
            <a:r>
              <a:rPr lang="en-US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6D18CD-D0C1-4F54-8772-5A7F9390C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>
                <a:ea typeface="+mn-lt"/>
                <a:cs typeface="+mn-lt"/>
              </a:rPr>
              <a:t>25 000-30 000 </a:t>
            </a:r>
            <a:r>
              <a:rPr lang="en-US" dirty="0" err="1">
                <a:ea typeface="+mn-lt"/>
                <a:cs typeface="+mn-lt"/>
              </a:rPr>
              <a:t>drabbas</a:t>
            </a:r>
            <a:r>
              <a:rPr lang="en-US" dirty="0">
                <a:ea typeface="+mn-lt"/>
                <a:cs typeface="+mn-lt"/>
              </a:rPr>
              <a:t> av stroke </a:t>
            </a:r>
            <a:r>
              <a:rPr lang="en-US" dirty="0" err="1">
                <a:ea typeface="+mn-lt"/>
                <a:cs typeface="+mn-lt"/>
              </a:rPr>
              <a:t>i</a:t>
            </a:r>
            <a:r>
              <a:rPr lang="en-US" dirty="0">
                <a:ea typeface="+mn-lt"/>
                <a:cs typeface="+mn-lt"/>
              </a:rPr>
              <a:t> Sverige </a:t>
            </a:r>
            <a:r>
              <a:rPr lang="en-US" dirty="0" err="1">
                <a:ea typeface="+mn-lt"/>
                <a:cs typeface="+mn-lt"/>
              </a:rPr>
              <a:t>varje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år</a:t>
            </a:r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20% </a:t>
            </a:r>
            <a:r>
              <a:rPr lang="en-US" dirty="0" err="1">
                <a:ea typeface="+mn-lt"/>
                <a:cs typeface="+mn-lt"/>
              </a:rPr>
              <a:t>dör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inom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loppet</a:t>
            </a:r>
            <a:r>
              <a:rPr lang="en-US" dirty="0">
                <a:ea typeface="+mn-lt"/>
                <a:cs typeface="+mn-lt"/>
              </a:rPr>
              <a:t> av </a:t>
            </a:r>
            <a:r>
              <a:rPr lang="en-US" dirty="0" err="1">
                <a:ea typeface="+mn-lt"/>
                <a:cs typeface="+mn-lt"/>
              </a:rPr>
              <a:t>en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månad</a:t>
            </a:r>
            <a:r>
              <a:rPr lang="en-US" dirty="0">
                <a:ea typeface="+mn-lt"/>
                <a:cs typeface="+mn-lt"/>
              </a:rPr>
              <a:t>. </a:t>
            </a:r>
          </a:p>
          <a:p>
            <a:r>
              <a:rPr lang="en-US" dirty="0" err="1">
                <a:ea typeface="+mn-lt"/>
                <a:cs typeface="+mn-lt"/>
              </a:rPr>
              <a:t>Mortaliteten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ökar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successivt</a:t>
            </a:r>
            <a:r>
              <a:rPr lang="en-US" dirty="0">
                <a:ea typeface="+mn-lt"/>
                <a:cs typeface="+mn-lt"/>
              </a:rPr>
              <a:t> </a:t>
            </a:r>
          </a:p>
          <a:p>
            <a:r>
              <a:rPr lang="en-US" dirty="0" err="1">
                <a:ea typeface="+mn-lt"/>
                <a:cs typeface="+mn-lt"/>
              </a:rPr>
              <a:t>Mortalitetn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efter</a:t>
            </a:r>
            <a:r>
              <a:rPr lang="en-US" dirty="0">
                <a:ea typeface="+mn-lt"/>
                <a:cs typeface="+mn-lt"/>
              </a:rPr>
              <a:t> 1 </a:t>
            </a:r>
            <a:r>
              <a:rPr lang="en-US" dirty="0" err="1">
                <a:ea typeface="+mn-lt"/>
                <a:cs typeface="+mn-lt"/>
              </a:rPr>
              <a:t>år</a:t>
            </a:r>
            <a:r>
              <a:rPr lang="en-US" dirty="0">
                <a:ea typeface="+mn-lt"/>
                <a:cs typeface="+mn-lt"/>
              </a:rPr>
              <a:t> = 30%</a:t>
            </a:r>
          </a:p>
          <a:p>
            <a:r>
              <a:rPr lang="en-US" dirty="0" err="1">
                <a:ea typeface="+mn-lt"/>
                <a:cs typeface="+mn-lt"/>
              </a:rPr>
              <a:t>Mortaliteten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efter</a:t>
            </a:r>
            <a:r>
              <a:rPr lang="en-US" dirty="0">
                <a:ea typeface="+mn-lt"/>
                <a:cs typeface="+mn-lt"/>
              </a:rPr>
              <a:t> 5 </a:t>
            </a:r>
            <a:r>
              <a:rPr lang="en-US" dirty="0" err="1">
                <a:ea typeface="+mn-lt"/>
                <a:cs typeface="+mn-lt"/>
              </a:rPr>
              <a:t>år</a:t>
            </a:r>
            <a:r>
              <a:rPr lang="en-US" dirty="0">
                <a:ea typeface="+mn-lt"/>
                <a:cs typeface="+mn-lt"/>
              </a:rPr>
              <a:t> = 50-60%. </a:t>
            </a:r>
          </a:p>
          <a:p>
            <a:r>
              <a:rPr lang="en-US" dirty="0" err="1">
                <a:ea typeface="+mn-lt"/>
                <a:cs typeface="+mn-lt"/>
              </a:rPr>
              <a:t>Ungefär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en</a:t>
            </a:r>
            <a:r>
              <a:rPr lang="en-US" dirty="0">
                <a:ea typeface="+mn-lt"/>
                <a:cs typeface="+mn-lt"/>
              </a:rPr>
              <a:t> 1/3  -&gt; </a:t>
            </a:r>
            <a:r>
              <a:rPr lang="en-US" dirty="0" err="1">
                <a:ea typeface="+mn-lt"/>
                <a:cs typeface="+mn-lt"/>
              </a:rPr>
              <a:t>drabbas</a:t>
            </a:r>
            <a:r>
              <a:rPr lang="en-US" dirty="0">
                <a:ea typeface="+mn-lt"/>
                <a:cs typeface="+mn-lt"/>
              </a:rPr>
              <a:t> av </a:t>
            </a:r>
            <a:r>
              <a:rPr lang="en-US" dirty="0" err="1">
                <a:ea typeface="+mn-lt"/>
                <a:cs typeface="+mn-lt"/>
              </a:rPr>
              <a:t>funktionshinder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som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kvarstår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cirka</a:t>
            </a:r>
            <a:r>
              <a:rPr lang="en-US" dirty="0">
                <a:ea typeface="+mn-lt"/>
                <a:cs typeface="+mn-lt"/>
              </a:rPr>
              <a:t> 6-12 </a:t>
            </a:r>
            <a:r>
              <a:rPr lang="en-US" dirty="0" err="1">
                <a:ea typeface="+mn-lt"/>
                <a:cs typeface="+mn-lt"/>
              </a:rPr>
              <a:t>månader</a:t>
            </a:r>
            <a:r>
              <a:rPr lang="en-US" dirty="0">
                <a:ea typeface="+mn-lt"/>
                <a:cs typeface="+mn-lt"/>
              </a:rPr>
              <a:t> 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(</a:t>
            </a:r>
            <a:r>
              <a:rPr lang="en-US" dirty="0">
                <a:ea typeface="+mn-lt"/>
                <a:cs typeface="+mn-lt"/>
                <a:hlinkClick r:id="rId2"/>
              </a:rPr>
              <a:t>https://www.skadekompassen.se/skador-sjukdomstillstand/stroke-hjarnblodning-och-infarkt/#:~:text=Av%20de%2025000%2D30000%20som,%2D12%20m%C3%A5nader%20%5B1%5D</a:t>
            </a:r>
            <a:r>
              <a:rPr lang="en-US" dirty="0">
                <a:ea typeface="+mn-lt"/>
                <a:cs typeface="+mn-lt"/>
              </a:rPr>
              <a:t>)</a:t>
            </a:r>
          </a:p>
          <a:p>
            <a:pPr marL="0" indent="0">
              <a:buNone/>
            </a:pPr>
            <a:r>
              <a:rPr lang="en-US" dirty="0"/>
              <a:t>- </a:t>
            </a:r>
            <a:r>
              <a:rPr lang="en-US" dirty="0" err="1"/>
              <a:t>Statistiken</a:t>
            </a:r>
            <a:r>
              <a:rPr lang="en-US" dirty="0"/>
              <a:t> </a:t>
            </a:r>
            <a:r>
              <a:rPr lang="en-US" dirty="0" err="1"/>
              <a:t>är</a:t>
            </a:r>
            <a:r>
              <a:rPr lang="en-US" dirty="0"/>
              <a:t> </a:t>
            </a:r>
            <a:r>
              <a:rPr lang="en-US" dirty="0" err="1"/>
              <a:t>hämtad</a:t>
            </a:r>
            <a:r>
              <a:rPr lang="en-US" dirty="0"/>
              <a:t> </a:t>
            </a:r>
            <a:r>
              <a:rPr lang="en-US" dirty="0" err="1"/>
              <a:t>från</a:t>
            </a:r>
            <a:r>
              <a:rPr lang="en-US" dirty="0"/>
              <a:t> </a:t>
            </a:r>
            <a:r>
              <a:rPr lang="en-US" dirty="0" err="1"/>
              <a:t>en</a:t>
            </a:r>
            <a:r>
              <a:rPr lang="en-US" dirty="0"/>
              <a:t> rapport av </a:t>
            </a:r>
            <a:r>
              <a:rPr lang="en-US" dirty="0" err="1"/>
              <a:t>riksstroke</a:t>
            </a:r>
            <a:r>
              <a:rPr lang="en-US" dirty="0"/>
              <a:t> (The Swedish Stroke Register) 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79913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9A391B7E-5FB4-47E2-80D8-D51FD990E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62" y="2904382"/>
            <a:ext cx="9603275" cy="1049235"/>
          </a:xfrm>
        </p:spPr>
        <p:txBody>
          <a:bodyPr/>
          <a:lstStyle/>
          <a:p>
            <a:pPr algn="ctr"/>
            <a:r>
              <a:rPr lang="sv-SE" dirty="0"/>
              <a:t>Tack för att ni lyssnade</a:t>
            </a:r>
            <a:br>
              <a:rPr lang="sv-SE" dirty="0"/>
            </a:br>
            <a:r>
              <a:rPr lang="sv-SE" sz="1800" dirty="0"/>
              <a:t>Har ni frågor?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1170609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ACD76-3EF2-4F68-8256-B45B39942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Källor</a:t>
            </a:r>
            <a:r>
              <a:rPr lang="en-US"/>
              <a:t>!!!!!!!!!!!!!!!!!!!!!!!!!!!!!!!!!!!!!!!!!!!!!!!!!!!!!!!!!!!!!!!!!!!!!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11FEB4-8FFB-4BB2-A0A9-48E465B28E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dirty="0">
                <a:ea typeface="+mn-lt"/>
                <a:cs typeface="+mn-lt"/>
                <a:hlinkClick r:id="rId2"/>
              </a:rPr>
              <a:t>https://www.skadekompassen.se/skador-sjukdomstillstand/stroke-hjarnblodning-och-infarkt/#:~:text=Av%20de%2025000%2D30000%20som,%2D12%20m%C3%A5nader%20%5B1%5D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r>
              <a:rPr lang="en-US" dirty="0">
                <a:ea typeface="+mn-lt"/>
                <a:cs typeface="+mn-lt"/>
                <a:hlinkClick r:id="rId3"/>
              </a:rPr>
              <a:t>https://neuro.se/diagnoser/stroke/behandling-av-stroke/</a:t>
            </a:r>
          </a:p>
          <a:p>
            <a:r>
              <a:rPr lang="en-US" dirty="0">
                <a:ea typeface="+mn-lt"/>
                <a:cs typeface="+mn-lt"/>
                <a:hlinkClick r:id="rId4"/>
              </a:rPr>
              <a:t>https://www.1177.se/sjukdomar--besvar/hjarta-och-blodkarl/hjartbesvar-och-hjartfel/hypertrofisk-kardiomyopati-hcm/</a:t>
            </a:r>
          </a:p>
          <a:p>
            <a:r>
              <a:rPr lang="en-US" dirty="0">
                <a:ea typeface="+mn-lt"/>
                <a:cs typeface="+mn-lt"/>
                <a:hlinkClick r:id="rId5"/>
              </a:rPr>
              <a:t>https://www.internetmedicin.se/behandlingsoversikter/kardiologi/hypertrofisk-kardiomyopati-hcm/</a:t>
            </a:r>
          </a:p>
          <a:p>
            <a:r>
              <a:rPr lang="en-US" dirty="0">
                <a:ea typeface="+mn-lt"/>
                <a:cs typeface="+mn-lt"/>
                <a:hlinkClick r:id="rId6"/>
              </a:rPr>
              <a:t>https://blog.bhf.org.uk/hypertrophic-cardiomyopathy-then-now-and-the-hidden-pioneers-cfe77145abf9</a:t>
            </a:r>
            <a:endParaRPr lang="en-US" dirty="0"/>
          </a:p>
          <a:p>
            <a:r>
              <a:rPr lang="en-US" dirty="0">
                <a:ea typeface="+mn-lt"/>
                <a:cs typeface="+mn-lt"/>
                <a:hlinkClick r:id="rId7"/>
              </a:rPr>
              <a:t>https://runnersworld.se/blogg/om-pulstraning-och-hjartslag-och-livslangd/</a:t>
            </a:r>
          </a:p>
          <a:p>
            <a:r>
              <a:rPr lang="en-US" dirty="0">
                <a:ea typeface="+mn-lt"/>
                <a:cs typeface="+mn-lt"/>
                <a:hlinkClick r:id="rId8"/>
              </a:rPr>
              <a:t>https://se.dreamstime.com/stock-illustrationer-ekg-patienten-med-elektroderna-på-bröstkorgen-image65513746</a:t>
            </a:r>
          </a:p>
          <a:p>
            <a:r>
              <a:rPr lang="en-US" dirty="0">
                <a:ea typeface="+mn-lt"/>
                <a:cs typeface="+mn-lt"/>
                <a:hlinkClick r:id="rId9"/>
              </a:rPr>
              <a:t>http://blog.svd.se/maratonbloggen/2014/01/16/fraga-dan-hur-paverkar-betablockerarna-min-traning/</a:t>
            </a:r>
          </a:p>
          <a:p>
            <a:r>
              <a:rPr lang="en-US" dirty="0">
                <a:ea typeface="+mn-lt"/>
                <a:cs typeface="+mn-lt"/>
                <a:hlinkClick r:id="rId10"/>
              </a:rPr>
              <a:t>https://www.1177.se/sjukdomar--besvar/hjarna-och-nerver/stroke-och-blodkarl-i-hjarnan/stroke/</a:t>
            </a:r>
            <a:r>
              <a:rPr lang="en-US" dirty="0">
                <a:ea typeface="+mn-lt"/>
                <a:cs typeface="+mn-lt"/>
              </a:rPr>
              <a:t> </a:t>
            </a:r>
          </a:p>
          <a:p>
            <a:r>
              <a:rPr lang="en-US" dirty="0">
                <a:ea typeface="+mn-lt"/>
                <a:cs typeface="+mn-lt"/>
                <a:hlinkClick r:id="rId11"/>
              </a:rPr>
              <a:t>https://stroke.se/vad-ar-stroke/</a:t>
            </a:r>
            <a:r>
              <a:rPr lang="en-US" dirty="0">
                <a:ea typeface="+mn-lt"/>
                <a:cs typeface="+mn-lt"/>
              </a:rPr>
              <a:t> </a:t>
            </a:r>
          </a:p>
          <a:p>
            <a:r>
              <a:rPr lang="en-US" dirty="0">
                <a:ea typeface="+mn-lt"/>
                <a:cs typeface="+mn-lt"/>
                <a:hlinkClick r:id="rId12"/>
              </a:rPr>
              <a:t>https://sv.wikipedia.org/wiki/Blodpropp</a:t>
            </a:r>
            <a:r>
              <a:rPr lang="en-US" dirty="0">
                <a:ea typeface="+mn-lt"/>
                <a:cs typeface="+mn-lt"/>
              </a:rPr>
              <a:t> </a:t>
            </a:r>
            <a:endParaRPr lang="en-US" dirty="0"/>
          </a:p>
          <a:p>
            <a:r>
              <a:rPr lang="en-US" dirty="0">
                <a:ea typeface="+mn-lt"/>
                <a:cs typeface="+mn-lt"/>
                <a:hlinkClick r:id="rId13"/>
              </a:rPr>
              <a:t>https://www.hjart-lungfonden.se/sjukdomar/hjartsjukdomar/stroke/</a:t>
            </a:r>
            <a:r>
              <a:rPr lang="en-US" dirty="0">
                <a:ea typeface="+mn-lt"/>
                <a:cs typeface="+mn-lt"/>
              </a:rPr>
              <a:t> </a:t>
            </a:r>
            <a:br>
              <a:rPr lang="en-US" dirty="0">
                <a:ea typeface="+mn-lt"/>
                <a:cs typeface="+mn-lt"/>
              </a:rPr>
            </a:b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  <a:hlinkClick r:id="rId14"/>
              </a:rPr>
              <a:t>https://www.hjarnfonden.se/om-hjarnan/diagnoser/stroke/#</a:t>
            </a:r>
            <a:r>
              <a:rPr lang="en-US" dirty="0">
                <a:ea typeface="+mn-lt"/>
                <a:cs typeface="+mn-lt"/>
              </a:rPr>
              <a:t> </a:t>
            </a:r>
            <a:endParaRPr lang="en-US" dirty="0"/>
          </a:p>
          <a:p>
            <a:r>
              <a:rPr lang="sv-SE" u="sng" dirty="0">
                <a:hlinkClick r:id="rId15"/>
              </a:rPr>
              <a:t>https://www.hjart-lungfonden.se/sjukdomar</a:t>
            </a:r>
            <a:endParaRPr lang="sv-SE" u="sng" dirty="0"/>
          </a:p>
          <a:p>
            <a:r>
              <a:rPr lang="sv-SE" u="sng" dirty="0">
                <a:hlinkClick r:id="rId16"/>
              </a:rPr>
              <a:t>https://www.1177.se/Stockholm/sjukdomar--besvar/hjarta-och-blodkarl/blodkarl/karlkramp/</a:t>
            </a:r>
            <a:endParaRPr lang="sv-SE" u="sng" dirty="0"/>
          </a:p>
          <a:p>
            <a:r>
              <a:rPr lang="sv-SE" u="sng" dirty="0">
                <a:hlinkClick r:id="rId17"/>
              </a:rPr>
              <a:t>https://sv.m.wikipedia.org/wiki/Hj%C3%A4rt-_och_k%C3%A4rlsjukdomar</a:t>
            </a:r>
            <a:endParaRPr lang="en-US" dirty="0"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</p:txBody>
      </p:sp>
      <p:pic>
        <p:nvPicPr>
          <p:cNvPr id="5" name="Picture 2" descr="Make Health Great AGAIN!!! - Donald Trump Approves | Meme Generator">
            <a:extLst>
              <a:ext uri="{FF2B5EF4-FFF2-40B4-BE49-F238E27FC236}">
                <a16:creationId xmlns:a16="http://schemas.microsoft.com/office/drawing/2014/main" id="{136DE3AA-5C4A-43F6-893C-3D6D9984E7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4317" y="2537252"/>
            <a:ext cx="3288137" cy="2462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1583280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i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682</Words>
  <Application>Microsoft Office PowerPoint</Application>
  <PresentationFormat>Bredbild</PresentationFormat>
  <Paragraphs>129</Paragraphs>
  <Slides>22</Slides>
  <Notes>0</Notes>
  <HiddenSlides>0</HiddenSlides>
  <MMClips>0</MMClips>
  <ScaleCrop>false</ScaleCrop>
  <HeadingPairs>
    <vt:vector size="6" baseType="variant">
      <vt:variant>
        <vt:lpstr>Använt teckensnitt</vt:lpstr>
      </vt:variant>
      <vt:variant>
        <vt:i4>3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22</vt:i4>
      </vt:variant>
    </vt:vector>
  </HeadingPairs>
  <TitlesOfParts>
    <vt:vector size="26" baseType="lpstr">
      <vt:lpstr>Arial</vt:lpstr>
      <vt:lpstr>Cambria Math</vt:lpstr>
      <vt:lpstr>Gill Sans MT</vt:lpstr>
      <vt:lpstr>Galleri</vt:lpstr>
      <vt:lpstr>Hjärt- och kärlsjukdomar</vt:lpstr>
      <vt:lpstr>     Hypertrofisk Kardiomyopati, hcm</vt:lpstr>
      <vt:lpstr>Orsak</vt:lpstr>
      <vt:lpstr>Symtom</vt:lpstr>
      <vt:lpstr>Diagnos</vt:lpstr>
      <vt:lpstr>Behandling</vt:lpstr>
      <vt:lpstr>Prognos</vt:lpstr>
      <vt:lpstr>Kärlkramp</vt:lpstr>
      <vt:lpstr>Introduktion (Orsak)</vt:lpstr>
      <vt:lpstr>Symtom</vt:lpstr>
      <vt:lpstr>diagnostisering</vt:lpstr>
      <vt:lpstr>Behandlingsmetod</vt:lpstr>
      <vt:lpstr>Prognos - 1</vt:lpstr>
      <vt:lpstr>Prognos - 2</vt:lpstr>
      <vt:lpstr>stroke</vt:lpstr>
      <vt:lpstr>hjärtinfarkt</vt:lpstr>
      <vt:lpstr>symtom</vt:lpstr>
      <vt:lpstr>Akut-testet</vt:lpstr>
      <vt:lpstr>Behandlingsmetoder </vt:lpstr>
      <vt:lpstr>Prognos:</vt:lpstr>
      <vt:lpstr>Tack för att ni lyssnade Har ni frågor?</vt:lpstr>
      <vt:lpstr>Källor!!!!!!!!!!!!!!!!!!!!!!!!!!!!!!!!!!!!!!!!!!!!!!!!!!!!!!!!!!!!!!!!!!!!!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Hjärt- och kärlsjukdomar</dc:title>
  <dc:creator>Sahand Khodabandehloo</dc:creator>
  <cp:lastModifiedBy>Sahand Khodabandehloo</cp:lastModifiedBy>
  <cp:revision>1</cp:revision>
  <dcterms:created xsi:type="dcterms:W3CDTF">2020-11-17T10:44:56Z</dcterms:created>
  <dcterms:modified xsi:type="dcterms:W3CDTF">2020-11-24T18:57:48Z</dcterms:modified>
</cp:coreProperties>
</file>